
<file path=[Content_Types].xml><?xml version="1.0" encoding="utf-8"?>
<Types xmlns="http://schemas.openxmlformats.org/package/2006/content-types">
  <Default Extension="jpeg" ContentType="image/jpeg"/>
  <Default Extension="rels" ContentType="application/vnd.openxmlformats-package.relationships+xml"/>
  <Default Extension="xml" ContentType="application/xml"/>
  <Override PartName="/ppt/presentation.xml" ContentType="application/vnd.openxmlformats-officedocument.presentationml.presentation.main+xml"/>
  <Override PartName="/ppt/slideMasters/slideMaster1.xml" ContentType="application/vnd.openxmlformats-officedocument.presentationml.slideMaster+xml"/>
  <Override PartName="/ppt/slides/slide1.xml" ContentType="application/vnd.openxmlformats-officedocument.presentationml.slide+xml"/>
  <Override PartName="/ppt/slides/slide2.xml" ContentType="application/vnd.openxmlformats-officedocument.presentationml.slide+xml"/>
  <Override PartName="/ppt/slides/slide3.xml" ContentType="application/vnd.openxmlformats-officedocument.presentationml.slide+xml"/>
  <Override PartName="/ppt/slides/slide4.xml" ContentType="application/vnd.openxmlformats-officedocument.presentationml.slide+xml"/>
  <Override PartName="/ppt/slides/slide5.xml" ContentType="application/vnd.openxmlformats-officedocument.presentationml.slide+xml"/>
  <Override PartName="/ppt/slides/slide6.xml" ContentType="application/vnd.openxmlformats-officedocument.presentationml.slide+xml"/>
  <Override PartName="/ppt/slides/slide7.xml" ContentType="application/vnd.openxmlformats-officedocument.presentationml.slide+xml"/>
  <Override PartName="/ppt/slides/slide8.xml" ContentType="application/vnd.openxmlformats-officedocument.presentationml.slide+xml"/>
  <Override PartName="/ppt/slides/slide9.xml" ContentType="application/vnd.openxmlformats-officedocument.presentationml.slide+xml"/>
  <Override PartName="/ppt/slides/slide10.xml" ContentType="application/vnd.openxmlformats-officedocument.presentationml.slide+xml"/>
  <Override PartName="/ppt/slides/slide11.xml" ContentType="application/vnd.openxmlformats-officedocument.presentationml.slide+xml"/>
  <Override PartName="/ppt/notesMasters/notesMaster1.xml" ContentType="application/vnd.openxmlformats-officedocument.presentationml.notesMaster+xml"/>
  <Override PartName="/ppt/presProps.xml" ContentType="application/vnd.openxmlformats-officedocument.presentationml.presProps+xml"/>
  <Override PartName="/ppt/viewProps.xml" ContentType="application/vnd.openxmlformats-officedocument.presentationml.viewProps+xml"/>
  <Override PartName="/ppt/theme/theme1.xml" ContentType="application/vnd.openxmlformats-officedocument.theme+xml"/>
  <Override PartName="/ppt/tableStyles.xml" ContentType="application/vnd.openxmlformats-officedocument.presentationml.tableStyles+xml"/>
  <Override PartName="/ppt/slideLayouts/slideLayout1.xml" ContentType="application/vnd.openxmlformats-officedocument.presentationml.slideLayout+xml"/>
  <Override PartName="/ppt/slideLayouts/slideLayout2.xml" ContentType="application/vnd.openxmlformats-officedocument.presentationml.slideLayout+xml"/>
  <Override PartName="/ppt/slideLayouts/slideLayout3.xml" ContentType="application/vnd.openxmlformats-officedocument.presentationml.slideLayout+xml"/>
  <Override PartName="/ppt/slideLayouts/slideLayout4.xml" ContentType="application/vnd.openxmlformats-officedocument.presentationml.slideLayout+xml"/>
  <Override PartName="/ppt/slideLayouts/slideLayout5.xml" ContentType="application/vnd.openxmlformats-officedocument.presentationml.slideLayout+xml"/>
  <Override PartName="/ppt/slideLayouts/slideLayout6.xml" ContentType="application/vnd.openxmlformats-officedocument.presentationml.slideLayout+xml"/>
  <Override PartName="/ppt/slideLayouts/slideLayout7.xml" ContentType="application/vnd.openxmlformats-officedocument.presentationml.slideLayout+xml"/>
  <Override PartName="/ppt/slideLayouts/slideLayout8.xml" ContentType="application/vnd.openxmlformats-officedocument.presentationml.slideLayout+xml"/>
  <Override PartName="/ppt/slideLayouts/slideLayout9.xml" ContentType="application/vnd.openxmlformats-officedocument.presentationml.slideLayout+xml"/>
  <Override PartName="/ppt/slideLayouts/slideLayout10.xml" ContentType="application/vnd.openxmlformats-officedocument.presentationml.slideLayout+xml"/>
  <Override PartName="/ppt/slideLayouts/slideLayout11.xml" ContentType="application/vnd.openxmlformats-officedocument.presentationml.slideLayout+xml"/>
  <Override PartName="/ppt/slideLayouts/slideLayout12.xml" ContentType="application/vnd.openxmlformats-officedocument.presentationml.slideLayout+xml"/>
  <Override PartName="/ppt/slideLayouts/slideLayout13.xml" ContentType="application/vnd.openxmlformats-officedocument.presentationml.slideLayout+xml"/>
  <Override PartName="/ppt/slideLayouts/slideLayout14.xml" ContentType="application/vnd.openxmlformats-officedocument.presentationml.slideLayout+xml"/>
  <Override PartName="/ppt/slideLayouts/slideLayout15.xml" ContentType="application/vnd.openxmlformats-officedocument.presentationml.slideLayout+xml"/>
  <Override PartName="/ppt/slideLayouts/slideLayout16.xml" ContentType="application/vnd.openxmlformats-officedocument.presentationml.slideLayout+xml"/>
  <Override PartName="/ppt/theme/theme2.xml" ContentType="application/vnd.openxmlformats-officedocument.theme+xml"/>
  <Override PartName="/ppt/notesSlides/notesSlide1.xml" ContentType="application/vnd.openxmlformats-officedocument.presentationml.notesSlide+xml"/>
  <Override PartName="/ppt/diagrams/data1.xml" ContentType="application/vnd.openxmlformats-officedocument.drawingml.diagramData+xml"/>
  <Override PartName="/ppt/diagrams/layout1.xml" ContentType="application/vnd.openxmlformats-officedocument.drawingml.diagramLayout+xml"/>
  <Override PartName="/ppt/diagrams/quickStyle1.xml" ContentType="application/vnd.openxmlformats-officedocument.drawingml.diagramStyle+xml"/>
  <Override PartName="/ppt/diagrams/colors1.xml" ContentType="application/vnd.openxmlformats-officedocument.drawingml.diagramColors+xml"/>
  <Override PartName="/ppt/diagrams/drawing1.xml" ContentType="application/vnd.ms-office.drawingml.diagramDrawing+xml"/>
  <Override PartName="/ppt/notesSlides/notesSlide2.xml" ContentType="application/vnd.openxmlformats-officedocument.presentationml.notesSlide+xml"/>
  <Override PartName="/ppt/notesSlides/notesSlide3.xml" ContentType="application/vnd.openxmlformats-officedocument.presentationml.notesSlide+xml"/>
  <Override PartName="/ppt/notesSlides/notesSlide4.xml" ContentType="application/vnd.openxmlformats-officedocument.presentationml.notesSlide+xml"/>
  <Override PartName="/ppt/notesSlides/notesSlide5.xml" ContentType="application/vnd.openxmlformats-officedocument.presentationml.notesSlide+xml"/>
  <Override PartName="/ppt/notesSlides/notesSlide6.xml" ContentType="application/vnd.openxmlformats-officedocument.presentationml.notesSlide+xml"/>
  <Override PartName="/ppt/notesSlides/notesSlide7.xml" ContentType="application/vnd.openxmlformats-officedocument.presentationml.notesSlide+xml"/>
  <Override PartName="/ppt/notesSlides/notesSlide8.xml" ContentType="application/vnd.openxmlformats-officedocument.presentationml.notesSlide+xml"/>
  <Override PartName="/ppt/notesSlides/notesSlide9.xml" ContentType="application/vnd.openxmlformats-officedocument.presentationml.notesSlide+xml"/>
  <Override PartName="/ppt/notesSlides/notesSlide10.xml" ContentType="application/vnd.openxmlformats-officedocument.presentationml.notesSlide+xml"/>
  <Override PartName="/ppt/changesInfos/changesInfo1.xml" ContentType="application/vnd.ms-powerpoint.changesinfo+xml"/>
  <Override PartName="/ppt/revisionInfo.xml" ContentType="application/vnd.ms-powerpoint.revisioninfo+xml"/>
  <Override PartName="/docProps/core.xml" ContentType="application/vnd.openxmlformats-package.core-properties+xml"/>
  <Override PartName="/docProps/app.xml" ContentType="application/vnd.openxmlformats-officedocument.extended-properties+xml"/>
</Types>
</file>

<file path=_rels/.rels><?xml version="1.0" encoding="UTF-8" standalone="yes"?>
<Relationships xmlns="http://schemas.openxmlformats.org/package/2006/relationships"><Relationship Id="rId3" Type="http://schemas.openxmlformats.org/package/2006/relationships/metadata/core-properties" Target="docProps/core.xml"/><Relationship Id="rId2" Type="http://schemas.openxmlformats.org/package/2006/relationships/metadata/thumbnail" Target="docProps/thumbnail.jpeg"/><Relationship Id="rId1" Type="http://schemas.openxmlformats.org/officeDocument/2006/relationships/officeDocument" Target="ppt/presentation.xml"/><Relationship Id="rId4" Type="http://schemas.openxmlformats.org/officeDocument/2006/relationships/extended-properties" Target="docProps/app.xml"/></Relationships>
</file>

<file path=ppt/presentation.xml><?xml version="1.0" encoding="utf-8"?>
<p:presentation xmlns:a="http://schemas.openxmlformats.org/drawingml/2006/main" xmlns:r="http://schemas.openxmlformats.org/officeDocument/2006/relationships" xmlns:p="http://schemas.openxmlformats.org/presentationml/2006/main" saveSubsetFonts="1" autoCompressPictures="0">
  <p:sldMasterIdLst>
    <p:sldMasterId id="2147483660" r:id="rId1"/>
  </p:sldMasterIdLst>
  <p:notesMasterIdLst>
    <p:notesMasterId r:id="rId13"/>
  </p:notesMasterIdLst>
  <p:sldIdLst>
    <p:sldId id="256" r:id="rId2"/>
    <p:sldId id="267" r:id="rId3"/>
    <p:sldId id="257" r:id="rId4"/>
    <p:sldId id="259" r:id="rId5"/>
    <p:sldId id="260" r:id="rId6"/>
    <p:sldId id="261" r:id="rId7"/>
    <p:sldId id="262" r:id="rId8"/>
    <p:sldId id="263" r:id="rId9"/>
    <p:sldId id="264" r:id="rId10"/>
    <p:sldId id="265" r:id="rId11"/>
    <p:sldId id="266" r:id="rId12"/>
  </p:sldIdLst>
  <p:sldSz cx="9144000" cy="6858000" type="screen4x3"/>
  <p:notesSz cx="6858000" cy="9144000"/>
  <p:defaultTextStyle>
    <a:defPPr>
      <a:defRPr lang="en-US"/>
    </a:defPPr>
    <a:lvl1pPr marL="0" algn="l" defTabSz="457200" rtl="0" eaLnBrk="1" latinLnBrk="0" hangingPunct="1">
      <a:defRPr sz="1800" kern="1200">
        <a:solidFill>
          <a:schemeClr val="tx1"/>
        </a:solidFill>
        <a:latin typeface="+mn-lt"/>
        <a:ea typeface="+mn-ea"/>
        <a:cs typeface="+mn-cs"/>
      </a:defRPr>
    </a:lvl1pPr>
    <a:lvl2pPr marL="457200" algn="l" defTabSz="457200" rtl="0" eaLnBrk="1" latinLnBrk="0" hangingPunct="1">
      <a:defRPr sz="1800" kern="1200">
        <a:solidFill>
          <a:schemeClr val="tx1"/>
        </a:solidFill>
        <a:latin typeface="+mn-lt"/>
        <a:ea typeface="+mn-ea"/>
        <a:cs typeface="+mn-cs"/>
      </a:defRPr>
    </a:lvl2pPr>
    <a:lvl3pPr marL="914400" algn="l" defTabSz="457200" rtl="0" eaLnBrk="1" latinLnBrk="0" hangingPunct="1">
      <a:defRPr sz="1800" kern="1200">
        <a:solidFill>
          <a:schemeClr val="tx1"/>
        </a:solidFill>
        <a:latin typeface="+mn-lt"/>
        <a:ea typeface="+mn-ea"/>
        <a:cs typeface="+mn-cs"/>
      </a:defRPr>
    </a:lvl3pPr>
    <a:lvl4pPr marL="1371600" algn="l" defTabSz="457200" rtl="0" eaLnBrk="1" latinLnBrk="0" hangingPunct="1">
      <a:defRPr sz="1800" kern="1200">
        <a:solidFill>
          <a:schemeClr val="tx1"/>
        </a:solidFill>
        <a:latin typeface="+mn-lt"/>
        <a:ea typeface="+mn-ea"/>
        <a:cs typeface="+mn-cs"/>
      </a:defRPr>
    </a:lvl4pPr>
    <a:lvl5pPr marL="1828800" algn="l" defTabSz="457200" rtl="0" eaLnBrk="1" latinLnBrk="0" hangingPunct="1">
      <a:defRPr sz="1800" kern="1200">
        <a:solidFill>
          <a:schemeClr val="tx1"/>
        </a:solidFill>
        <a:latin typeface="+mn-lt"/>
        <a:ea typeface="+mn-ea"/>
        <a:cs typeface="+mn-cs"/>
      </a:defRPr>
    </a:lvl5pPr>
    <a:lvl6pPr marL="2286000" algn="l" defTabSz="457200" rtl="0" eaLnBrk="1" latinLnBrk="0" hangingPunct="1">
      <a:defRPr sz="1800" kern="1200">
        <a:solidFill>
          <a:schemeClr val="tx1"/>
        </a:solidFill>
        <a:latin typeface="+mn-lt"/>
        <a:ea typeface="+mn-ea"/>
        <a:cs typeface="+mn-cs"/>
      </a:defRPr>
    </a:lvl6pPr>
    <a:lvl7pPr marL="2743200" algn="l" defTabSz="457200" rtl="0" eaLnBrk="1" latinLnBrk="0" hangingPunct="1">
      <a:defRPr sz="1800" kern="1200">
        <a:solidFill>
          <a:schemeClr val="tx1"/>
        </a:solidFill>
        <a:latin typeface="+mn-lt"/>
        <a:ea typeface="+mn-ea"/>
        <a:cs typeface="+mn-cs"/>
      </a:defRPr>
    </a:lvl7pPr>
    <a:lvl8pPr marL="3200400" algn="l" defTabSz="457200" rtl="0" eaLnBrk="1" latinLnBrk="0" hangingPunct="1">
      <a:defRPr sz="1800" kern="1200">
        <a:solidFill>
          <a:schemeClr val="tx1"/>
        </a:solidFill>
        <a:latin typeface="+mn-lt"/>
        <a:ea typeface="+mn-ea"/>
        <a:cs typeface="+mn-cs"/>
      </a:defRPr>
    </a:lvl8pPr>
    <a:lvl9pPr marL="3657600" algn="l" defTabSz="457200" rtl="0" eaLnBrk="1" latinLnBrk="0" hangingPunct="1">
      <a:defRPr sz="1800" kern="1200">
        <a:solidFill>
          <a:schemeClr val="tx1"/>
        </a:solidFill>
        <a:latin typeface="+mn-lt"/>
        <a:ea typeface="+mn-ea"/>
        <a:cs typeface="+mn-cs"/>
      </a:defRPr>
    </a:lvl9pPr>
  </p:defaultTextStyle>
  <p:extLst>
    <p:ext uri="{EFAFB233-063F-42B5-8137-9DF3F51BA10A}">
      <p15:sldGuideLst xmlns:p15="http://schemas.microsoft.com/office/powerpoint/2012/main">
        <p15:guide id="1" orient="horz" pos="2160">
          <p15:clr>
            <a:srgbClr val="A4A3A4"/>
          </p15:clr>
        </p15:guide>
        <p15:guide id="2" pos="2880">
          <p15:clr>
            <a:srgbClr val="A4A3A4"/>
          </p15:clr>
        </p15:guide>
      </p15:sldGuideLst>
    </p:ext>
  </p:extLst>
</p:presentation>
</file>

<file path=ppt/presProps.xml><?xml version="1.0" encoding="utf-8"?>
<p:presentationPr xmlns:a="http://schemas.openxmlformats.org/drawingml/2006/main" xmlns:r="http://schemas.openxmlformats.org/officeDocument/2006/relationships" xmlns:p="http://schemas.openxmlformats.org/presentationml/2006/main">
  <p:extLst>
    <p:ext uri="{E76CE94A-603C-4142-B9EB-6D1370010A27}">
      <p14:discardImageEditData xmlns:p14="http://schemas.microsoft.com/office/powerpoint/2010/main" val="0"/>
    </p:ext>
    <p:ext uri="{D31A062A-798A-4329-ABDD-BBA856620510}">
      <p14:defaultImageDpi xmlns:p14="http://schemas.microsoft.com/office/powerpoint/2010/main" val="0"/>
    </p:ext>
    <p:ext uri="{FD5EFAAD-0ECE-453E-9831-46B23BE46B34}">
      <p15:chartTrackingRefBased xmlns:p15="http://schemas.microsoft.com/office/powerpoint/2012/main" val="0"/>
    </p:ext>
  </p:extLst>
</p:presentationPr>
</file>

<file path=ppt/revisionInfo.xml><?xml version="1.0" encoding="utf-8"?>
<p1510:revInfo xmlns:a="http://schemas.openxmlformats.org/drawingml/2006/main" xmlns:r="http://schemas.openxmlformats.org/officeDocument/2006/relationships" xmlns:p1510="http://schemas.microsoft.com/office/powerpoint/2015/10/main">
  <p1510:revLst>
    <p1510:client id="{ECA7CEFF-F6E4-4DBC-BB3A-33D0E7643ABB}" v="21" dt="2026-01-09T09:01:27.032"/>
  </p1510:revLst>
</p1510:revInfo>
</file>

<file path=ppt/tableStyles.xml><?xml version="1.0" encoding="utf-8"?>
<a:tblStyleLst xmlns:a="http://schemas.openxmlformats.org/drawingml/2006/main" def="{5C22544A-7EE6-4342-B048-85BDC9FD1C3A}"/>
</file>

<file path=ppt/viewProps.xml><?xml version="1.0" encoding="utf-8"?>
<p:viewPr xmlns:a="http://schemas.openxmlformats.org/drawingml/2006/main" xmlns:r="http://schemas.openxmlformats.org/officeDocument/2006/relationships" xmlns:p="http://schemas.openxmlformats.org/presentationml/2006/main">
  <p:normalViewPr horzBarState="maximized">
    <p:restoredLeft sz="15620"/>
    <p:restoredTop sz="53419" autoAdjust="0"/>
  </p:normalViewPr>
  <p:slideViewPr>
    <p:cSldViewPr snapToGrid="0" snapToObjects="1">
      <p:cViewPr>
        <p:scale>
          <a:sx n="77" d="100"/>
          <a:sy n="77" d="100"/>
        </p:scale>
        <p:origin x="1618" y="206"/>
      </p:cViewPr>
      <p:guideLst>
        <p:guide orient="horz" pos="2160"/>
        <p:guide pos="2880"/>
      </p:guideLst>
    </p:cSldViewPr>
  </p:slideViewPr>
  <p:notesTextViewPr>
    <p:cViewPr>
      <p:scale>
        <a:sx n="100" d="100"/>
        <a:sy n="100" d="100"/>
      </p:scale>
      <p:origin x="0" y="0"/>
    </p:cViewPr>
  </p:notesTextViewPr>
  <p:gridSpacing cx="76200" cy="76200"/>
</p:viewPr>
</file>

<file path=ppt/_rels/presentation.xml.rels><?xml version="1.0" encoding="UTF-8" standalone="yes"?>
<Relationships xmlns="http://schemas.openxmlformats.org/package/2006/relationships"><Relationship Id="rId8" Type="http://schemas.openxmlformats.org/officeDocument/2006/relationships/slide" Target="slides/slide7.xml"/><Relationship Id="rId13" Type="http://schemas.openxmlformats.org/officeDocument/2006/relationships/notesMaster" Target="notesMasters/notesMaster1.xml"/><Relationship Id="rId18" Type="http://schemas.microsoft.com/office/2016/11/relationships/changesInfo" Target="changesInfos/changesInfo1.xml"/><Relationship Id="rId3" Type="http://schemas.openxmlformats.org/officeDocument/2006/relationships/slide" Target="slides/slide2.xml"/><Relationship Id="rId7" Type="http://schemas.openxmlformats.org/officeDocument/2006/relationships/slide" Target="slides/slide6.xml"/><Relationship Id="rId12" Type="http://schemas.openxmlformats.org/officeDocument/2006/relationships/slide" Target="slides/slide11.xml"/><Relationship Id="rId17" Type="http://schemas.openxmlformats.org/officeDocument/2006/relationships/tableStyles" Target="tableStyles.xml"/><Relationship Id="rId2" Type="http://schemas.openxmlformats.org/officeDocument/2006/relationships/slide" Target="slides/slide1.xml"/><Relationship Id="rId16" Type="http://schemas.openxmlformats.org/officeDocument/2006/relationships/theme" Target="theme/theme1.xml"/><Relationship Id="rId1" Type="http://schemas.openxmlformats.org/officeDocument/2006/relationships/slideMaster" Target="slideMasters/slideMaster1.xml"/><Relationship Id="rId6" Type="http://schemas.openxmlformats.org/officeDocument/2006/relationships/slide" Target="slides/slide5.xml"/><Relationship Id="rId11" Type="http://schemas.openxmlformats.org/officeDocument/2006/relationships/slide" Target="slides/slide10.xml"/><Relationship Id="rId5" Type="http://schemas.openxmlformats.org/officeDocument/2006/relationships/slide" Target="slides/slide4.xml"/><Relationship Id="rId15" Type="http://schemas.openxmlformats.org/officeDocument/2006/relationships/viewProps" Target="viewProps.xml"/><Relationship Id="rId10" Type="http://schemas.openxmlformats.org/officeDocument/2006/relationships/slide" Target="slides/slide9.xml"/><Relationship Id="rId19" Type="http://schemas.microsoft.com/office/2015/10/relationships/revisionInfo" Target="revisionInfo.xml"/><Relationship Id="rId4" Type="http://schemas.openxmlformats.org/officeDocument/2006/relationships/slide" Target="slides/slide3.xml"/><Relationship Id="rId9" Type="http://schemas.openxmlformats.org/officeDocument/2006/relationships/slide" Target="slides/slide8.xml"/><Relationship Id="rId14" Type="http://schemas.openxmlformats.org/officeDocument/2006/relationships/presProps" Target="presProps.xml"/></Relationships>
</file>

<file path=ppt/changesInfos/changesInfo1.xml><?xml version="1.0" encoding="utf-8"?>
<pc:chgInfo xmlns:a="http://schemas.openxmlformats.org/drawingml/2006/main" xmlns:r="http://schemas.openxmlformats.org/officeDocument/2006/relationships" xmlns:ac="http://schemas.microsoft.com/office/drawing/2013/main/command" xmlns:pc="http://schemas.microsoft.com/office/powerpoint/2013/main/command">
  <pc:docChgLst>
    <pc:chgData name="Hemavathi N" userId="03ffe50d-d8c4-450f-8767-16fec8f145ea" providerId="ADAL" clId="{F670BC12-C9CA-4FC8-99C4-9688C5EDF73A}"/>
    <pc:docChg chg="undo custSel addSld delSld modSld">
      <pc:chgData name="Hemavathi N" userId="03ffe50d-d8c4-450f-8767-16fec8f145ea" providerId="ADAL" clId="{F670BC12-C9CA-4FC8-99C4-9688C5EDF73A}" dt="2026-01-09T11:49:17.894" v="360" actId="20577"/>
      <pc:docMkLst>
        <pc:docMk/>
      </pc:docMkLst>
      <pc:sldChg chg="addSp delSp modSp mod setBg setClrOvrMap">
        <pc:chgData name="Hemavathi N" userId="03ffe50d-d8c4-450f-8767-16fec8f145ea" providerId="ADAL" clId="{F670BC12-C9CA-4FC8-99C4-9688C5EDF73A}" dt="2026-01-08T05:37:52.800" v="7" actId="26606"/>
        <pc:sldMkLst>
          <pc:docMk/>
          <pc:sldMk cId="0" sldId="256"/>
        </pc:sldMkLst>
        <pc:spChg chg="mod ord">
          <ac:chgData name="Hemavathi N" userId="03ffe50d-d8c4-450f-8767-16fec8f145ea" providerId="ADAL" clId="{F670BC12-C9CA-4FC8-99C4-9688C5EDF73A}" dt="2026-01-08T05:37:52.800" v="7" actId="26606"/>
          <ac:spMkLst>
            <pc:docMk/>
            <pc:sldMk cId="0" sldId="256"/>
            <ac:spMk id="2" creationId="{00000000-0000-0000-0000-000000000000}"/>
          </ac:spMkLst>
        </pc:spChg>
        <pc:spChg chg="mod">
          <ac:chgData name="Hemavathi N" userId="03ffe50d-d8c4-450f-8767-16fec8f145ea" providerId="ADAL" clId="{F670BC12-C9CA-4FC8-99C4-9688C5EDF73A}" dt="2026-01-08T05:37:52.800" v="7" actId="26606"/>
          <ac:spMkLst>
            <pc:docMk/>
            <pc:sldMk cId="0" sldId="256"/>
            <ac:spMk id="3" creationId="{00000000-0000-0000-0000-000000000000}"/>
          </ac:spMkLst>
        </pc:spChg>
        <pc:spChg chg="add del">
          <ac:chgData name="Hemavathi N" userId="03ffe50d-d8c4-450f-8767-16fec8f145ea" providerId="ADAL" clId="{F670BC12-C9CA-4FC8-99C4-9688C5EDF73A}" dt="2026-01-08T05:37:52.800" v="7" actId="26606"/>
          <ac:spMkLst>
            <pc:docMk/>
            <pc:sldMk cId="0" sldId="256"/>
            <ac:spMk id="20" creationId="{9179DE42-5613-4B35-A1E6-6CCBAA13C743}"/>
          </ac:spMkLst>
        </pc:spChg>
        <pc:spChg chg="add del">
          <ac:chgData name="Hemavathi N" userId="03ffe50d-d8c4-450f-8767-16fec8f145ea" providerId="ADAL" clId="{F670BC12-C9CA-4FC8-99C4-9688C5EDF73A}" dt="2026-01-08T05:37:52.800" v="7" actId="26606"/>
          <ac:spMkLst>
            <pc:docMk/>
            <pc:sldMk cId="0" sldId="256"/>
            <ac:spMk id="26" creationId="{52FB45E9-914E-4471-AC87-E475CD51767D}"/>
          </ac:spMkLst>
        </pc:spChg>
        <pc:spChg chg="add del">
          <ac:chgData name="Hemavathi N" userId="03ffe50d-d8c4-450f-8767-16fec8f145ea" providerId="ADAL" clId="{F670BC12-C9CA-4FC8-99C4-9688C5EDF73A}" dt="2026-01-08T05:37:52.800" v="7" actId="26606"/>
          <ac:spMkLst>
            <pc:docMk/>
            <pc:sldMk cId="0" sldId="256"/>
            <ac:spMk id="28" creationId="{C310626D-5743-49D4-8F7D-88C4F8F05774}"/>
          </ac:spMkLst>
        </pc:spChg>
        <pc:spChg chg="add del">
          <ac:chgData name="Hemavathi N" userId="03ffe50d-d8c4-450f-8767-16fec8f145ea" providerId="ADAL" clId="{F670BC12-C9CA-4FC8-99C4-9688C5EDF73A}" dt="2026-01-08T05:37:52.800" v="7" actId="26606"/>
          <ac:spMkLst>
            <pc:docMk/>
            <pc:sldMk cId="0" sldId="256"/>
            <ac:spMk id="30" creationId="{3C195FC1-B568-4C72-9902-34CB35DDD7A1}"/>
          </ac:spMkLst>
        </pc:spChg>
        <pc:spChg chg="add del">
          <ac:chgData name="Hemavathi N" userId="03ffe50d-d8c4-450f-8767-16fec8f145ea" providerId="ADAL" clId="{F670BC12-C9CA-4FC8-99C4-9688C5EDF73A}" dt="2026-01-08T05:37:52.758" v="6" actId="26606"/>
          <ac:spMkLst>
            <pc:docMk/>
            <pc:sldMk cId="0" sldId="256"/>
            <ac:spMk id="32" creationId="{EF2BDF77-362C-43F0-8CBB-A969EC2AE0C4}"/>
          </ac:spMkLst>
        </pc:spChg>
        <pc:spChg chg="add del">
          <ac:chgData name="Hemavathi N" userId="03ffe50d-d8c4-450f-8767-16fec8f145ea" providerId="ADAL" clId="{F670BC12-C9CA-4FC8-99C4-9688C5EDF73A}" dt="2026-01-08T05:37:52.800" v="7" actId="26606"/>
          <ac:spMkLst>
            <pc:docMk/>
            <pc:sldMk cId="0" sldId="256"/>
            <ac:spMk id="34" creationId="{4BE96B01-3929-432D-B8C2-ADBCB74C2EF4}"/>
          </ac:spMkLst>
        </pc:spChg>
        <pc:spChg chg="add del">
          <ac:chgData name="Hemavathi N" userId="03ffe50d-d8c4-450f-8767-16fec8f145ea" providerId="ADAL" clId="{F670BC12-C9CA-4FC8-99C4-9688C5EDF73A}" dt="2026-01-08T05:37:52.800" v="7" actId="26606"/>
          <ac:spMkLst>
            <pc:docMk/>
            <pc:sldMk cId="0" sldId="256"/>
            <ac:spMk id="36" creationId="{2A6FCDE6-CDE2-4C51-B18E-A95CFB679714}"/>
          </ac:spMkLst>
        </pc:spChg>
        <pc:spChg chg="add del">
          <ac:chgData name="Hemavathi N" userId="03ffe50d-d8c4-450f-8767-16fec8f145ea" providerId="ADAL" clId="{F670BC12-C9CA-4FC8-99C4-9688C5EDF73A}" dt="2026-01-08T05:37:52.800" v="7" actId="26606"/>
          <ac:spMkLst>
            <pc:docMk/>
            <pc:sldMk cId="0" sldId="256"/>
            <ac:spMk id="38" creationId="{9D2E8756-2465-473A-BA2A-2DB1D6224745}"/>
          </ac:spMkLst>
        </pc:spChg>
        <pc:spChg chg="add del">
          <ac:chgData name="Hemavathi N" userId="03ffe50d-d8c4-450f-8767-16fec8f145ea" providerId="ADAL" clId="{F670BC12-C9CA-4FC8-99C4-9688C5EDF73A}" dt="2026-01-08T05:37:52.758" v="6" actId="26606"/>
          <ac:spMkLst>
            <pc:docMk/>
            <pc:sldMk cId="0" sldId="256"/>
            <ac:spMk id="55" creationId="{2783C067-F8BF-4755-B516-8A0CD74CF60C}"/>
          </ac:spMkLst>
        </pc:spChg>
        <pc:spChg chg="add del">
          <ac:chgData name="Hemavathi N" userId="03ffe50d-d8c4-450f-8767-16fec8f145ea" providerId="ADAL" clId="{F670BC12-C9CA-4FC8-99C4-9688C5EDF73A}" dt="2026-01-08T05:37:52.758" v="6" actId="26606"/>
          <ac:spMkLst>
            <pc:docMk/>
            <pc:sldMk cId="0" sldId="256"/>
            <ac:spMk id="57" creationId="{2ED796EC-E7FF-46DB-B912-FB08BF12AA6E}"/>
          </ac:spMkLst>
        </pc:spChg>
        <pc:spChg chg="add del">
          <ac:chgData name="Hemavathi N" userId="03ffe50d-d8c4-450f-8767-16fec8f145ea" providerId="ADAL" clId="{F670BC12-C9CA-4FC8-99C4-9688C5EDF73A}" dt="2026-01-08T05:37:52.758" v="6" actId="26606"/>
          <ac:spMkLst>
            <pc:docMk/>
            <pc:sldMk cId="0" sldId="256"/>
            <ac:spMk id="61" creationId="{0819F787-32B4-46A8-BC57-C6571BCEE243}"/>
          </ac:spMkLst>
        </pc:spChg>
        <pc:spChg chg="add">
          <ac:chgData name="Hemavathi N" userId="03ffe50d-d8c4-450f-8767-16fec8f145ea" providerId="ADAL" clId="{F670BC12-C9CA-4FC8-99C4-9688C5EDF73A}" dt="2026-01-08T05:37:52.800" v="7" actId="26606"/>
          <ac:spMkLst>
            <pc:docMk/>
            <pc:sldMk cId="0" sldId="256"/>
            <ac:spMk id="76" creationId="{9B8A5A16-7BE9-4AA1-9B5E-00FAFA5C8647}"/>
          </ac:spMkLst>
        </pc:spChg>
      </pc:sldChg>
      <pc:sldChg chg="addSp delSp modSp mod">
        <pc:chgData name="Hemavathi N" userId="03ffe50d-d8c4-450f-8767-16fec8f145ea" providerId="ADAL" clId="{F670BC12-C9CA-4FC8-99C4-9688C5EDF73A}" dt="2026-01-08T05:54:52.926" v="172" actId="20577"/>
        <pc:sldMkLst>
          <pc:docMk/>
          <pc:sldMk cId="0" sldId="257"/>
        </pc:sldMkLst>
        <pc:spChg chg="mod">
          <ac:chgData name="Hemavathi N" userId="03ffe50d-d8c4-450f-8767-16fec8f145ea" providerId="ADAL" clId="{F670BC12-C9CA-4FC8-99C4-9688C5EDF73A}" dt="2026-01-08T05:42:42.690" v="20" actId="20577"/>
          <ac:spMkLst>
            <pc:docMk/>
            <pc:sldMk cId="0" sldId="257"/>
            <ac:spMk id="2" creationId="{00000000-0000-0000-0000-000000000000}"/>
          </ac:spMkLst>
        </pc:spChg>
        <pc:spChg chg="del mod">
          <ac:chgData name="Hemavathi N" userId="03ffe50d-d8c4-450f-8767-16fec8f145ea" providerId="ADAL" clId="{F670BC12-C9CA-4FC8-99C4-9688C5EDF73A}" dt="2026-01-08T05:41:42.972" v="10" actId="478"/>
          <ac:spMkLst>
            <pc:docMk/>
            <pc:sldMk cId="0" sldId="257"/>
            <ac:spMk id="3" creationId="{00000000-0000-0000-0000-000000000000}"/>
          </ac:spMkLst>
        </pc:spChg>
        <pc:spChg chg="add mod">
          <ac:chgData name="Hemavathi N" userId="03ffe50d-d8c4-450f-8767-16fec8f145ea" providerId="ADAL" clId="{F670BC12-C9CA-4FC8-99C4-9688C5EDF73A}" dt="2026-01-08T05:54:52.926" v="172" actId="20577"/>
          <ac:spMkLst>
            <pc:docMk/>
            <pc:sldMk cId="0" sldId="257"/>
            <ac:spMk id="4" creationId="{9AAA09B0-EE5B-1963-5CAD-908CE2453A3C}"/>
          </ac:spMkLst>
        </pc:spChg>
      </pc:sldChg>
      <pc:sldChg chg="delSp modSp del mod">
        <pc:chgData name="Hemavathi N" userId="03ffe50d-d8c4-450f-8767-16fec8f145ea" providerId="ADAL" clId="{F670BC12-C9CA-4FC8-99C4-9688C5EDF73A}" dt="2026-01-09T09:00:16.476" v="304" actId="47"/>
        <pc:sldMkLst>
          <pc:docMk/>
          <pc:sldMk cId="0" sldId="258"/>
        </pc:sldMkLst>
        <pc:spChg chg="mod">
          <ac:chgData name="Hemavathi N" userId="03ffe50d-d8c4-450f-8767-16fec8f145ea" providerId="ADAL" clId="{F670BC12-C9CA-4FC8-99C4-9688C5EDF73A}" dt="2026-01-08T05:44:10.420" v="32" actId="20577"/>
          <ac:spMkLst>
            <pc:docMk/>
            <pc:sldMk cId="0" sldId="258"/>
            <ac:spMk id="3" creationId="{00000000-0000-0000-0000-000000000000}"/>
          </ac:spMkLst>
        </pc:spChg>
        <pc:spChg chg="del">
          <ac:chgData name="Hemavathi N" userId="03ffe50d-d8c4-450f-8767-16fec8f145ea" providerId="ADAL" clId="{F670BC12-C9CA-4FC8-99C4-9688C5EDF73A}" dt="2026-01-08T05:43:35.218" v="25" actId="478"/>
          <ac:spMkLst>
            <pc:docMk/>
            <pc:sldMk cId="0" sldId="258"/>
            <ac:spMk id="4" creationId="{00000000-0000-0000-0000-000000000000}"/>
          </ac:spMkLst>
        </pc:spChg>
      </pc:sldChg>
      <pc:sldChg chg="modSp mod">
        <pc:chgData name="Hemavathi N" userId="03ffe50d-d8c4-450f-8767-16fec8f145ea" providerId="ADAL" clId="{F670BC12-C9CA-4FC8-99C4-9688C5EDF73A}" dt="2026-01-08T05:45:33.782" v="59" actId="20577"/>
        <pc:sldMkLst>
          <pc:docMk/>
          <pc:sldMk cId="0" sldId="259"/>
        </pc:sldMkLst>
        <pc:spChg chg="mod">
          <ac:chgData name="Hemavathi N" userId="03ffe50d-d8c4-450f-8767-16fec8f145ea" providerId="ADAL" clId="{F670BC12-C9CA-4FC8-99C4-9688C5EDF73A}" dt="2026-01-08T05:45:33.782" v="59" actId="20577"/>
          <ac:spMkLst>
            <pc:docMk/>
            <pc:sldMk cId="0" sldId="259"/>
            <ac:spMk id="3" creationId="{00000000-0000-0000-0000-000000000000}"/>
          </ac:spMkLst>
        </pc:spChg>
      </pc:sldChg>
      <pc:sldChg chg="addSp delSp modSp mod">
        <pc:chgData name="Hemavathi N" userId="03ffe50d-d8c4-450f-8767-16fec8f145ea" providerId="ADAL" clId="{F670BC12-C9CA-4FC8-99C4-9688C5EDF73A}" dt="2026-01-09T09:01:52.663" v="323" actId="478"/>
        <pc:sldMkLst>
          <pc:docMk/>
          <pc:sldMk cId="0" sldId="260"/>
        </pc:sldMkLst>
        <pc:spChg chg="mod">
          <ac:chgData name="Hemavathi N" userId="03ffe50d-d8c4-450f-8767-16fec8f145ea" providerId="ADAL" clId="{F670BC12-C9CA-4FC8-99C4-9688C5EDF73A}" dt="2026-01-08T05:46:27.694" v="73" actId="20577"/>
          <ac:spMkLst>
            <pc:docMk/>
            <pc:sldMk cId="0" sldId="260"/>
            <ac:spMk id="2" creationId="{00000000-0000-0000-0000-000000000000}"/>
          </ac:spMkLst>
        </pc:spChg>
        <pc:spChg chg="mod">
          <ac:chgData name="Hemavathi N" userId="03ffe50d-d8c4-450f-8767-16fec8f145ea" providerId="ADAL" clId="{F670BC12-C9CA-4FC8-99C4-9688C5EDF73A}" dt="2026-01-08T05:46:05.642" v="66" actId="20577"/>
          <ac:spMkLst>
            <pc:docMk/>
            <pc:sldMk cId="0" sldId="260"/>
            <ac:spMk id="3" creationId="{00000000-0000-0000-0000-000000000000}"/>
          </ac:spMkLst>
        </pc:spChg>
        <pc:spChg chg="mod">
          <ac:chgData name="Hemavathi N" userId="03ffe50d-d8c4-450f-8767-16fec8f145ea" providerId="ADAL" clId="{F670BC12-C9CA-4FC8-99C4-9688C5EDF73A}" dt="2026-01-08T05:46:20.441" v="72" actId="20577"/>
          <ac:spMkLst>
            <pc:docMk/>
            <pc:sldMk cId="0" sldId="260"/>
            <ac:spMk id="4" creationId="{00000000-0000-0000-0000-000000000000}"/>
          </ac:spMkLst>
        </pc:spChg>
        <pc:spChg chg="add del mod">
          <ac:chgData name="Hemavathi N" userId="03ffe50d-d8c4-450f-8767-16fec8f145ea" providerId="ADAL" clId="{F670BC12-C9CA-4FC8-99C4-9688C5EDF73A}" dt="2026-01-09T09:01:52.663" v="323" actId="478"/>
          <ac:spMkLst>
            <pc:docMk/>
            <pc:sldMk cId="0" sldId="260"/>
            <ac:spMk id="5" creationId="{24712ABB-5529-E8C8-1E6B-D67789786146}"/>
          </ac:spMkLst>
        </pc:spChg>
      </pc:sldChg>
      <pc:sldChg chg="modSp mod">
        <pc:chgData name="Hemavathi N" userId="03ffe50d-d8c4-450f-8767-16fec8f145ea" providerId="ADAL" clId="{F670BC12-C9CA-4FC8-99C4-9688C5EDF73A}" dt="2026-01-08T08:49:19.496" v="259" actId="20577"/>
        <pc:sldMkLst>
          <pc:docMk/>
          <pc:sldMk cId="0" sldId="261"/>
        </pc:sldMkLst>
        <pc:spChg chg="mod">
          <ac:chgData name="Hemavathi N" userId="03ffe50d-d8c4-450f-8767-16fec8f145ea" providerId="ADAL" clId="{F670BC12-C9CA-4FC8-99C4-9688C5EDF73A}" dt="2026-01-08T05:46:36.103" v="74" actId="20577"/>
          <ac:spMkLst>
            <pc:docMk/>
            <pc:sldMk cId="0" sldId="261"/>
            <ac:spMk id="2" creationId="{00000000-0000-0000-0000-000000000000}"/>
          </ac:spMkLst>
        </pc:spChg>
        <pc:spChg chg="mod">
          <ac:chgData name="Hemavathi N" userId="03ffe50d-d8c4-450f-8767-16fec8f145ea" providerId="ADAL" clId="{F670BC12-C9CA-4FC8-99C4-9688C5EDF73A}" dt="2026-01-08T08:49:16.391" v="258" actId="20577"/>
          <ac:spMkLst>
            <pc:docMk/>
            <pc:sldMk cId="0" sldId="261"/>
            <ac:spMk id="3" creationId="{00000000-0000-0000-0000-000000000000}"/>
          </ac:spMkLst>
        </pc:spChg>
        <pc:spChg chg="mod">
          <ac:chgData name="Hemavathi N" userId="03ffe50d-d8c4-450f-8767-16fec8f145ea" providerId="ADAL" clId="{F670BC12-C9CA-4FC8-99C4-9688C5EDF73A}" dt="2026-01-08T08:49:19.496" v="259" actId="20577"/>
          <ac:spMkLst>
            <pc:docMk/>
            <pc:sldMk cId="0" sldId="261"/>
            <ac:spMk id="4" creationId="{00000000-0000-0000-0000-000000000000}"/>
          </ac:spMkLst>
        </pc:spChg>
      </pc:sldChg>
      <pc:sldChg chg="addSp delSp modSp mod">
        <pc:chgData name="Hemavathi N" userId="03ffe50d-d8c4-450f-8767-16fec8f145ea" providerId="ADAL" clId="{F670BC12-C9CA-4FC8-99C4-9688C5EDF73A}" dt="2026-01-08T08:49:56.703" v="274" actId="20577"/>
        <pc:sldMkLst>
          <pc:docMk/>
          <pc:sldMk cId="0" sldId="262"/>
        </pc:sldMkLst>
        <pc:spChg chg="mod">
          <ac:chgData name="Hemavathi N" userId="03ffe50d-d8c4-450f-8767-16fec8f145ea" providerId="ADAL" clId="{F670BC12-C9CA-4FC8-99C4-9688C5EDF73A}" dt="2026-01-08T05:48:17.384" v="95" actId="20577"/>
          <ac:spMkLst>
            <pc:docMk/>
            <pc:sldMk cId="0" sldId="262"/>
            <ac:spMk id="2" creationId="{00000000-0000-0000-0000-000000000000}"/>
          </ac:spMkLst>
        </pc:spChg>
        <pc:spChg chg="add del mod">
          <ac:chgData name="Hemavathi N" userId="03ffe50d-d8c4-450f-8767-16fec8f145ea" providerId="ADAL" clId="{F670BC12-C9CA-4FC8-99C4-9688C5EDF73A}" dt="2026-01-08T08:49:56.703" v="274" actId="20577"/>
          <ac:spMkLst>
            <pc:docMk/>
            <pc:sldMk cId="0" sldId="262"/>
            <ac:spMk id="3" creationId="{00000000-0000-0000-0000-000000000000}"/>
          </ac:spMkLst>
        </pc:spChg>
      </pc:sldChg>
      <pc:sldChg chg="addSp delSp modSp mod">
        <pc:chgData name="Hemavathi N" userId="03ffe50d-d8c4-450f-8767-16fec8f145ea" providerId="ADAL" clId="{F670BC12-C9CA-4FC8-99C4-9688C5EDF73A}" dt="2026-01-09T11:49:17.894" v="360" actId="20577"/>
        <pc:sldMkLst>
          <pc:docMk/>
          <pc:sldMk cId="0" sldId="263"/>
        </pc:sldMkLst>
        <pc:spChg chg="mod">
          <ac:chgData name="Hemavathi N" userId="03ffe50d-d8c4-450f-8767-16fec8f145ea" providerId="ADAL" clId="{F670BC12-C9CA-4FC8-99C4-9688C5EDF73A}" dt="2026-01-09T09:48:09.554" v="337" actId="20577"/>
          <ac:spMkLst>
            <pc:docMk/>
            <pc:sldMk cId="0" sldId="263"/>
            <ac:spMk id="2" creationId="{00000000-0000-0000-0000-000000000000}"/>
          </ac:spMkLst>
        </pc:spChg>
        <pc:spChg chg="del">
          <ac:chgData name="Hemavathi N" userId="03ffe50d-d8c4-450f-8767-16fec8f145ea" providerId="ADAL" clId="{F670BC12-C9CA-4FC8-99C4-9688C5EDF73A}" dt="2026-01-08T05:48:53.141" v="96" actId="478"/>
          <ac:spMkLst>
            <pc:docMk/>
            <pc:sldMk cId="0" sldId="263"/>
            <ac:spMk id="3" creationId="{00000000-0000-0000-0000-000000000000}"/>
          </ac:spMkLst>
        </pc:spChg>
        <pc:spChg chg="mod">
          <ac:chgData name="Hemavathi N" userId="03ffe50d-d8c4-450f-8767-16fec8f145ea" providerId="ADAL" clId="{F670BC12-C9CA-4FC8-99C4-9688C5EDF73A}" dt="2026-01-09T11:49:17.894" v="360" actId="20577"/>
          <ac:spMkLst>
            <pc:docMk/>
            <pc:sldMk cId="0" sldId="263"/>
            <ac:spMk id="4" creationId="{00000000-0000-0000-0000-000000000000}"/>
          </ac:spMkLst>
        </pc:spChg>
        <pc:spChg chg="add mod">
          <ac:chgData name="Hemavathi N" userId="03ffe50d-d8c4-450f-8767-16fec8f145ea" providerId="ADAL" clId="{F670BC12-C9CA-4FC8-99C4-9688C5EDF73A}" dt="2026-01-09T09:48:14.334" v="338" actId="1076"/>
          <ac:spMkLst>
            <pc:docMk/>
            <pc:sldMk cId="0" sldId="263"/>
            <ac:spMk id="6" creationId="{A5AC279B-89C2-B6B9-BD89-23F97F2423C8}"/>
          </ac:spMkLst>
        </pc:spChg>
      </pc:sldChg>
      <pc:sldChg chg="modSp mod">
        <pc:chgData name="Hemavathi N" userId="03ffe50d-d8c4-450f-8767-16fec8f145ea" providerId="ADAL" clId="{F670BC12-C9CA-4FC8-99C4-9688C5EDF73A}" dt="2026-01-08T08:51:33.442" v="275" actId="20577"/>
        <pc:sldMkLst>
          <pc:docMk/>
          <pc:sldMk cId="0" sldId="264"/>
        </pc:sldMkLst>
        <pc:spChg chg="mod">
          <ac:chgData name="Hemavathi N" userId="03ffe50d-d8c4-450f-8767-16fec8f145ea" providerId="ADAL" clId="{F670BC12-C9CA-4FC8-99C4-9688C5EDF73A}" dt="2026-01-08T05:51:26.148" v="139" actId="20577"/>
          <ac:spMkLst>
            <pc:docMk/>
            <pc:sldMk cId="0" sldId="264"/>
            <ac:spMk id="2" creationId="{00000000-0000-0000-0000-000000000000}"/>
          </ac:spMkLst>
        </pc:spChg>
        <pc:spChg chg="mod">
          <ac:chgData name="Hemavathi N" userId="03ffe50d-d8c4-450f-8767-16fec8f145ea" providerId="ADAL" clId="{F670BC12-C9CA-4FC8-99C4-9688C5EDF73A}" dt="2026-01-08T08:51:33.442" v="275" actId="20577"/>
          <ac:spMkLst>
            <pc:docMk/>
            <pc:sldMk cId="0" sldId="264"/>
            <ac:spMk id="3" creationId="{00000000-0000-0000-0000-000000000000}"/>
          </ac:spMkLst>
        </pc:spChg>
      </pc:sldChg>
      <pc:sldChg chg="modSp mod">
        <pc:chgData name="Hemavathi N" userId="03ffe50d-d8c4-450f-8767-16fec8f145ea" providerId="ADAL" clId="{F670BC12-C9CA-4FC8-99C4-9688C5EDF73A}" dt="2026-01-08T09:01:04.013" v="282" actId="20577"/>
        <pc:sldMkLst>
          <pc:docMk/>
          <pc:sldMk cId="0" sldId="265"/>
        </pc:sldMkLst>
        <pc:spChg chg="mod">
          <ac:chgData name="Hemavathi N" userId="03ffe50d-d8c4-450f-8767-16fec8f145ea" providerId="ADAL" clId="{F670BC12-C9CA-4FC8-99C4-9688C5EDF73A}" dt="2026-01-08T09:01:04.013" v="282" actId="20577"/>
          <ac:spMkLst>
            <pc:docMk/>
            <pc:sldMk cId="0" sldId="265"/>
            <ac:spMk id="3" creationId="{00000000-0000-0000-0000-000000000000}"/>
          </ac:spMkLst>
        </pc:spChg>
      </pc:sldChg>
      <pc:sldChg chg="addSp delSp modSp new mod setBg">
        <pc:chgData name="Hemavathi N" userId="03ffe50d-d8c4-450f-8767-16fec8f145ea" providerId="ADAL" clId="{F670BC12-C9CA-4FC8-99C4-9688C5EDF73A}" dt="2026-01-09T08:28:16.328" v="303"/>
        <pc:sldMkLst>
          <pc:docMk/>
          <pc:sldMk cId="3882671747" sldId="267"/>
        </pc:sldMkLst>
        <pc:spChg chg="add">
          <ac:chgData name="Hemavathi N" userId="03ffe50d-d8c4-450f-8767-16fec8f145ea" providerId="ADAL" clId="{F670BC12-C9CA-4FC8-99C4-9688C5EDF73A}" dt="2026-01-08T05:58:31.904" v="174"/>
          <ac:spMkLst>
            <pc:docMk/>
            <pc:sldMk cId="3882671747" sldId="267"/>
            <ac:spMk id="2" creationId="{A961D6EA-13A1-7EB2-4311-3754269F9EBD}"/>
          </ac:spMkLst>
        </pc:spChg>
        <pc:spChg chg="add del mod">
          <ac:chgData name="Hemavathi N" userId="03ffe50d-d8c4-450f-8767-16fec8f145ea" providerId="ADAL" clId="{F670BC12-C9CA-4FC8-99C4-9688C5EDF73A}" dt="2026-01-08T06:09:39.998" v="213" actId="26606"/>
          <ac:spMkLst>
            <pc:docMk/>
            <pc:sldMk cId="3882671747" sldId="267"/>
            <ac:spMk id="3" creationId="{2EA8A526-30B8-266F-DB92-764A47F3F6A7}"/>
          </ac:spMkLst>
        </pc:spChg>
        <pc:spChg chg="add del mod">
          <ac:chgData name="Hemavathi N" userId="03ffe50d-d8c4-450f-8767-16fec8f145ea" providerId="ADAL" clId="{F670BC12-C9CA-4FC8-99C4-9688C5EDF73A}" dt="2026-01-08T06:09:15.154" v="212"/>
          <ac:spMkLst>
            <pc:docMk/>
            <pc:sldMk cId="3882671747" sldId="267"/>
            <ac:spMk id="4" creationId="{C91E075C-9163-FE45-3D46-20F45C1B8D1C}"/>
          </ac:spMkLst>
        </pc:spChg>
        <pc:spChg chg="add mod">
          <ac:chgData name="Hemavathi N" userId="03ffe50d-d8c4-450f-8767-16fec8f145ea" providerId="ADAL" clId="{F670BC12-C9CA-4FC8-99C4-9688C5EDF73A}" dt="2026-01-08T06:11:09.331" v="255" actId="20577"/>
          <ac:spMkLst>
            <pc:docMk/>
            <pc:sldMk cId="3882671747" sldId="267"/>
            <ac:spMk id="7" creationId="{D02D9EC2-58AD-2A0E-EF8D-8BD7AC8EF9AD}"/>
          </ac:spMkLst>
        </pc:spChg>
        <pc:spChg chg="add">
          <ac:chgData name="Hemavathi N" userId="03ffe50d-d8c4-450f-8767-16fec8f145ea" providerId="ADAL" clId="{F670BC12-C9CA-4FC8-99C4-9688C5EDF73A}" dt="2026-01-08T06:10:19.531" v="220" actId="26606"/>
          <ac:spMkLst>
            <pc:docMk/>
            <pc:sldMk cId="3882671747" sldId="267"/>
            <ac:spMk id="22" creationId="{BD11ECC6-8551-4768-8DFD-CD41AF420A37}"/>
          </ac:spMkLst>
        </pc:spChg>
        <pc:spChg chg="add">
          <ac:chgData name="Hemavathi N" userId="03ffe50d-d8c4-450f-8767-16fec8f145ea" providerId="ADAL" clId="{F670BC12-C9CA-4FC8-99C4-9688C5EDF73A}" dt="2026-01-08T06:10:19.531" v="220" actId="26606"/>
          <ac:spMkLst>
            <pc:docMk/>
            <pc:sldMk cId="3882671747" sldId="267"/>
            <ac:spMk id="35" creationId="{8E2EB503-A017-4457-A105-53638C97DEB8}"/>
          </ac:spMkLst>
        </pc:spChg>
        <pc:grpChg chg="add">
          <ac:chgData name="Hemavathi N" userId="03ffe50d-d8c4-450f-8767-16fec8f145ea" providerId="ADAL" clId="{F670BC12-C9CA-4FC8-99C4-9688C5EDF73A}" dt="2026-01-08T06:10:19.531" v="220" actId="26606"/>
          <ac:grpSpMkLst>
            <pc:docMk/>
            <pc:sldMk cId="3882671747" sldId="267"/>
            <ac:grpSpMk id="10" creationId="{D920209C-E85B-4D6F-A56F-724F5ADA811C}"/>
          </ac:grpSpMkLst>
        </pc:grpChg>
        <pc:grpChg chg="add">
          <ac:chgData name="Hemavathi N" userId="03ffe50d-d8c4-450f-8767-16fec8f145ea" providerId="ADAL" clId="{F670BC12-C9CA-4FC8-99C4-9688C5EDF73A}" dt="2026-01-08T06:10:19.531" v="220" actId="26606"/>
          <ac:grpSpMkLst>
            <pc:docMk/>
            <pc:sldMk cId="3882671747" sldId="267"/>
            <ac:grpSpMk id="24" creationId="{93657592-CA60-4F45-B1A0-88AA77242087}"/>
          </ac:grpSpMkLst>
        </pc:grpChg>
        <pc:graphicFrameChg chg="add mod modGraphic">
          <ac:chgData name="Hemavathi N" userId="03ffe50d-d8c4-450f-8767-16fec8f145ea" providerId="ADAL" clId="{F670BC12-C9CA-4FC8-99C4-9688C5EDF73A}" dt="2026-01-09T08:28:16.328" v="303"/>
          <ac:graphicFrameMkLst>
            <pc:docMk/>
            <pc:sldMk cId="3882671747" sldId="267"/>
            <ac:graphicFrameMk id="5" creationId="{F0CD2938-BEC9-E1B4-8478-E7F29B099BA6}"/>
          </ac:graphicFrameMkLst>
        </pc:graphicFrameChg>
      </pc:sldChg>
    </pc:docChg>
  </pc:docChgLst>
</pc:chgInfo>
</file>

<file path=ppt/diagrams/colors1.xml><?xml version="1.0" encoding="utf-8"?>
<dgm:colorsDef xmlns:dgm="http://schemas.openxmlformats.org/drawingml/2006/diagram" xmlns:a="http://schemas.openxmlformats.org/drawingml/2006/main" uniqueId="urn:microsoft.com/office/officeart/2005/8/colors/accent1_2">
  <dgm:title val=""/>
  <dgm:desc val=""/>
  <dgm:catLst>
    <dgm:cat type="accent1" pri="11200"/>
  </dgm:catLst>
  <dgm:styleLbl name="node0">
    <dgm:fillClrLst meth="repeat">
      <a:schemeClr val="accent1"/>
    </dgm:fillClrLst>
    <dgm:linClrLst meth="repeat">
      <a:schemeClr val="lt1"/>
    </dgm:linClrLst>
    <dgm:effectClrLst/>
    <dgm:txLinClrLst/>
    <dgm:txFillClrLst/>
    <dgm:txEffectClrLst/>
  </dgm:styleLbl>
  <dgm:styleLbl name="alignNode1">
    <dgm:fillClrLst meth="repeat">
      <a:schemeClr val="accent1"/>
    </dgm:fillClrLst>
    <dgm:linClrLst meth="repeat">
      <a:schemeClr val="accent1"/>
    </dgm:linClrLst>
    <dgm:effectClrLst/>
    <dgm:txLinClrLst/>
    <dgm:txFillClrLst/>
    <dgm:txEffectClrLst/>
  </dgm:styleLbl>
  <dgm:styleLbl name="node1">
    <dgm:fillClrLst meth="repeat">
      <a:schemeClr val="accent1"/>
    </dgm:fillClrLst>
    <dgm:linClrLst meth="repeat">
      <a:schemeClr val="lt1"/>
    </dgm:linClrLst>
    <dgm:effectClrLst/>
    <dgm:txLinClrLst/>
    <dgm:txFillClrLst/>
    <dgm:txEffectClrLst/>
  </dgm:styleLbl>
  <dgm:styleLbl name="lnNode1">
    <dgm:fillClrLst meth="repeat">
      <a:schemeClr val="accent1"/>
    </dgm:fillClrLst>
    <dgm:linClrLst meth="repeat">
      <a:schemeClr val="lt1"/>
    </dgm:linClrLst>
    <dgm:effectClrLst/>
    <dgm:txLinClrLst/>
    <dgm:txFillClrLst/>
    <dgm:txEffectClrLst/>
  </dgm:styleLbl>
  <dgm:styleLbl name="vennNode1">
    <dgm:fillClrLst meth="repeat">
      <a:schemeClr val="accent1">
        <a:alpha val="50000"/>
      </a:schemeClr>
    </dgm:fillClrLst>
    <dgm:linClrLst meth="repeat">
      <a:schemeClr val="lt1"/>
    </dgm:linClrLst>
    <dgm:effectClrLst/>
    <dgm:txLinClrLst/>
    <dgm:txFillClrLst/>
    <dgm:txEffectClrLst/>
  </dgm:styleLbl>
  <dgm:styleLbl name="node2">
    <dgm:fillClrLst meth="repeat">
      <a:schemeClr val="accent1"/>
    </dgm:fillClrLst>
    <dgm:linClrLst meth="repeat">
      <a:schemeClr val="lt1"/>
    </dgm:linClrLst>
    <dgm:effectClrLst/>
    <dgm:txLinClrLst/>
    <dgm:txFillClrLst/>
    <dgm:txEffectClrLst/>
  </dgm:styleLbl>
  <dgm:styleLbl name="node3">
    <dgm:fillClrLst meth="repeat">
      <a:schemeClr val="accent1"/>
    </dgm:fillClrLst>
    <dgm:linClrLst meth="repeat">
      <a:schemeClr val="lt1"/>
    </dgm:linClrLst>
    <dgm:effectClrLst/>
    <dgm:txLinClrLst/>
    <dgm:txFillClrLst/>
    <dgm:txEffectClrLst/>
  </dgm:styleLbl>
  <dgm:styleLbl name="node4">
    <dgm:fillClrLst meth="repeat">
      <a:schemeClr val="accent1"/>
    </dgm:fillClrLst>
    <dgm:linClrLst meth="repeat">
      <a:schemeClr val="lt1"/>
    </dgm:linClrLst>
    <dgm:effectClrLst/>
    <dgm:txLinClrLst/>
    <dgm:txFillClrLst/>
    <dgm:txEffectClrLst/>
  </dgm:styleLbl>
  <dgm:styleLbl name="fgImgPlace1">
    <dgm:fillClrLst meth="repeat">
      <a:schemeClr val="accent1">
        <a:tint val="50000"/>
      </a:schemeClr>
    </dgm:fillClrLst>
    <dgm:linClrLst meth="repeat">
      <a:schemeClr val="lt1"/>
    </dgm:linClrLst>
    <dgm:effectClrLst/>
    <dgm:txLinClrLst/>
    <dgm:txFillClrLst meth="repeat">
      <a:schemeClr val="lt1"/>
    </dgm:txFillClrLst>
    <dgm:txEffectClrLst/>
  </dgm:styleLbl>
  <dgm:styleLbl name="alignImgPlace1">
    <dgm:fillClrLst meth="repeat">
      <a:schemeClr val="accent1">
        <a:tint val="50000"/>
      </a:schemeClr>
    </dgm:fillClrLst>
    <dgm:linClrLst meth="repeat">
      <a:schemeClr val="lt1"/>
    </dgm:linClrLst>
    <dgm:effectClrLst/>
    <dgm:txLinClrLst/>
    <dgm:txFillClrLst meth="repeat">
      <a:schemeClr val="lt1"/>
    </dgm:txFillClrLst>
    <dgm:txEffectClrLst/>
  </dgm:styleLbl>
  <dgm:styleLbl name="bgImgPlace1">
    <dgm:fillClrLst meth="repeat">
      <a:schemeClr val="accent1">
        <a:tint val="50000"/>
      </a:schemeClr>
    </dgm:fillClrLst>
    <dgm:linClrLst meth="repeat">
      <a:schemeClr val="lt1"/>
    </dgm:linClrLst>
    <dgm:effectClrLst/>
    <dgm:txLinClrLst/>
    <dgm:txFillClrLst meth="repeat">
      <a:schemeClr val="lt1"/>
    </dgm:txFillClrLst>
    <dgm:txEffectClrLst/>
  </dgm:styleLbl>
  <dgm:styleLbl name="sibTrans2D1">
    <dgm:fillClrLst meth="repeat">
      <a:schemeClr val="accent1">
        <a:tint val="60000"/>
      </a:schemeClr>
    </dgm:fillClrLst>
    <dgm:linClrLst meth="repeat">
      <a:schemeClr val="accent1">
        <a:tint val="60000"/>
      </a:schemeClr>
    </dgm:linClrLst>
    <dgm:effectClrLst/>
    <dgm:txLinClrLst/>
    <dgm:txFillClrLst/>
    <dgm:txEffectClrLst/>
  </dgm:styleLbl>
  <dgm:styleLbl name="fgSibTrans2D1">
    <dgm:fillClrLst meth="repeat">
      <a:schemeClr val="accent1">
        <a:tint val="60000"/>
      </a:schemeClr>
    </dgm:fillClrLst>
    <dgm:linClrLst meth="repeat">
      <a:schemeClr val="accent1">
        <a:tint val="60000"/>
      </a:schemeClr>
    </dgm:linClrLst>
    <dgm:effectClrLst/>
    <dgm:txLinClrLst/>
    <dgm:txFillClrLst/>
    <dgm:txEffectClrLst/>
  </dgm:styleLbl>
  <dgm:styleLbl name="bgSibTrans2D1">
    <dgm:fillClrLst meth="repeat">
      <a:schemeClr val="accent1">
        <a:tint val="60000"/>
      </a:schemeClr>
    </dgm:fillClrLst>
    <dgm:linClrLst meth="repeat">
      <a:schemeClr val="accent1">
        <a:tint val="60000"/>
      </a:schemeClr>
    </dgm:linClrLst>
    <dgm:effectClrLst/>
    <dgm:txLinClrLst/>
    <dgm:txFillClrLst/>
    <dgm:txEffectClrLst/>
  </dgm:styleLbl>
  <dgm:styleLbl name="sibTrans1D1">
    <dgm:fillClrLst meth="repeat">
      <a:schemeClr val="accent1"/>
    </dgm:fillClrLst>
    <dgm:linClrLst meth="repeat">
      <a:schemeClr val="accent1"/>
    </dgm:linClrLst>
    <dgm:effectClrLst/>
    <dgm:txLinClrLst/>
    <dgm:txFillClrLst meth="repeat">
      <a:schemeClr val="tx1"/>
    </dgm:txFillClrLst>
    <dgm:txEffectClrLst/>
  </dgm:styleLbl>
  <dgm:styleLbl name="callout">
    <dgm:fillClrLst meth="repeat">
      <a:schemeClr val="accent1"/>
    </dgm:fillClrLst>
    <dgm:linClrLst meth="repeat">
      <a:schemeClr val="accent1">
        <a:tint val="50000"/>
      </a:schemeClr>
    </dgm:linClrLst>
    <dgm:effectClrLst/>
    <dgm:txLinClrLst/>
    <dgm:txFillClrLst meth="repeat">
      <a:schemeClr val="tx1"/>
    </dgm:txFillClrLst>
    <dgm:txEffectClrLst/>
  </dgm:styleLbl>
  <dgm:styleLbl name="asst0">
    <dgm:fillClrLst meth="repeat">
      <a:schemeClr val="accent1"/>
    </dgm:fillClrLst>
    <dgm:linClrLst meth="repeat">
      <a:schemeClr val="lt1"/>
    </dgm:linClrLst>
    <dgm:effectClrLst/>
    <dgm:txLinClrLst/>
    <dgm:txFillClrLst/>
    <dgm:txEffectClrLst/>
  </dgm:styleLbl>
  <dgm:styleLbl name="asst1">
    <dgm:fillClrLst meth="repeat">
      <a:schemeClr val="accent1"/>
    </dgm:fillClrLst>
    <dgm:linClrLst meth="repeat">
      <a:schemeClr val="lt1"/>
    </dgm:linClrLst>
    <dgm:effectClrLst/>
    <dgm:txLinClrLst/>
    <dgm:txFillClrLst/>
    <dgm:txEffectClrLst/>
  </dgm:styleLbl>
  <dgm:styleLbl name="asst2">
    <dgm:fillClrLst meth="repeat">
      <a:schemeClr val="accent1"/>
    </dgm:fillClrLst>
    <dgm:linClrLst meth="repeat">
      <a:schemeClr val="lt1"/>
    </dgm:linClrLst>
    <dgm:effectClrLst/>
    <dgm:txLinClrLst/>
    <dgm:txFillClrLst/>
    <dgm:txEffectClrLst/>
  </dgm:styleLbl>
  <dgm:styleLbl name="asst3">
    <dgm:fillClrLst meth="repeat">
      <a:schemeClr val="accent1"/>
    </dgm:fillClrLst>
    <dgm:linClrLst meth="repeat">
      <a:schemeClr val="lt1"/>
    </dgm:linClrLst>
    <dgm:effectClrLst/>
    <dgm:txLinClrLst/>
    <dgm:txFillClrLst/>
    <dgm:txEffectClrLst/>
  </dgm:styleLbl>
  <dgm:styleLbl name="asst4">
    <dgm:fillClrLst meth="repeat">
      <a:schemeClr val="accent1"/>
    </dgm:fillClrLst>
    <dgm:linClrLst meth="repeat">
      <a:schemeClr val="lt1"/>
    </dgm:linClrLst>
    <dgm:effectClrLst/>
    <dgm:txLinClrLst/>
    <dgm:txFillClrLst/>
    <dgm:txEffectClrLst/>
  </dgm:styleLbl>
  <dgm:styleLbl name="parChTrans2D1">
    <dgm:fillClrLst meth="repeat">
      <a:schemeClr val="accent1">
        <a:tint val="60000"/>
      </a:schemeClr>
    </dgm:fillClrLst>
    <dgm:linClrLst meth="repeat">
      <a:schemeClr val="accent1">
        <a:tint val="60000"/>
      </a:schemeClr>
    </dgm:linClrLst>
    <dgm:effectClrLst/>
    <dgm:txLinClrLst/>
    <dgm:txFillClrLst meth="repeat">
      <a:schemeClr val="lt1"/>
    </dgm:txFillClrLst>
    <dgm:txEffectClrLst/>
  </dgm:styleLbl>
  <dgm:styleLbl name="parChTrans2D2">
    <dgm:fillClrLst meth="repeat">
      <a:schemeClr val="accent1"/>
    </dgm:fillClrLst>
    <dgm:linClrLst meth="repeat">
      <a:schemeClr val="accent1"/>
    </dgm:linClrLst>
    <dgm:effectClrLst/>
    <dgm:txLinClrLst/>
    <dgm:txFillClrLst meth="repeat">
      <a:schemeClr val="lt1"/>
    </dgm:txFillClrLst>
    <dgm:txEffectClrLst/>
  </dgm:styleLbl>
  <dgm:styleLbl name="parChTrans2D3">
    <dgm:fillClrLst meth="repeat">
      <a:schemeClr val="accent1"/>
    </dgm:fillClrLst>
    <dgm:linClrLst meth="repeat">
      <a:schemeClr val="accent1"/>
    </dgm:linClrLst>
    <dgm:effectClrLst/>
    <dgm:txLinClrLst/>
    <dgm:txFillClrLst meth="repeat">
      <a:schemeClr val="lt1"/>
    </dgm:txFillClrLst>
    <dgm:txEffectClrLst/>
  </dgm:styleLbl>
  <dgm:styleLbl name="parChTrans2D4">
    <dgm:fillClrLst meth="repeat">
      <a:schemeClr val="accent1"/>
    </dgm:fillClrLst>
    <dgm:linClrLst meth="repeat">
      <a:schemeClr val="accent1"/>
    </dgm:linClrLst>
    <dgm:effectClrLst/>
    <dgm:txLinClrLst/>
    <dgm:txFillClrLst meth="repeat">
      <a:schemeClr val="lt1"/>
    </dgm:txFillClrLst>
    <dgm:txEffectClrLst/>
  </dgm:styleLbl>
  <dgm:styleLbl name="parChTrans1D1">
    <dgm:fillClrLst meth="repeat">
      <a:schemeClr val="accent1"/>
    </dgm:fillClrLst>
    <dgm:linClrLst meth="repeat">
      <a:schemeClr val="accent1">
        <a:shade val="60000"/>
      </a:schemeClr>
    </dgm:linClrLst>
    <dgm:effectClrLst/>
    <dgm:txLinClrLst/>
    <dgm:txFillClrLst meth="repeat">
      <a:schemeClr val="tx1"/>
    </dgm:txFillClrLst>
    <dgm:txEffectClrLst/>
  </dgm:styleLbl>
  <dgm:styleLbl name="parChTrans1D2">
    <dgm:fillClrLst meth="repeat">
      <a:schemeClr val="accent1"/>
    </dgm:fillClrLst>
    <dgm:linClrLst meth="repeat">
      <a:schemeClr val="accent1">
        <a:shade val="60000"/>
      </a:schemeClr>
    </dgm:linClrLst>
    <dgm:effectClrLst/>
    <dgm:txLinClrLst/>
    <dgm:txFillClrLst meth="repeat">
      <a:schemeClr val="tx1"/>
    </dgm:txFillClrLst>
    <dgm:txEffectClrLst/>
  </dgm:styleLbl>
  <dgm:styleLbl name="parChTrans1D3">
    <dgm:fillClrLst meth="repeat">
      <a:schemeClr val="accent1"/>
    </dgm:fillClrLst>
    <dgm:linClrLst meth="repeat">
      <a:schemeClr val="accent1">
        <a:shade val="80000"/>
      </a:schemeClr>
    </dgm:linClrLst>
    <dgm:effectClrLst/>
    <dgm:txLinClrLst/>
    <dgm:txFillClrLst meth="repeat">
      <a:schemeClr val="tx1"/>
    </dgm:txFillClrLst>
    <dgm:txEffectClrLst/>
  </dgm:styleLbl>
  <dgm:styleLbl name="parChTrans1D4">
    <dgm:fillClrLst meth="repeat">
      <a:schemeClr val="accent1"/>
    </dgm:fillClrLst>
    <dgm:linClrLst meth="repeat">
      <a:schemeClr val="accent1">
        <a:shade val="80000"/>
      </a:schemeClr>
    </dgm:linClrLst>
    <dgm:effectClrLst/>
    <dgm:txLinClrLst/>
    <dgm:txFillClrLst meth="repeat">
      <a:schemeClr val="tx1"/>
    </dgm:txFillClrLst>
    <dgm:txEffectClrLst/>
  </dgm:styleLbl>
  <dgm:styleLbl name="fgAcc1">
    <dgm:fillClrLst meth="repeat">
      <a:schemeClr val="lt1">
        <a:alpha val="90000"/>
      </a:schemeClr>
    </dgm:fillClrLst>
    <dgm:linClrLst meth="repeat">
      <a:schemeClr val="accent1"/>
    </dgm:linClrLst>
    <dgm:effectClrLst/>
    <dgm:txLinClrLst/>
    <dgm:txFillClrLst meth="repeat">
      <a:schemeClr val="dk1"/>
    </dgm:txFillClrLst>
    <dgm:txEffectClrLst/>
  </dgm:styleLbl>
  <dgm:styleLbl name="conFgAcc1">
    <dgm:fillClrLst meth="repeat">
      <a:schemeClr val="lt1">
        <a:alpha val="90000"/>
      </a:schemeClr>
    </dgm:fillClrLst>
    <dgm:linClrLst meth="repeat">
      <a:schemeClr val="accent1"/>
    </dgm:linClrLst>
    <dgm:effectClrLst/>
    <dgm:txLinClrLst/>
    <dgm:txFillClrLst meth="repeat">
      <a:schemeClr val="dk1"/>
    </dgm:txFillClrLst>
    <dgm:txEffectClrLst/>
  </dgm:styleLbl>
  <dgm:styleLbl name="alignAcc1">
    <dgm:fillClrLst meth="repeat">
      <a:schemeClr val="lt1">
        <a:alpha val="90000"/>
      </a:schemeClr>
    </dgm:fillClrLst>
    <dgm:linClrLst meth="repeat">
      <a:schemeClr val="accent1"/>
    </dgm:linClrLst>
    <dgm:effectClrLst/>
    <dgm:txLinClrLst/>
    <dgm:txFillClrLst meth="repeat">
      <a:schemeClr val="dk1"/>
    </dgm:txFillClrLst>
    <dgm:txEffectClrLst/>
  </dgm:styleLbl>
  <dgm:styleLbl name="trAlignAcc1">
    <dgm:fillClrLst meth="repeat">
      <a:schemeClr val="lt1">
        <a:alpha val="40000"/>
      </a:schemeClr>
    </dgm:fillClrLst>
    <dgm:linClrLst meth="repeat">
      <a:schemeClr val="accent1"/>
    </dgm:linClrLst>
    <dgm:effectClrLst/>
    <dgm:txLinClrLst/>
    <dgm:txFillClrLst meth="repeat">
      <a:schemeClr val="dk1"/>
    </dgm:txFillClrLst>
    <dgm:txEffectClrLst/>
  </dgm:styleLbl>
  <dgm:styleLbl name="bgAcc1">
    <dgm:fillClrLst meth="repeat">
      <a:schemeClr val="lt1">
        <a:alpha val="90000"/>
      </a:schemeClr>
    </dgm:fillClrLst>
    <dgm:linClrLst meth="repeat">
      <a:schemeClr val="accent1"/>
    </dgm:linClrLst>
    <dgm:effectClrLst/>
    <dgm:txLinClrLst/>
    <dgm:txFillClrLst meth="repeat">
      <a:schemeClr val="dk1"/>
    </dgm:txFillClrLst>
    <dgm:txEffectClrLst/>
  </dgm:styleLbl>
  <dgm:styleLbl name="solidFgAcc1">
    <dgm:fillClrLst meth="repeat">
      <a:schemeClr val="lt1"/>
    </dgm:fillClrLst>
    <dgm:linClrLst meth="repeat">
      <a:schemeClr val="accent1"/>
    </dgm:linClrLst>
    <dgm:effectClrLst/>
    <dgm:txLinClrLst/>
    <dgm:txFillClrLst meth="repeat">
      <a:schemeClr val="dk1"/>
    </dgm:txFillClrLst>
    <dgm:txEffectClrLst/>
  </dgm:styleLbl>
  <dgm:styleLbl name="solidAlignAcc1">
    <dgm:fillClrLst meth="repeat">
      <a:schemeClr val="lt1"/>
    </dgm:fillClrLst>
    <dgm:linClrLst meth="repeat">
      <a:schemeClr val="accent1"/>
    </dgm:linClrLst>
    <dgm:effectClrLst/>
    <dgm:txLinClrLst/>
    <dgm:txFillClrLst meth="repeat">
      <a:schemeClr val="dk1"/>
    </dgm:txFillClrLst>
    <dgm:txEffectClrLst/>
  </dgm:styleLbl>
  <dgm:styleLbl name="solidBgAcc1">
    <dgm:fillClrLst meth="repeat">
      <a:schemeClr val="lt1"/>
    </dgm:fillClrLst>
    <dgm:linClrLst meth="repeat">
      <a:schemeClr val="accent1"/>
    </dgm:linClrLst>
    <dgm:effectClrLst/>
    <dgm:txLinClrLst/>
    <dgm:txFillClrLst meth="repeat">
      <a:schemeClr val="dk1"/>
    </dgm:txFillClrLst>
    <dgm:txEffectClrLst/>
  </dgm:styleLbl>
  <dgm:styleLbl name="fgAccFollowNode1">
    <dgm:fillClrLst meth="repeat">
      <a:schemeClr val="accent1">
        <a:alpha val="90000"/>
        <a:tint val="40000"/>
      </a:schemeClr>
    </dgm:fillClrLst>
    <dgm:linClrLst meth="repeat">
      <a:schemeClr val="accent1">
        <a:alpha val="90000"/>
        <a:tint val="40000"/>
      </a:schemeClr>
    </dgm:linClrLst>
    <dgm:effectClrLst/>
    <dgm:txLinClrLst/>
    <dgm:txFillClrLst meth="repeat">
      <a:schemeClr val="dk1"/>
    </dgm:txFillClrLst>
    <dgm:txEffectClrLst/>
  </dgm:styleLbl>
  <dgm:styleLbl name="alignAccFollowNode1">
    <dgm:fillClrLst meth="repeat">
      <a:schemeClr val="accent1">
        <a:alpha val="90000"/>
        <a:tint val="40000"/>
      </a:schemeClr>
    </dgm:fillClrLst>
    <dgm:linClrLst meth="repeat">
      <a:schemeClr val="accent1">
        <a:alpha val="90000"/>
        <a:tint val="40000"/>
      </a:schemeClr>
    </dgm:linClrLst>
    <dgm:effectClrLst/>
    <dgm:txLinClrLst/>
    <dgm:txFillClrLst meth="repeat">
      <a:schemeClr val="dk1"/>
    </dgm:txFillClrLst>
    <dgm:txEffectClrLst/>
  </dgm:styleLbl>
  <dgm:styleLbl name="bgAccFollowNode1">
    <dgm:fillClrLst meth="repeat">
      <a:schemeClr val="accent1">
        <a:alpha val="90000"/>
        <a:tint val="40000"/>
      </a:schemeClr>
    </dgm:fillClrLst>
    <dgm:linClrLst meth="repeat">
      <a:schemeClr val="accent1">
        <a:alpha val="90000"/>
        <a:tint val="40000"/>
      </a:schemeClr>
    </dgm:linClrLst>
    <dgm:effectClrLst/>
    <dgm:txLinClrLst/>
    <dgm:txFillClrLst meth="repeat">
      <a:schemeClr val="dk1"/>
    </dgm:txFillClrLst>
    <dgm:txEffectClrLst/>
  </dgm:styleLbl>
  <dgm:styleLbl name="fgAcc0">
    <dgm:fillClrLst meth="repeat">
      <a:schemeClr val="lt1">
        <a:alpha val="90000"/>
      </a:schemeClr>
    </dgm:fillClrLst>
    <dgm:linClrLst meth="repeat">
      <a:schemeClr val="accent1"/>
    </dgm:linClrLst>
    <dgm:effectClrLst/>
    <dgm:txLinClrLst/>
    <dgm:txFillClrLst meth="repeat">
      <a:schemeClr val="dk1"/>
    </dgm:txFillClrLst>
    <dgm:txEffectClrLst/>
  </dgm:styleLbl>
  <dgm:styleLbl name="fgAcc2">
    <dgm:fillClrLst meth="repeat">
      <a:schemeClr val="lt1">
        <a:alpha val="90000"/>
      </a:schemeClr>
    </dgm:fillClrLst>
    <dgm:linClrLst meth="repeat">
      <a:schemeClr val="accent1"/>
    </dgm:linClrLst>
    <dgm:effectClrLst/>
    <dgm:txLinClrLst/>
    <dgm:txFillClrLst meth="repeat">
      <a:schemeClr val="dk1"/>
    </dgm:txFillClrLst>
    <dgm:txEffectClrLst/>
  </dgm:styleLbl>
  <dgm:styleLbl name="fgAcc3">
    <dgm:fillClrLst meth="repeat">
      <a:schemeClr val="lt1">
        <a:alpha val="90000"/>
      </a:schemeClr>
    </dgm:fillClrLst>
    <dgm:linClrLst meth="repeat">
      <a:schemeClr val="accent1"/>
    </dgm:linClrLst>
    <dgm:effectClrLst/>
    <dgm:txLinClrLst/>
    <dgm:txFillClrLst meth="repeat">
      <a:schemeClr val="dk1"/>
    </dgm:txFillClrLst>
    <dgm:txEffectClrLst/>
  </dgm:styleLbl>
  <dgm:styleLbl name="fgAcc4">
    <dgm:fillClrLst meth="repeat">
      <a:schemeClr val="lt1">
        <a:alpha val="90000"/>
      </a:schemeClr>
    </dgm:fillClrLst>
    <dgm:linClrLst meth="repeat">
      <a:schemeClr val="accent1"/>
    </dgm:linClrLst>
    <dgm:effectClrLst/>
    <dgm:txLinClrLst/>
    <dgm:txFillClrLst meth="repeat">
      <a:schemeClr val="dk1"/>
    </dgm:txFillClrLst>
    <dgm:txEffectClrLst/>
  </dgm:styleLbl>
  <dgm:styleLbl name="bgShp">
    <dgm:fillClrLst meth="repeat">
      <a:schemeClr val="accent1">
        <a:tint val="40000"/>
      </a:schemeClr>
    </dgm:fillClrLst>
    <dgm:linClrLst meth="repeat">
      <a:schemeClr val="accent1"/>
    </dgm:linClrLst>
    <dgm:effectClrLst/>
    <dgm:txLinClrLst/>
    <dgm:txFillClrLst meth="repeat">
      <a:schemeClr val="dk1"/>
    </dgm:txFillClrLst>
    <dgm:txEffectClrLst/>
  </dgm:styleLbl>
  <dgm:styleLbl name="dkBgShp">
    <dgm:fillClrLst meth="repeat">
      <a:schemeClr val="accent1">
        <a:shade val="80000"/>
      </a:schemeClr>
    </dgm:fillClrLst>
    <dgm:linClrLst meth="repeat">
      <a:schemeClr val="accent1"/>
    </dgm:linClrLst>
    <dgm:effectClrLst/>
    <dgm:txLinClrLst/>
    <dgm:txFillClrLst meth="repeat">
      <a:schemeClr val="lt1"/>
    </dgm:txFillClrLst>
    <dgm:txEffectClrLst/>
  </dgm:styleLbl>
  <dgm:styleLbl name="trBgShp">
    <dgm:fillClrLst meth="repeat">
      <a:schemeClr val="accent1">
        <a:tint val="50000"/>
        <a:alpha val="40000"/>
      </a:schemeClr>
    </dgm:fillClrLst>
    <dgm:linClrLst meth="repeat">
      <a:schemeClr val="accent1"/>
    </dgm:linClrLst>
    <dgm:effectClrLst/>
    <dgm:txLinClrLst/>
    <dgm:txFillClrLst meth="repeat">
      <a:schemeClr val="lt1"/>
    </dgm:txFillClrLst>
    <dgm:txEffectClrLst/>
  </dgm:styleLbl>
  <dgm:styleLbl name="fgShp">
    <dgm:fillClrLst meth="repeat">
      <a:schemeClr val="accent1">
        <a:tint val="60000"/>
      </a:schemeClr>
    </dgm:fillClrLst>
    <dgm:linClrLst meth="repeat">
      <a:schemeClr val="lt1"/>
    </dgm:linClrLst>
    <dgm:effectClrLst/>
    <dgm:txLinClrLst/>
    <dgm:txFillClrLst meth="repeat">
      <a:schemeClr val="dk1"/>
    </dgm:txFillClrLst>
    <dgm:txEffectClrLst/>
  </dgm:styleLbl>
  <dgm:styleLbl name="revTx">
    <dgm:fillClrLst meth="repeat">
      <a:schemeClr val="lt1">
        <a:alpha val="0"/>
      </a:schemeClr>
    </dgm:fillClrLst>
    <dgm:linClrLst meth="repeat">
      <a:schemeClr val="dk1">
        <a:alpha val="0"/>
      </a:schemeClr>
    </dgm:linClrLst>
    <dgm:effectClrLst/>
    <dgm:txLinClrLst/>
    <dgm:txFillClrLst meth="repeat">
      <a:schemeClr val="tx1"/>
    </dgm:txFillClrLst>
    <dgm:txEffectClrLst/>
  </dgm:styleLbl>
</dgm:colorsDef>
</file>

<file path=ppt/diagrams/data1.xml><?xml version="1.0" encoding="utf-8"?>
<dgm:dataModel xmlns:dgm="http://schemas.openxmlformats.org/drawingml/2006/diagram" xmlns:a="http://schemas.openxmlformats.org/drawingml/2006/main">
  <dgm:ptLst>
    <dgm:pt modelId="{7C6ED9C6-ED9D-438C-8CFF-CEE0EC2160BD}" type="doc">
      <dgm:prSet loTypeId="urn:microsoft.com/office/officeart/2005/8/layout/list1" loCatId="list" qsTypeId="urn:microsoft.com/office/officeart/2005/8/quickstyle/simple1" qsCatId="simple" csTypeId="urn:microsoft.com/office/officeart/2005/8/colors/accent1_2" csCatId="accent1" phldr="1"/>
      <dgm:spPr/>
      <dgm:t>
        <a:bodyPr/>
        <a:lstStyle/>
        <a:p>
          <a:endParaRPr lang="en-US"/>
        </a:p>
      </dgm:t>
    </dgm:pt>
    <dgm:pt modelId="{B5F2D9F4-F6CD-4F5E-9157-39733AAF8438}">
      <dgm:prSet/>
      <dgm:spPr/>
      <dgm:t>
        <a:bodyPr/>
        <a:lstStyle/>
        <a:p>
          <a:r>
            <a:rPr lang="en-US" b="1"/>
            <a:t>Codebase Refactoring with GitHub Copilot</a:t>
          </a:r>
          <a:endParaRPr lang="en-US"/>
        </a:p>
      </dgm:t>
    </dgm:pt>
    <dgm:pt modelId="{F6139DEC-150C-4203-988A-8F72E87359BF}" type="parTrans" cxnId="{2DFA763B-28A3-4496-8B03-1FA6783D4A61}">
      <dgm:prSet/>
      <dgm:spPr/>
      <dgm:t>
        <a:bodyPr/>
        <a:lstStyle/>
        <a:p>
          <a:endParaRPr lang="en-US"/>
        </a:p>
      </dgm:t>
    </dgm:pt>
    <dgm:pt modelId="{CB3BB080-D0D5-45A6-9360-94C33A68EF53}" type="sibTrans" cxnId="{2DFA763B-28A3-4496-8B03-1FA6783D4A61}">
      <dgm:prSet/>
      <dgm:spPr/>
      <dgm:t>
        <a:bodyPr/>
        <a:lstStyle/>
        <a:p>
          <a:endParaRPr lang="en-US"/>
        </a:p>
      </dgm:t>
    </dgm:pt>
    <dgm:pt modelId="{34A66802-0D4E-4E98-8329-ACAE1FE0747A}">
      <dgm:prSet/>
      <dgm:spPr/>
      <dgm:t>
        <a:bodyPr/>
        <a:lstStyle/>
        <a:p>
          <a:r>
            <a:rPr lang="en-US" dirty="0"/>
            <a:t>Applying the Repository Pattern </a:t>
          </a:r>
        </a:p>
      </dgm:t>
    </dgm:pt>
    <dgm:pt modelId="{A030E145-0F6B-4884-8DFB-C06EFD22DD00}" type="parTrans" cxnId="{75E43CFC-4936-424A-B843-430DB7657037}">
      <dgm:prSet/>
      <dgm:spPr/>
      <dgm:t>
        <a:bodyPr/>
        <a:lstStyle/>
        <a:p>
          <a:endParaRPr lang="en-US"/>
        </a:p>
      </dgm:t>
    </dgm:pt>
    <dgm:pt modelId="{6BCAB63D-A0D1-477F-827B-CD6606A0D537}" type="sibTrans" cxnId="{75E43CFC-4936-424A-B843-430DB7657037}">
      <dgm:prSet/>
      <dgm:spPr/>
      <dgm:t>
        <a:bodyPr/>
        <a:lstStyle/>
        <a:p>
          <a:endParaRPr lang="en-US"/>
        </a:p>
      </dgm:t>
    </dgm:pt>
    <dgm:pt modelId="{E62AC61C-5DE4-4ED0-8E8B-64EC1B047EB7}">
      <dgm:prSet/>
      <dgm:spPr/>
      <dgm:t>
        <a:bodyPr/>
        <a:lstStyle/>
        <a:p>
          <a:r>
            <a:rPr lang="en-US" b="1" dirty="0"/>
            <a:t>Expanding Test Coverage with Copilot</a:t>
          </a:r>
          <a:endParaRPr lang="en-US" dirty="0"/>
        </a:p>
      </dgm:t>
    </dgm:pt>
    <dgm:pt modelId="{707D4A0D-70C8-4F54-83D5-7B38412B1092}" type="parTrans" cxnId="{98AA7DB8-09E1-4822-B928-BAE462692BE5}">
      <dgm:prSet/>
      <dgm:spPr/>
      <dgm:t>
        <a:bodyPr/>
        <a:lstStyle/>
        <a:p>
          <a:endParaRPr lang="en-US"/>
        </a:p>
      </dgm:t>
    </dgm:pt>
    <dgm:pt modelId="{8B4B50C4-D9BD-47B4-B851-EA4EA202E427}" type="sibTrans" cxnId="{98AA7DB8-09E1-4822-B928-BAE462692BE5}">
      <dgm:prSet/>
      <dgm:spPr/>
      <dgm:t>
        <a:bodyPr/>
        <a:lstStyle/>
        <a:p>
          <a:endParaRPr lang="en-US"/>
        </a:p>
      </dgm:t>
    </dgm:pt>
    <dgm:pt modelId="{FFC1CE41-156B-4F32-AE2F-5FE5A232EC13}">
      <dgm:prSet/>
      <dgm:spPr/>
      <dgm:t>
        <a:bodyPr/>
        <a:lstStyle/>
        <a:p>
          <a:r>
            <a:rPr lang="en-US"/>
            <a:t>Generating integration test suites</a:t>
          </a:r>
        </a:p>
      </dgm:t>
    </dgm:pt>
    <dgm:pt modelId="{E1DF4E77-086A-42F0-92B1-8543B95164F8}" type="parTrans" cxnId="{3D9D50C0-D037-4E8B-ACF4-8A649E1F037D}">
      <dgm:prSet/>
      <dgm:spPr/>
      <dgm:t>
        <a:bodyPr/>
        <a:lstStyle/>
        <a:p>
          <a:endParaRPr lang="en-US"/>
        </a:p>
      </dgm:t>
    </dgm:pt>
    <dgm:pt modelId="{012AA91A-1314-42E7-AAD1-1BAAE33314B5}" type="sibTrans" cxnId="{3D9D50C0-D037-4E8B-ACF4-8A649E1F037D}">
      <dgm:prSet/>
      <dgm:spPr/>
      <dgm:t>
        <a:bodyPr/>
        <a:lstStyle/>
        <a:p>
          <a:endParaRPr lang="en-US"/>
        </a:p>
      </dgm:t>
    </dgm:pt>
    <dgm:pt modelId="{9EF486C7-DD9B-4327-A90F-8602E0E89DC3}">
      <dgm:prSet/>
      <dgm:spPr/>
      <dgm:t>
        <a:bodyPr/>
        <a:lstStyle/>
        <a:p>
          <a:r>
            <a:rPr lang="en-US" b="1"/>
            <a:t>Mock Generation for Isolated Testing</a:t>
          </a:r>
          <a:endParaRPr lang="en-US"/>
        </a:p>
      </dgm:t>
    </dgm:pt>
    <dgm:pt modelId="{1D3C096D-5821-46E9-B1F9-706A5440D103}" type="parTrans" cxnId="{46485BE0-FB1D-4F03-A1F3-6818D06BFC2B}">
      <dgm:prSet/>
      <dgm:spPr/>
      <dgm:t>
        <a:bodyPr/>
        <a:lstStyle/>
        <a:p>
          <a:endParaRPr lang="en-US"/>
        </a:p>
      </dgm:t>
    </dgm:pt>
    <dgm:pt modelId="{0592FAEE-A1B1-438E-AAB3-438F0E8F1CE5}" type="sibTrans" cxnId="{46485BE0-FB1D-4F03-A1F3-6818D06BFC2B}">
      <dgm:prSet/>
      <dgm:spPr/>
      <dgm:t>
        <a:bodyPr/>
        <a:lstStyle/>
        <a:p>
          <a:endParaRPr lang="en-US"/>
        </a:p>
      </dgm:t>
    </dgm:pt>
    <dgm:pt modelId="{1F546F61-D489-4F6D-8A90-373B3741021B}">
      <dgm:prSet/>
      <dgm:spPr/>
      <dgm:t>
        <a:bodyPr/>
        <a:lstStyle/>
        <a:p>
          <a:r>
            <a:rPr lang="en-US"/>
            <a:t>Creating mocks for external dependencies</a:t>
          </a:r>
        </a:p>
      </dgm:t>
    </dgm:pt>
    <dgm:pt modelId="{9B14774B-F4A7-4D8C-82EF-F26622947130}" type="parTrans" cxnId="{51FF81F4-591C-4207-B77C-CAE17F4807BF}">
      <dgm:prSet/>
      <dgm:spPr/>
      <dgm:t>
        <a:bodyPr/>
        <a:lstStyle/>
        <a:p>
          <a:endParaRPr lang="en-US"/>
        </a:p>
      </dgm:t>
    </dgm:pt>
    <dgm:pt modelId="{8F575182-7F19-4B38-B57C-521A92387061}" type="sibTrans" cxnId="{51FF81F4-591C-4207-B77C-CAE17F4807BF}">
      <dgm:prSet/>
      <dgm:spPr/>
      <dgm:t>
        <a:bodyPr/>
        <a:lstStyle/>
        <a:p>
          <a:endParaRPr lang="en-US"/>
        </a:p>
      </dgm:t>
    </dgm:pt>
    <dgm:pt modelId="{B25E6CB5-4ACB-4DC7-A394-9C1C9DC4D605}">
      <dgm:prSet/>
      <dgm:spPr/>
      <dgm:t>
        <a:bodyPr/>
        <a:lstStyle/>
        <a:p>
          <a:r>
            <a:rPr lang="en-US" b="1" dirty="0"/>
            <a:t>Test Data Management with Factories</a:t>
          </a:r>
          <a:endParaRPr lang="en-US" dirty="0"/>
        </a:p>
      </dgm:t>
    </dgm:pt>
    <dgm:pt modelId="{2AD49BA8-DCAE-4765-99D6-97DA39AF3BC6}" type="parTrans" cxnId="{3DAC1336-9301-457F-A40A-4A5D1F9C73DD}">
      <dgm:prSet/>
      <dgm:spPr/>
      <dgm:t>
        <a:bodyPr/>
        <a:lstStyle/>
        <a:p>
          <a:endParaRPr lang="en-US"/>
        </a:p>
      </dgm:t>
    </dgm:pt>
    <dgm:pt modelId="{586A20D0-B27A-42A0-A209-46C9378B3E4C}" type="sibTrans" cxnId="{3DAC1336-9301-457F-A40A-4A5D1F9C73DD}">
      <dgm:prSet/>
      <dgm:spPr/>
      <dgm:t>
        <a:bodyPr/>
        <a:lstStyle/>
        <a:p>
          <a:endParaRPr lang="en-US"/>
        </a:p>
      </dgm:t>
    </dgm:pt>
    <dgm:pt modelId="{04DD4B5E-3BDD-4497-9BA2-CBDCD4607EF0}">
      <dgm:prSet/>
      <dgm:spPr/>
      <dgm:t>
        <a:bodyPr/>
        <a:lstStyle/>
        <a:p>
          <a:r>
            <a:rPr lang="en-US" dirty="0"/>
            <a:t>Generating reusable test data factories</a:t>
          </a:r>
        </a:p>
      </dgm:t>
    </dgm:pt>
    <dgm:pt modelId="{AFA7BEA2-58AE-446C-954B-35A4363A5B15}" type="parTrans" cxnId="{3127822C-B1B3-440B-9A14-9749130741BE}">
      <dgm:prSet/>
      <dgm:spPr/>
      <dgm:t>
        <a:bodyPr/>
        <a:lstStyle/>
        <a:p>
          <a:endParaRPr lang="en-US"/>
        </a:p>
      </dgm:t>
    </dgm:pt>
    <dgm:pt modelId="{2288C925-15D7-4DB2-9AE4-A8566E47BDCD}" type="sibTrans" cxnId="{3127822C-B1B3-440B-9A14-9749130741BE}">
      <dgm:prSet/>
      <dgm:spPr/>
      <dgm:t>
        <a:bodyPr/>
        <a:lstStyle/>
        <a:p>
          <a:endParaRPr lang="en-US"/>
        </a:p>
      </dgm:t>
    </dgm:pt>
    <dgm:pt modelId="{DB45C06E-82FD-4E5D-B528-D893927397DA}" type="pres">
      <dgm:prSet presAssocID="{7C6ED9C6-ED9D-438C-8CFF-CEE0EC2160BD}" presName="linear" presStyleCnt="0">
        <dgm:presLayoutVars>
          <dgm:dir/>
          <dgm:animLvl val="lvl"/>
          <dgm:resizeHandles val="exact"/>
        </dgm:presLayoutVars>
      </dgm:prSet>
      <dgm:spPr/>
    </dgm:pt>
    <dgm:pt modelId="{5E125FB6-33DF-4ED9-A35C-9040710FF1AE}" type="pres">
      <dgm:prSet presAssocID="{B5F2D9F4-F6CD-4F5E-9157-39733AAF8438}" presName="parentLin" presStyleCnt="0"/>
      <dgm:spPr/>
    </dgm:pt>
    <dgm:pt modelId="{3CC66823-2F7E-498F-9F2C-29E8A0B76D78}" type="pres">
      <dgm:prSet presAssocID="{B5F2D9F4-F6CD-4F5E-9157-39733AAF8438}" presName="parentLeftMargin" presStyleLbl="node1" presStyleIdx="0" presStyleCnt="4"/>
      <dgm:spPr/>
    </dgm:pt>
    <dgm:pt modelId="{20499983-B11A-433A-8D7D-CC886C4FA1D3}" type="pres">
      <dgm:prSet presAssocID="{B5F2D9F4-F6CD-4F5E-9157-39733AAF8438}" presName="parentText" presStyleLbl="node1" presStyleIdx="0" presStyleCnt="4">
        <dgm:presLayoutVars>
          <dgm:chMax val="0"/>
          <dgm:bulletEnabled val="1"/>
        </dgm:presLayoutVars>
      </dgm:prSet>
      <dgm:spPr/>
    </dgm:pt>
    <dgm:pt modelId="{77025ABB-53C7-40C3-BF62-5F8BD7AB3B50}" type="pres">
      <dgm:prSet presAssocID="{B5F2D9F4-F6CD-4F5E-9157-39733AAF8438}" presName="negativeSpace" presStyleCnt="0"/>
      <dgm:spPr/>
    </dgm:pt>
    <dgm:pt modelId="{42E0B7F2-2C85-4B7D-A14F-9275F9D77CB3}" type="pres">
      <dgm:prSet presAssocID="{B5F2D9F4-F6CD-4F5E-9157-39733AAF8438}" presName="childText" presStyleLbl="conFgAcc1" presStyleIdx="0" presStyleCnt="4">
        <dgm:presLayoutVars>
          <dgm:bulletEnabled val="1"/>
        </dgm:presLayoutVars>
      </dgm:prSet>
      <dgm:spPr/>
    </dgm:pt>
    <dgm:pt modelId="{540641ED-871B-4A7B-8571-1971FE520D2E}" type="pres">
      <dgm:prSet presAssocID="{CB3BB080-D0D5-45A6-9360-94C33A68EF53}" presName="spaceBetweenRectangles" presStyleCnt="0"/>
      <dgm:spPr/>
    </dgm:pt>
    <dgm:pt modelId="{500FE704-5E1A-4E93-A44C-7FC4417DA5FE}" type="pres">
      <dgm:prSet presAssocID="{9EF486C7-DD9B-4327-A90F-8602E0E89DC3}" presName="parentLin" presStyleCnt="0"/>
      <dgm:spPr/>
    </dgm:pt>
    <dgm:pt modelId="{20290F0B-1DCC-4BEE-983B-E33971049006}" type="pres">
      <dgm:prSet presAssocID="{9EF486C7-DD9B-4327-A90F-8602E0E89DC3}" presName="parentLeftMargin" presStyleLbl="node1" presStyleIdx="0" presStyleCnt="4"/>
      <dgm:spPr/>
    </dgm:pt>
    <dgm:pt modelId="{E0AE5A9D-56D7-46B6-B40C-1A260FFEAAB8}" type="pres">
      <dgm:prSet presAssocID="{9EF486C7-DD9B-4327-A90F-8602E0E89DC3}" presName="parentText" presStyleLbl="node1" presStyleIdx="1" presStyleCnt="4">
        <dgm:presLayoutVars>
          <dgm:chMax val="0"/>
          <dgm:bulletEnabled val="1"/>
        </dgm:presLayoutVars>
      </dgm:prSet>
      <dgm:spPr/>
    </dgm:pt>
    <dgm:pt modelId="{6E6D4D47-BBC2-4819-B27A-E368696CD0FA}" type="pres">
      <dgm:prSet presAssocID="{9EF486C7-DD9B-4327-A90F-8602E0E89DC3}" presName="negativeSpace" presStyleCnt="0"/>
      <dgm:spPr/>
    </dgm:pt>
    <dgm:pt modelId="{B4D039A4-829B-4E05-BADE-A110732AE240}" type="pres">
      <dgm:prSet presAssocID="{9EF486C7-DD9B-4327-A90F-8602E0E89DC3}" presName="childText" presStyleLbl="conFgAcc1" presStyleIdx="1" presStyleCnt="4">
        <dgm:presLayoutVars>
          <dgm:bulletEnabled val="1"/>
        </dgm:presLayoutVars>
      </dgm:prSet>
      <dgm:spPr/>
    </dgm:pt>
    <dgm:pt modelId="{AB74461F-6011-4BA5-BFB8-F8B0B4F76D07}" type="pres">
      <dgm:prSet presAssocID="{0592FAEE-A1B1-438E-AAB3-438F0E8F1CE5}" presName="spaceBetweenRectangles" presStyleCnt="0"/>
      <dgm:spPr/>
    </dgm:pt>
    <dgm:pt modelId="{1CBCD44E-B7E6-42BE-BE88-EFBDE4599B4E}" type="pres">
      <dgm:prSet presAssocID="{B25E6CB5-4ACB-4DC7-A394-9C1C9DC4D605}" presName="parentLin" presStyleCnt="0"/>
      <dgm:spPr/>
    </dgm:pt>
    <dgm:pt modelId="{9BA69BA7-D48E-4E54-B839-3868E71CC42B}" type="pres">
      <dgm:prSet presAssocID="{B25E6CB5-4ACB-4DC7-A394-9C1C9DC4D605}" presName="parentLeftMargin" presStyleLbl="node1" presStyleIdx="1" presStyleCnt="4"/>
      <dgm:spPr/>
    </dgm:pt>
    <dgm:pt modelId="{7622A6F9-2A36-4BCE-891F-C3CB760D30EA}" type="pres">
      <dgm:prSet presAssocID="{B25E6CB5-4ACB-4DC7-A394-9C1C9DC4D605}" presName="parentText" presStyleLbl="node1" presStyleIdx="2" presStyleCnt="4">
        <dgm:presLayoutVars>
          <dgm:chMax val="0"/>
          <dgm:bulletEnabled val="1"/>
        </dgm:presLayoutVars>
      </dgm:prSet>
      <dgm:spPr/>
    </dgm:pt>
    <dgm:pt modelId="{25A31397-7DAF-4013-A629-9F24352684A1}" type="pres">
      <dgm:prSet presAssocID="{B25E6CB5-4ACB-4DC7-A394-9C1C9DC4D605}" presName="negativeSpace" presStyleCnt="0"/>
      <dgm:spPr/>
    </dgm:pt>
    <dgm:pt modelId="{B9DBE8BA-5FFA-4800-8DA9-746409569340}" type="pres">
      <dgm:prSet presAssocID="{B25E6CB5-4ACB-4DC7-A394-9C1C9DC4D605}" presName="childText" presStyleLbl="conFgAcc1" presStyleIdx="2" presStyleCnt="4">
        <dgm:presLayoutVars>
          <dgm:bulletEnabled val="1"/>
        </dgm:presLayoutVars>
      </dgm:prSet>
      <dgm:spPr/>
    </dgm:pt>
    <dgm:pt modelId="{3DA91EF9-1A18-463C-B4EB-46064433066F}" type="pres">
      <dgm:prSet presAssocID="{586A20D0-B27A-42A0-A209-46C9378B3E4C}" presName="spaceBetweenRectangles" presStyleCnt="0"/>
      <dgm:spPr/>
    </dgm:pt>
    <dgm:pt modelId="{5AAB1615-20DA-48E7-AFB1-19943E3DC2A9}" type="pres">
      <dgm:prSet presAssocID="{E62AC61C-5DE4-4ED0-8E8B-64EC1B047EB7}" presName="parentLin" presStyleCnt="0"/>
      <dgm:spPr/>
    </dgm:pt>
    <dgm:pt modelId="{9DCEAAB0-6D23-4421-92D5-042F47D8C4C5}" type="pres">
      <dgm:prSet presAssocID="{E62AC61C-5DE4-4ED0-8E8B-64EC1B047EB7}" presName="parentLeftMargin" presStyleLbl="node1" presStyleIdx="2" presStyleCnt="4"/>
      <dgm:spPr/>
    </dgm:pt>
    <dgm:pt modelId="{8397A9AE-F50C-4BCC-888B-F79BF181981E}" type="pres">
      <dgm:prSet presAssocID="{E62AC61C-5DE4-4ED0-8E8B-64EC1B047EB7}" presName="parentText" presStyleLbl="node1" presStyleIdx="3" presStyleCnt="4">
        <dgm:presLayoutVars>
          <dgm:chMax val="0"/>
          <dgm:bulletEnabled val="1"/>
        </dgm:presLayoutVars>
      </dgm:prSet>
      <dgm:spPr/>
    </dgm:pt>
    <dgm:pt modelId="{4AA840D6-6418-49BE-8CDC-0DAC6449683B}" type="pres">
      <dgm:prSet presAssocID="{E62AC61C-5DE4-4ED0-8E8B-64EC1B047EB7}" presName="negativeSpace" presStyleCnt="0"/>
      <dgm:spPr/>
    </dgm:pt>
    <dgm:pt modelId="{C4E777D7-FA04-4266-BABA-10FE491DB90E}" type="pres">
      <dgm:prSet presAssocID="{E62AC61C-5DE4-4ED0-8E8B-64EC1B047EB7}" presName="childText" presStyleLbl="conFgAcc1" presStyleIdx="3" presStyleCnt="4">
        <dgm:presLayoutVars>
          <dgm:bulletEnabled val="1"/>
        </dgm:presLayoutVars>
      </dgm:prSet>
      <dgm:spPr/>
    </dgm:pt>
  </dgm:ptLst>
  <dgm:cxnLst>
    <dgm:cxn modelId="{C0CA4709-35E8-4D20-B614-ECD6A05C5A3E}" type="presOf" srcId="{34A66802-0D4E-4E98-8329-ACAE1FE0747A}" destId="{42E0B7F2-2C85-4B7D-A14F-9275F9D77CB3}" srcOrd="0" destOrd="0" presId="urn:microsoft.com/office/officeart/2005/8/layout/list1"/>
    <dgm:cxn modelId="{E9DD7124-C694-4294-AE68-D01E709C8898}" type="presOf" srcId="{7C6ED9C6-ED9D-438C-8CFF-CEE0EC2160BD}" destId="{DB45C06E-82FD-4E5D-B528-D893927397DA}" srcOrd="0" destOrd="0" presId="urn:microsoft.com/office/officeart/2005/8/layout/list1"/>
    <dgm:cxn modelId="{3127822C-B1B3-440B-9A14-9749130741BE}" srcId="{B25E6CB5-4ACB-4DC7-A394-9C1C9DC4D605}" destId="{04DD4B5E-3BDD-4497-9BA2-CBDCD4607EF0}" srcOrd="0" destOrd="0" parTransId="{AFA7BEA2-58AE-446C-954B-35A4363A5B15}" sibTransId="{2288C925-15D7-4DB2-9AE4-A8566E47BDCD}"/>
    <dgm:cxn modelId="{3DAC1336-9301-457F-A40A-4A5D1F9C73DD}" srcId="{7C6ED9C6-ED9D-438C-8CFF-CEE0EC2160BD}" destId="{B25E6CB5-4ACB-4DC7-A394-9C1C9DC4D605}" srcOrd="2" destOrd="0" parTransId="{2AD49BA8-DCAE-4765-99D6-97DA39AF3BC6}" sibTransId="{586A20D0-B27A-42A0-A209-46C9378B3E4C}"/>
    <dgm:cxn modelId="{C7A01139-5FC6-4705-B285-33FBC1D97B38}" type="presOf" srcId="{B5F2D9F4-F6CD-4F5E-9157-39733AAF8438}" destId="{3CC66823-2F7E-498F-9F2C-29E8A0B76D78}" srcOrd="0" destOrd="0" presId="urn:microsoft.com/office/officeart/2005/8/layout/list1"/>
    <dgm:cxn modelId="{2DFA763B-28A3-4496-8B03-1FA6783D4A61}" srcId="{7C6ED9C6-ED9D-438C-8CFF-CEE0EC2160BD}" destId="{B5F2D9F4-F6CD-4F5E-9157-39733AAF8438}" srcOrd="0" destOrd="0" parTransId="{F6139DEC-150C-4203-988A-8F72E87359BF}" sibTransId="{CB3BB080-D0D5-45A6-9360-94C33A68EF53}"/>
    <dgm:cxn modelId="{6E12023C-71FC-4AAA-9242-DC50E3F223AF}" type="presOf" srcId="{E62AC61C-5DE4-4ED0-8E8B-64EC1B047EB7}" destId="{8397A9AE-F50C-4BCC-888B-F79BF181981E}" srcOrd="1" destOrd="0" presId="urn:microsoft.com/office/officeart/2005/8/layout/list1"/>
    <dgm:cxn modelId="{0E229E43-D43D-4803-9876-7B478187FCC8}" type="presOf" srcId="{04DD4B5E-3BDD-4497-9BA2-CBDCD4607EF0}" destId="{B9DBE8BA-5FFA-4800-8DA9-746409569340}" srcOrd="0" destOrd="0" presId="urn:microsoft.com/office/officeart/2005/8/layout/list1"/>
    <dgm:cxn modelId="{3CB45048-3537-41F2-AC29-6884D078B0AC}" type="presOf" srcId="{9EF486C7-DD9B-4327-A90F-8602E0E89DC3}" destId="{20290F0B-1DCC-4BEE-983B-E33971049006}" srcOrd="0" destOrd="0" presId="urn:microsoft.com/office/officeart/2005/8/layout/list1"/>
    <dgm:cxn modelId="{5DF3986E-41C4-4448-86B9-66CA8407A8F3}" type="presOf" srcId="{E62AC61C-5DE4-4ED0-8E8B-64EC1B047EB7}" destId="{9DCEAAB0-6D23-4421-92D5-042F47D8C4C5}" srcOrd="0" destOrd="0" presId="urn:microsoft.com/office/officeart/2005/8/layout/list1"/>
    <dgm:cxn modelId="{F5163E9C-94B2-460D-9CA3-6D7BAF9E444E}" type="presOf" srcId="{1F546F61-D489-4F6D-8A90-373B3741021B}" destId="{B4D039A4-829B-4E05-BADE-A110732AE240}" srcOrd="0" destOrd="0" presId="urn:microsoft.com/office/officeart/2005/8/layout/list1"/>
    <dgm:cxn modelId="{F3C90EAE-F3A2-40E0-BDC5-99D4F02E5603}" type="presOf" srcId="{FFC1CE41-156B-4F32-AE2F-5FE5A232EC13}" destId="{C4E777D7-FA04-4266-BABA-10FE491DB90E}" srcOrd="0" destOrd="0" presId="urn:microsoft.com/office/officeart/2005/8/layout/list1"/>
    <dgm:cxn modelId="{98AA7DB8-09E1-4822-B928-BAE462692BE5}" srcId="{7C6ED9C6-ED9D-438C-8CFF-CEE0EC2160BD}" destId="{E62AC61C-5DE4-4ED0-8E8B-64EC1B047EB7}" srcOrd="3" destOrd="0" parTransId="{707D4A0D-70C8-4F54-83D5-7B38412B1092}" sibTransId="{8B4B50C4-D9BD-47B4-B851-EA4EA202E427}"/>
    <dgm:cxn modelId="{28BC82BA-439D-478B-BA43-334BA31317ED}" type="presOf" srcId="{B5F2D9F4-F6CD-4F5E-9157-39733AAF8438}" destId="{20499983-B11A-433A-8D7D-CC886C4FA1D3}" srcOrd="1" destOrd="0" presId="urn:microsoft.com/office/officeart/2005/8/layout/list1"/>
    <dgm:cxn modelId="{3D9D50C0-D037-4E8B-ACF4-8A649E1F037D}" srcId="{E62AC61C-5DE4-4ED0-8E8B-64EC1B047EB7}" destId="{FFC1CE41-156B-4F32-AE2F-5FE5A232EC13}" srcOrd="0" destOrd="0" parTransId="{E1DF4E77-086A-42F0-92B1-8543B95164F8}" sibTransId="{012AA91A-1314-42E7-AAD1-1BAAE33314B5}"/>
    <dgm:cxn modelId="{46485BE0-FB1D-4F03-A1F3-6818D06BFC2B}" srcId="{7C6ED9C6-ED9D-438C-8CFF-CEE0EC2160BD}" destId="{9EF486C7-DD9B-4327-A90F-8602E0E89DC3}" srcOrd="1" destOrd="0" parTransId="{1D3C096D-5821-46E9-B1F9-706A5440D103}" sibTransId="{0592FAEE-A1B1-438E-AAB3-438F0E8F1CE5}"/>
    <dgm:cxn modelId="{CA2792EE-6EE3-42D9-9AB7-207E3EDD4FF1}" type="presOf" srcId="{B25E6CB5-4ACB-4DC7-A394-9C1C9DC4D605}" destId="{7622A6F9-2A36-4BCE-891F-C3CB760D30EA}" srcOrd="1" destOrd="0" presId="urn:microsoft.com/office/officeart/2005/8/layout/list1"/>
    <dgm:cxn modelId="{04FD17F0-2A9C-4E06-A4D7-23FF1E17560E}" type="presOf" srcId="{B25E6CB5-4ACB-4DC7-A394-9C1C9DC4D605}" destId="{9BA69BA7-D48E-4E54-B839-3868E71CC42B}" srcOrd="0" destOrd="0" presId="urn:microsoft.com/office/officeart/2005/8/layout/list1"/>
    <dgm:cxn modelId="{51FF81F4-591C-4207-B77C-CAE17F4807BF}" srcId="{9EF486C7-DD9B-4327-A90F-8602E0E89DC3}" destId="{1F546F61-D489-4F6D-8A90-373B3741021B}" srcOrd="0" destOrd="0" parTransId="{9B14774B-F4A7-4D8C-82EF-F26622947130}" sibTransId="{8F575182-7F19-4B38-B57C-521A92387061}"/>
    <dgm:cxn modelId="{20F8ABF7-FB44-4378-AAF5-B6859F84AFAE}" type="presOf" srcId="{9EF486C7-DD9B-4327-A90F-8602E0E89DC3}" destId="{E0AE5A9D-56D7-46B6-B40C-1A260FFEAAB8}" srcOrd="1" destOrd="0" presId="urn:microsoft.com/office/officeart/2005/8/layout/list1"/>
    <dgm:cxn modelId="{75E43CFC-4936-424A-B843-430DB7657037}" srcId="{B5F2D9F4-F6CD-4F5E-9157-39733AAF8438}" destId="{34A66802-0D4E-4E98-8329-ACAE1FE0747A}" srcOrd="0" destOrd="0" parTransId="{A030E145-0F6B-4884-8DFB-C06EFD22DD00}" sibTransId="{6BCAB63D-A0D1-477F-827B-CD6606A0D537}"/>
    <dgm:cxn modelId="{BB97442A-FDD2-4A62-91A9-9E4E2C2A202F}" type="presParOf" srcId="{DB45C06E-82FD-4E5D-B528-D893927397DA}" destId="{5E125FB6-33DF-4ED9-A35C-9040710FF1AE}" srcOrd="0" destOrd="0" presId="urn:microsoft.com/office/officeart/2005/8/layout/list1"/>
    <dgm:cxn modelId="{C5F563B0-3A4F-4423-88A0-20323E0E4D00}" type="presParOf" srcId="{5E125FB6-33DF-4ED9-A35C-9040710FF1AE}" destId="{3CC66823-2F7E-498F-9F2C-29E8A0B76D78}" srcOrd="0" destOrd="0" presId="urn:microsoft.com/office/officeart/2005/8/layout/list1"/>
    <dgm:cxn modelId="{22973104-B1D4-453F-9EF3-B4EC35181981}" type="presParOf" srcId="{5E125FB6-33DF-4ED9-A35C-9040710FF1AE}" destId="{20499983-B11A-433A-8D7D-CC886C4FA1D3}" srcOrd="1" destOrd="0" presId="urn:microsoft.com/office/officeart/2005/8/layout/list1"/>
    <dgm:cxn modelId="{D4A71A2B-6736-4F99-B167-337FE1465F1A}" type="presParOf" srcId="{DB45C06E-82FD-4E5D-B528-D893927397DA}" destId="{77025ABB-53C7-40C3-BF62-5F8BD7AB3B50}" srcOrd="1" destOrd="0" presId="urn:microsoft.com/office/officeart/2005/8/layout/list1"/>
    <dgm:cxn modelId="{D911F70B-02F2-4BE0-8758-F95E2A74FBA0}" type="presParOf" srcId="{DB45C06E-82FD-4E5D-B528-D893927397DA}" destId="{42E0B7F2-2C85-4B7D-A14F-9275F9D77CB3}" srcOrd="2" destOrd="0" presId="urn:microsoft.com/office/officeart/2005/8/layout/list1"/>
    <dgm:cxn modelId="{07F309B8-67AA-4B5B-BF17-1657EEE652E1}" type="presParOf" srcId="{DB45C06E-82FD-4E5D-B528-D893927397DA}" destId="{540641ED-871B-4A7B-8571-1971FE520D2E}" srcOrd="3" destOrd="0" presId="urn:microsoft.com/office/officeart/2005/8/layout/list1"/>
    <dgm:cxn modelId="{374EB732-C43F-4A87-BC7C-3F7154BE8814}" type="presParOf" srcId="{DB45C06E-82FD-4E5D-B528-D893927397DA}" destId="{500FE704-5E1A-4E93-A44C-7FC4417DA5FE}" srcOrd="4" destOrd="0" presId="urn:microsoft.com/office/officeart/2005/8/layout/list1"/>
    <dgm:cxn modelId="{FC96C752-9664-4814-A561-34F9EA985A6E}" type="presParOf" srcId="{500FE704-5E1A-4E93-A44C-7FC4417DA5FE}" destId="{20290F0B-1DCC-4BEE-983B-E33971049006}" srcOrd="0" destOrd="0" presId="urn:microsoft.com/office/officeart/2005/8/layout/list1"/>
    <dgm:cxn modelId="{C0D9F22B-2D2B-4822-97E3-44A776C9B482}" type="presParOf" srcId="{500FE704-5E1A-4E93-A44C-7FC4417DA5FE}" destId="{E0AE5A9D-56D7-46B6-B40C-1A260FFEAAB8}" srcOrd="1" destOrd="0" presId="urn:microsoft.com/office/officeart/2005/8/layout/list1"/>
    <dgm:cxn modelId="{7DAC4550-D427-44C6-94FA-ECC2CBC6F026}" type="presParOf" srcId="{DB45C06E-82FD-4E5D-B528-D893927397DA}" destId="{6E6D4D47-BBC2-4819-B27A-E368696CD0FA}" srcOrd="5" destOrd="0" presId="urn:microsoft.com/office/officeart/2005/8/layout/list1"/>
    <dgm:cxn modelId="{F8092E2F-1B35-481A-B4EC-A721F933EDEF}" type="presParOf" srcId="{DB45C06E-82FD-4E5D-B528-D893927397DA}" destId="{B4D039A4-829B-4E05-BADE-A110732AE240}" srcOrd="6" destOrd="0" presId="urn:microsoft.com/office/officeart/2005/8/layout/list1"/>
    <dgm:cxn modelId="{8B1A61B3-B527-4D02-87DE-1BF902E3AE1C}" type="presParOf" srcId="{DB45C06E-82FD-4E5D-B528-D893927397DA}" destId="{AB74461F-6011-4BA5-BFB8-F8B0B4F76D07}" srcOrd="7" destOrd="0" presId="urn:microsoft.com/office/officeart/2005/8/layout/list1"/>
    <dgm:cxn modelId="{EFC21514-A4FF-4DC9-8364-B8899D1980B0}" type="presParOf" srcId="{DB45C06E-82FD-4E5D-B528-D893927397DA}" destId="{1CBCD44E-B7E6-42BE-BE88-EFBDE4599B4E}" srcOrd="8" destOrd="0" presId="urn:microsoft.com/office/officeart/2005/8/layout/list1"/>
    <dgm:cxn modelId="{76C66324-889A-4711-8CC0-4E0164159EC5}" type="presParOf" srcId="{1CBCD44E-B7E6-42BE-BE88-EFBDE4599B4E}" destId="{9BA69BA7-D48E-4E54-B839-3868E71CC42B}" srcOrd="0" destOrd="0" presId="urn:microsoft.com/office/officeart/2005/8/layout/list1"/>
    <dgm:cxn modelId="{0ED182ED-8181-478F-AF4F-2E172B2101A5}" type="presParOf" srcId="{1CBCD44E-B7E6-42BE-BE88-EFBDE4599B4E}" destId="{7622A6F9-2A36-4BCE-891F-C3CB760D30EA}" srcOrd="1" destOrd="0" presId="urn:microsoft.com/office/officeart/2005/8/layout/list1"/>
    <dgm:cxn modelId="{B9FB2182-0EDC-4045-9A1C-C9302D52211B}" type="presParOf" srcId="{DB45C06E-82FD-4E5D-B528-D893927397DA}" destId="{25A31397-7DAF-4013-A629-9F24352684A1}" srcOrd="9" destOrd="0" presId="urn:microsoft.com/office/officeart/2005/8/layout/list1"/>
    <dgm:cxn modelId="{AF086C23-BC2E-42F4-B8CC-8E348517F014}" type="presParOf" srcId="{DB45C06E-82FD-4E5D-B528-D893927397DA}" destId="{B9DBE8BA-5FFA-4800-8DA9-746409569340}" srcOrd="10" destOrd="0" presId="urn:microsoft.com/office/officeart/2005/8/layout/list1"/>
    <dgm:cxn modelId="{F14B0C37-48EE-43B4-A49B-156DD681621C}" type="presParOf" srcId="{DB45C06E-82FD-4E5D-B528-D893927397DA}" destId="{3DA91EF9-1A18-463C-B4EB-46064433066F}" srcOrd="11" destOrd="0" presId="urn:microsoft.com/office/officeart/2005/8/layout/list1"/>
    <dgm:cxn modelId="{26C18C5D-1260-4752-AEF3-64F01B5F5349}" type="presParOf" srcId="{DB45C06E-82FD-4E5D-B528-D893927397DA}" destId="{5AAB1615-20DA-48E7-AFB1-19943E3DC2A9}" srcOrd="12" destOrd="0" presId="urn:microsoft.com/office/officeart/2005/8/layout/list1"/>
    <dgm:cxn modelId="{C9775EE4-F294-491C-8984-3F7C710E24DB}" type="presParOf" srcId="{5AAB1615-20DA-48E7-AFB1-19943E3DC2A9}" destId="{9DCEAAB0-6D23-4421-92D5-042F47D8C4C5}" srcOrd="0" destOrd="0" presId="urn:microsoft.com/office/officeart/2005/8/layout/list1"/>
    <dgm:cxn modelId="{4D600C05-527E-4417-A628-5FD50720A4FB}" type="presParOf" srcId="{5AAB1615-20DA-48E7-AFB1-19943E3DC2A9}" destId="{8397A9AE-F50C-4BCC-888B-F79BF181981E}" srcOrd="1" destOrd="0" presId="urn:microsoft.com/office/officeart/2005/8/layout/list1"/>
    <dgm:cxn modelId="{1A193D21-40BE-4AF7-9072-4C7423FF4B85}" type="presParOf" srcId="{DB45C06E-82FD-4E5D-B528-D893927397DA}" destId="{4AA840D6-6418-49BE-8CDC-0DAC6449683B}" srcOrd="13" destOrd="0" presId="urn:microsoft.com/office/officeart/2005/8/layout/list1"/>
    <dgm:cxn modelId="{38C8F3EB-F138-4697-AD75-5B7FCB68B752}" type="presParOf" srcId="{DB45C06E-82FD-4E5D-B528-D893927397DA}" destId="{C4E777D7-FA04-4266-BABA-10FE491DB90E}" srcOrd="14" destOrd="0" presId="urn:microsoft.com/office/officeart/2005/8/layout/list1"/>
  </dgm:cxnLst>
  <dgm:bg/>
  <dgm:whole/>
  <dgm:extLst>
    <a:ext uri="http://schemas.microsoft.com/office/drawing/2008/diagram">
      <dsp:dataModelExt xmlns:dsp="http://schemas.microsoft.com/office/drawing/2008/diagram" relId="rId6" minVer="http://schemas.openxmlformats.org/drawingml/2006/diagram"/>
    </a:ext>
  </dgm:extLst>
</dgm:dataModel>
</file>

<file path=ppt/diagrams/drawing1.xml><?xml version="1.0" encoding="utf-8"?>
<dsp:drawing xmlns:dgm="http://schemas.openxmlformats.org/drawingml/2006/diagram" xmlns:dsp="http://schemas.microsoft.com/office/drawing/2008/diagram" xmlns:a="http://schemas.openxmlformats.org/drawingml/2006/main">
  <dsp:spTree>
    <dsp:nvGrpSpPr>
      <dsp:cNvPr id="0" name=""/>
      <dsp:cNvGrpSpPr/>
    </dsp:nvGrpSpPr>
    <dsp:grpSpPr/>
    <dsp:sp modelId="{42E0B7F2-2C85-4B7D-A14F-9275F9D77CB3}">
      <dsp:nvSpPr>
        <dsp:cNvPr id="0" name=""/>
        <dsp:cNvSpPr/>
      </dsp:nvSpPr>
      <dsp:spPr>
        <a:xfrm>
          <a:off x="0" y="366047"/>
          <a:ext cx="8179594" cy="876487"/>
        </a:xfrm>
        <a:prstGeom prst="rect">
          <a:avLst/>
        </a:prstGeom>
        <a:solidFill>
          <a:schemeClr val="lt1">
            <a:alpha val="90000"/>
            <a:hueOff val="0"/>
            <a:satOff val="0"/>
            <a:lumOff val="0"/>
            <a:alphaOff val="0"/>
          </a:schemeClr>
        </a:solidFill>
        <a:ln w="19050" cap="rnd" cmpd="sng" algn="ctr">
          <a:solidFill>
            <a:schemeClr val="accent1">
              <a:hueOff val="0"/>
              <a:satOff val="0"/>
              <a:lumOff val="0"/>
              <a:alphaOff val="0"/>
            </a:schemeClr>
          </a:solidFill>
          <a:prstDash val="solid"/>
        </a:ln>
        <a:effectLst/>
      </dsp:spPr>
      <dsp:style>
        <a:lnRef idx="2">
          <a:scrgbClr r="0" g="0" b="0"/>
        </a:lnRef>
        <a:fillRef idx="1">
          <a:scrgbClr r="0" g="0" b="0"/>
        </a:fillRef>
        <a:effectRef idx="0">
          <a:scrgbClr r="0" g="0" b="0"/>
        </a:effectRef>
        <a:fontRef idx="minor"/>
      </dsp:style>
      <dsp:txBody>
        <a:bodyPr spcFirstLastPara="0" vert="horz" wrap="square" lIns="634827" tIns="437388" rIns="634827" bIns="149352" numCol="1" spcCol="1270" anchor="t" anchorCtr="0">
          <a:noAutofit/>
        </a:bodyPr>
        <a:lstStyle/>
        <a:p>
          <a:pPr marL="228600" lvl="1" indent="-228600" algn="l" defTabSz="933450">
            <a:lnSpc>
              <a:spcPct val="90000"/>
            </a:lnSpc>
            <a:spcBef>
              <a:spcPct val="0"/>
            </a:spcBef>
            <a:spcAft>
              <a:spcPct val="15000"/>
            </a:spcAft>
            <a:buChar char="•"/>
          </a:pPr>
          <a:r>
            <a:rPr lang="en-US" sz="2100" kern="1200" dirty="0"/>
            <a:t>Applying the Repository Pattern </a:t>
          </a:r>
        </a:p>
      </dsp:txBody>
      <dsp:txXfrm>
        <a:off x="0" y="366047"/>
        <a:ext cx="8179594" cy="876487"/>
      </dsp:txXfrm>
    </dsp:sp>
    <dsp:sp modelId="{20499983-B11A-433A-8D7D-CC886C4FA1D3}">
      <dsp:nvSpPr>
        <dsp:cNvPr id="0" name=""/>
        <dsp:cNvSpPr/>
      </dsp:nvSpPr>
      <dsp:spPr>
        <a:xfrm>
          <a:off x="408979" y="56087"/>
          <a:ext cx="5725715" cy="619920"/>
        </a:xfrm>
        <a:prstGeom prst="roundRect">
          <a:avLst/>
        </a:prstGeom>
        <a:solidFill>
          <a:schemeClr val="accent1">
            <a:hueOff val="0"/>
            <a:satOff val="0"/>
            <a:lumOff val="0"/>
            <a:alphaOff val="0"/>
          </a:schemeClr>
        </a:solidFill>
        <a:ln w="19050" cap="rnd" cmpd="sng" algn="ctr">
          <a:solidFill>
            <a:schemeClr val="lt1">
              <a:hueOff val="0"/>
              <a:satOff val="0"/>
              <a:lumOff val="0"/>
              <a:alphaOff val="0"/>
            </a:schemeClr>
          </a:solidFill>
          <a:prstDash val="solid"/>
        </a:ln>
        <a:effectLst/>
      </dsp:spPr>
      <dsp:style>
        <a:lnRef idx="2">
          <a:scrgbClr r="0" g="0" b="0"/>
        </a:lnRef>
        <a:fillRef idx="1">
          <a:scrgbClr r="0" g="0" b="0"/>
        </a:fillRef>
        <a:effectRef idx="0">
          <a:scrgbClr r="0" g="0" b="0"/>
        </a:effectRef>
        <a:fontRef idx="minor">
          <a:schemeClr val="lt1"/>
        </a:fontRef>
      </dsp:style>
      <dsp:txBody>
        <a:bodyPr spcFirstLastPara="0" vert="horz" wrap="square" lIns="216418" tIns="0" rIns="216418" bIns="0" numCol="1" spcCol="1270" anchor="ctr" anchorCtr="0">
          <a:noAutofit/>
        </a:bodyPr>
        <a:lstStyle/>
        <a:p>
          <a:pPr marL="0" lvl="0" indent="0" algn="l" defTabSz="933450">
            <a:lnSpc>
              <a:spcPct val="90000"/>
            </a:lnSpc>
            <a:spcBef>
              <a:spcPct val="0"/>
            </a:spcBef>
            <a:spcAft>
              <a:spcPct val="35000"/>
            </a:spcAft>
            <a:buNone/>
          </a:pPr>
          <a:r>
            <a:rPr lang="en-US" sz="2100" b="1" kern="1200"/>
            <a:t>Codebase Refactoring with GitHub Copilot</a:t>
          </a:r>
          <a:endParaRPr lang="en-US" sz="2100" kern="1200"/>
        </a:p>
      </dsp:txBody>
      <dsp:txXfrm>
        <a:off x="439241" y="86349"/>
        <a:ext cx="5665191" cy="559396"/>
      </dsp:txXfrm>
    </dsp:sp>
    <dsp:sp modelId="{B4D039A4-829B-4E05-BADE-A110732AE240}">
      <dsp:nvSpPr>
        <dsp:cNvPr id="0" name=""/>
        <dsp:cNvSpPr/>
      </dsp:nvSpPr>
      <dsp:spPr>
        <a:xfrm>
          <a:off x="0" y="1665894"/>
          <a:ext cx="8179594" cy="876487"/>
        </a:xfrm>
        <a:prstGeom prst="rect">
          <a:avLst/>
        </a:prstGeom>
        <a:solidFill>
          <a:schemeClr val="lt1">
            <a:alpha val="90000"/>
            <a:hueOff val="0"/>
            <a:satOff val="0"/>
            <a:lumOff val="0"/>
            <a:alphaOff val="0"/>
          </a:schemeClr>
        </a:solidFill>
        <a:ln w="19050" cap="rnd" cmpd="sng" algn="ctr">
          <a:solidFill>
            <a:schemeClr val="accent1">
              <a:hueOff val="0"/>
              <a:satOff val="0"/>
              <a:lumOff val="0"/>
              <a:alphaOff val="0"/>
            </a:schemeClr>
          </a:solidFill>
          <a:prstDash val="solid"/>
        </a:ln>
        <a:effectLst/>
      </dsp:spPr>
      <dsp:style>
        <a:lnRef idx="2">
          <a:scrgbClr r="0" g="0" b="0"/>
        </a:lnRef>
        <a:fillRef idx="1">
          <a:scrgbClr r="0" g="0" b="0"/>
        </a:fillRef>
        <a:effectRef idx="0">
          <a:scrgbClr r="0" g="0" b="0"/>
        </a:effectRef>
        <a:fontRef idx="minor"/>
      </dsp:style>
      <dsp:txBody>
        <a:bodyPr spcFirstLastPara="0" vert="horz" wrap="square" lIns="634827" tIns="437388" rIns="634827" bIns="149352" numCol="1" spcCol="1270" anchor="t" anchorCtr="0">
          <a:noAutofit/>
        </a:bodyPr>
        <a:lstStyle/>
        <a:p>
          <a:pPr marL="228600" lvl="1" indent="-228600" algn="l" defTabSz="933450">
            <a:lnSpc>
              <a:spcPct val="90000"/>
            </a:lnSpc>
            <a:spcBef>
              <a:spcPct val="0"/>
            </a:spcBef>
            <a:spcAft>
              <a:spcPct val="15000"/>
            </a:spcAft>
            <a:buChar char="•"/>
          </a:pPr>
          <a:r>
            <a:rPr lang="en-US" sz="2100" kern="1200"/>
            <a:t>Creating mocks for external dependencies</a:t>
          </a:r>
        </a:p>
      </dsp:txBody>
      <dsp:txXfrm>
        <a:off x="0" y="1665894"/>
        <a:ext cx="8179594" cy="876487"/>
      </dsp:txXfrm>
    </dsp:sp>
    <dsp:sp modelId="{E0AE5A9D-56D7-46B6-B40C-1A260FFEAAB8}">
      <dsp:nvSpPr>
        <dsp:cNvPr id="0" name=""/>
        <dsp:cNvSpPr/>
      </dsp:nvSpPr>
      <dsp:spPr>
        <a:xfrm>
          <a:off x="408979" y="1355934"/>
          <a:ext cx="5725715" cy="619920"/>
        </a:xfrm>
        <a:prstGeom prst="roundRect">
          <a:avLst/>
        </a:prstGeom>
        <a:solidFill>
          <a:schemeClr val="accent1">
            <a:hueOff val="0"/>
            <a:satOff val="0"/>
            <a:lumOff val="0"/>
            <a:alphaOff val="0"/>
          </a:schemeClr>
        </a:solidFill>
        <a:ln w="19050" cap="rnd" cmpd="sng" algn="ctr">
          <a:solidFill>
            <a:schemeClr val="lt1">
              <a:hueOff val="0"/>
              <a:satOff val="0"/>
              <a:lumOff val="0"/>
              <a:alphaOff val="0"/>
            </a:schemeClr>
          </a:solidFill>
          <a:prstDash val="solid"/>
        </a:ln>
        <a:effectLst/>
      </dsp:spPr>
      <dsp:style>
        <a:lnRef idx="2">
          <a:scrgbClr r="0" g="0" b="0"/>
        </a:lnRef>
        <a:fillRef idx="1">
          <a:scrgbClr r="0" g="0" b="0"/>
        </a:fillRef>
        <a:effectRef idx="0">
          <a:scrgbClr r="0" g="0" b="0"/>
        </a:effectRef>
        <a:fontRef idx="minor">
          <a:schemeClr val="lt1"/>
        </a:fontRef>
      </dsp:style>
      <dsp:txBody>
        <a:bodyPr spcFirstLastPara="0" vert="horz" wrap="square" lIns="216418" tIns="0" rIns="216418" bIns="0" numCol="1" spcCol="1270" anchor="ctr" anchorCtr="0">
          <a:noAutofit/>
        </a:bodyPr>
        <a:lstStyle/>
        <a:p>
          <a:pPr marL="0" lvl="0" indent="0" algn="l" defTabSz="933450">
            <a:lnSpc>
              <a:spcPct val="90000"/>
            </a:lnSpc>
            <a:spcBef>
              <a:spcPct val="0"/>
            </a:spcBef>
            <a:spcAft>
              <a:spcPct val="35000"/>
            </a:spcAft>
            <a:buNone/>
          </a:pPr>
          <a:r>
            <a:rPr lang="en-US" sz="2100" b="1" kern="1200"/>
            <a:t>Mock Generation for Isolated Testing</a:t>
          </a:r>
          <a:endParaRPr lang="en-US" sz="2100" kern="1200"/>
        </a:p>
      </dsp:txBody>
      <dsp:txXfrm>
        <a:off x="439241" y="1386196"/>
        <a:ext cx="5665191" cy="559396"/>
      </dsp:txXfrm>
    </dsp:sp>
    <dsp:sp modelId="{B9DBE8BA-5FFA-4800-8DA9-746409569340}">
      <dsp:nvSpPr>
        <dsp:cNvPr id="0" name=""/>
        <dsp:cNvSpPr/>
      </dsp:nvSpPr>
      <dsp:spPr>
        <a:xfrm>
          <a:off x="0" y="2965742"/>
          <a:ext cx="8179594" cy="876487"/>
        </a:xfrm>
        <a:prstGeom prst="rect">
          <a:avLst/>
        </a:prstGeom>
        <a:solidFill>
          <a:schemeClr val="lt1">
            <a:alpha val="90000"/>
            <a:hueOff val="0"/>
            <a:satOff val="0"/>
            <a:lumOff val="0"/>
            <a:alphaOff val="0"/>
          </a:schemeClr>
        </a:solidFill>
        <a:ln w="19050" cap="rnd" cmpd="sng" algn="ctr">
          <a:solidFill>
            <a:schemeClr val="accent1">
              <a:hueOff val="0"/>
              <a:satOff val="0"/>
              <a:lumOff val="0"/>
              <a:alphaOff val="0"/>
            </a:schemeClr>
          </a:solidFill>
          <a:prstDash val="solid"/>
        </a:ln>
        <a:effectLst/>
      </dsp:spPr>
      <dsp:style>
        <a:lnRef idx="2">
          <a:scrgbClr r="0" g="0" b="0"/>
        </a:lnRef>
        <a:fillRef idx="1">
          <a:scrgbClr r="0" g="0" b="0"/>
        </a:fillRef>
        <a:effectRef idx="0">
          <a:scrgbClr r="0" g="0" b="0"/>
        </a:effectRef>
        <a:fontRef idx="minor"/>
      </dsp:style>
      <dsp:txBody>
        <a:bodyPr spcFirstLastPara="0" vert="horz" wrap="square" lIns="634827" tIns="437388" rIns="634827" bIns="149352" numCol="1" spcCol="1270" anchor="t" anchorCtr="0">
          <a:noAutofit/>
        </a:bodyPr>
        <a:lstStyle/>
        <a:p>
          <a:pPr marL="228600" lvl="1" indent="-228600" algn="l" defTabSz="933450">
            <a:lnSpc>
              <a:spcPct val="90000"/>
            </a:lnSpc>
            <a:spcBef>
              <a:spcPct val="0"/>
            </a:spcBef>
            <a:spcAft>
              <a:spcPct val="15000"/>
            </a:spcAft>
            <a:buChar char="•"/>
          </a:pPr>
          <a:r>
            <a:rPr lang="en-US" sz="2100" kern="1200" dirty="0"/>
            <a:t>Generating reusable test data factories</a:t>
          </a:r>
        </a:p>
      </dsp:txBody>
      <dsp:txXfrm>
        <a:off x="0" y="2965742"/>
        <a:ext cx="8179594" cy="876487"/>
      </dsp:txXfrm>
    </dsp:sp>
    <dsp:sp modelId="{7622A6F9-2A36-4BCE-891F-C3CB760D30EA}">
      <dsp:nvSpPr>
        <dsp:cNvPr id="0" name=""/>
        <dsp:cNvSpPr/>
      </dsp:nvSpPr>
      <dsp:spPr>
        <a:xfrm>
          <a:off x="408979" y="2655782"/>
          <a:ext cx="5725715" cy="619920"/>
        </a:xfrm>
        <a:prstGeom prst="roundRect">
          <a:avLst/>
        </a:prstGeom>
        <a:solidFill>
          <a:schemeClr val="accent1">
            <a:hueOff val="0"/>
            <a:satOff val="0"/>
            <a:lumOff val="0"/>
            <a:alphaOff val="0"/>
          </a:schemeClr>
        </a:solidFill>
        <a:ln w="19050" cap="rnd" cmpd="sng" algn="ctr">
          <a:solidFill>
            <a:schemeClr val="lt1">
              <a:hueOff val="0"/>
              <a:satOff val="0"/>
              <a:lumOff val="0"/>
              <a:alphaOff val="0"/>
            </a:schemeClr>
          </a:solidFill>
          <a:prstDash val="solid"/>
        </a:ln>
        <a:effectLst/>
      </dsp:spPr>
      <dsp:style>
        <a:lnRef idx="2">
          <a:scrgbClr r="0" g="0" b="0"/>
        </a:lnRef>
        <a:fillRef idx="1">
          <a:scrgbClr r="0" g="0" b="0"/>
        </a:fillRef>
        <a:effectRef idx="0">
          <a:scrgbClr r="0" g="0" b="0"/>
        </a:effectRef>
        <a:fontRef idx="minor">
          <a:schemeClr val="lt1"/>
        </a:fontRef>
      </dsp:style>
      <dsp:txBody>
        <a:bodyPr spcFirstLastPara="0" vert="horz" wrap="square" lIns="216418" tIns="0" rIns="216418" bIns="0" numCol="1" spcCol="1270" anchor="ctr" anchorCtr="0">
          <a:noAutofit/>
        </a:bodyPr>
        <a:lstStyle/>
        <a:p>
          <a:pPr marL="0" lvl="0" indent="0" algn="l" defTabSz="933450">
            <a:lnSpc>
              <a:spcPct val="90000"/>
            </a:lnSpc>
            <a:spcBef>
              <a:spcPct val="0"/>
            </a:spcBef>
            <a:spcAft>
              <a:spcPct val="35000"/>
            </a:spcAft>
            <a:buNone/>
          </a:pPr>
          <a:r>
            <a:rPr lang="en-US" sz="2100" b="1" kern="1200" dirty="0"/>
            <a:t>Test Data Management with Factories</a:t>
          </a:r>
          <a:endParaRPr lang="en-US" sz="2100" kern="1200" dirty="0"/>
        </a:p>
      </dsp:txBody>
      <dsp:txXfrm>
        <a:off x="439241" y="2686044"/>
        <a:ext cx="5665191" cy="559396"/>
      </dsp:txXfrm>
    </dsp:sp>
    <dsp:sp modelId="{C4E777D7-FA04-4266-BABA-10FE491DB90E}">
      <dsp:nvSpPr>
        <dsp:cNvPr id="0" name=""/>
        <dsp:cNvSpPr/>
      </dsp:nvSpPr>
      <dsp:spPr>
        <a:xfrm>
          <a:off x="0" y="4265590"/>
          <a:ext cx="8179594" cy="876487"/>
        </a:xfrm>
        <a:prstGeom prst="rect">
          <a:avLst/>
        </a:prstGeom>
        <a:solidFill>
          <a:schemeClr val="lt1">
            <a:alpha val="90000"/>
            <a:hueOff val="0"/>
            <a:satOff val="0"/>
            <a:lumOff val="0"/>
            <a:alphaOff val="0"/>
          </a:schemeClr>
        </a:solidFill>
        <a:ln w="19050" cap="rnd" cmpd="sng" algn="ctr">
          <a:solidFill>
            <a:schemeClr val="accent1">
              <a:hueOff val="0"/>
              <a:satOff val="0"/>
              <a:lumOff val="0"/>
              <a:alphaOff val="0"/>
            </a:schemeClr>
          </a:solidFill>
          <a:prstDash val="solid"/>
        </a:ln>
        <a:effectLst/>
      </dsp:spPr>
      <dsp:style>
        <a:lnRef idx="2">
          <a:scrgbClr r="0" g="0" b="0"/>
        </a:lnRef>
        <a:fillRef idx="1">
          <a:scrgbClr r="0" g="0" b="0"/>
        </a:fillRef>
        <a:effectRef idx="0">
          <a:scrgbClr r="0" g="0" b="0"/>
        </a:effectRef>
        <a:fontRef idx="minor"/>
      </dsp:style>
      <dsp:txBody>
        <a:bodyPr spcFirstLastPara="0" vert="horz" wrap="square" lIns="634827" tIns="437388" rIns="634827" bIns="149352" numCol="1" spcCol="1270" anchor="t" anchorCtr="0">
          <a:noAutofit/>
        </a:bodyPr>
        <a:lstStyle/>
        <a:p>
          <a:pPr marL="228600" lvl="1" indent="-228600" algn="l" defTabSz="933450">
            <a:lnSpc>
              <a:spcPct val="90000"/>
            </a:lnSpc>
            <a:spcBef>
              <a:spcPct val="0"/>
            </a:spcBef>
            <a:spcAft>
              <a:spcPct val="15000"/>
            </a:spcAft>
            <a:buChar char="•"/>
          </a:pPr>
          <a:r>
            <a:rPr lang="en-US" sz="2100" kern="1200"/>
            <a:t>Generating integration test suites</a:t>
          </a:r>
        </a:p>
      </dsp:txBody>
      <dsp:txXfrm>
        <a:off x="0" y="4265590"/>
        <a:ext cx="8179594" cy="876487"/>
      </dsp:txXfrm>
    </dsp:sp>
    <dsp:sp modelId="{8397A9AE-F50C-4BCC-888B-F79BF181981E}">
      <dsp:nvSpPr>
        <dsp:cNvPr id="0" name=""/>
        <dsp:cNvSpPr/>
      </dsp:nvSpPr>
      <dsp:spPr>
        <a:xfrm>
          <a:off x="408979" y="3955630"/>
          <a:ext cx="5725715" cy="619920"/>
        </a:xfrm>
        <a:prstGeom prst="roundRect">
          <a:avLst/>
        </a:prstGeom>
        <a:solidFill>
          <a:schemeClr val="accent1">
            <a:hueOff val="0"/>
            <a:satOff val="0"/>
            <a:lumOff val="0"/>
            <a:alphaOff val="0"/>
          </a:schemeClr>
        </a:solidFill>
        <a:ln w="19050" cap="rnd" cmpd="sng" algn="ctr">
          <a:solidFill>
            <a:schemeClr val="lt1">
              <a:hueOff val="0"/>
              <a:satOff val="0"/>
              <a:lumOff val="0"/>
              <a:alphaOff val="0"/>
            </a:schemeClr>
          </a:solidFill>
          <a:prstDash val="solid"/>
        </a:ln>
        <a:effectLst/>
      </dsp:spPr>
      <dsp:style>
        <a:lnRef idx="2">
          <a:scrgbClr r="0" g="0" b="0"/>
        </a:lnRef>
        <a:fillRef idx="1">
          <a:scrgbClr r="0" g="0" b="0"/>
        </a:fillRef>
        <a:effectRef idx="0">
          <a:scrgbClr r="0" g="0" b="0"/>
        </a:effectRef>
        <a:fontRef idx="minor">
          <a:schemeClr val="lt1"/>
        </a:fontRef>
      </dsp:style>
      <dsp:txBody>
        <a:bodyPr spcFirstLastPara="0" vert="horz" wrap="square" lIns="216418" tIns="0" rIns="216418" bIns="0" numCol="1" spcCol="1270" anchor="ctr" anchorCtr="0">
          <a:noAutofit/>
        </a:bodyPr>
        <a:lstStyle/>
        <a:p>
          <a:pPr marL="0" lvl="0" indent="0" algn="l" defTabSz="933450">
            <a:lnSpc>
              <a:spcPct val="90000"/>
            </a:lnSpc>
            <a:spcBef>
              <a:spcPct val="0"/>
            </a:spcBef>
            <a:spcAft>
              <a:spcPct val="35000"/>
            </a:spcAft>
            <a:buNone/>
          </a:pPr>
          <a:r>
            <a:rPr lang="en-US" sz="2100" b="1" kern="1200" dirty="0"/>
            <a:t>Expanding Test Coverage with Copilot</a:t>
          </a:r>
          <a:endParaRPr lang="en-US" sz="2100" kern="1200" dirty="0"/>
        </a:p>
      </dsp:txBody>
      <dsp:txXfrm>
        <a:off x="439241" y="3985892"/>
        <a:ext cx="5665191" cy="559396"/>
      </dsp:txXfrm>
    </dsp:sp>
  </dsp:spTree>
</dsp:drawing>
</file>

<file path=ppt/diagrams/layout1.xml><?xml version="1.0" encoding="utf-8"?>
<dgm:layoutDef xmlns:dgm="http://schemas.openxmlformats.org/drawingml/2006/diagram" xmlns:a="http://schemas.openxmlformats.org/drawingml/2006/main" uniqueId="urn:microsoft.com/office/officeart/2005/8/layout/list1">
  <dgm:title val=""/>
  <dgm:desc val=""/>
  <dgm:catLst>
    <dgm:cat type="list" pri="4000"/>
  </dgm:catLst>
  <dgm:sampData>
    <dgm:dataModel>
      <dgm:ptLst>
        <dgm:pt modelId="0" type="doc"/>
        <dgm:pt modelId="1">
          <dgm:prSet phldr="1"/>
        </dgm:pt>
        <dgm:pt modelId="2">
          <dgm:prSet phldr="1"/>
        </dgm:pt>
        <dgm:pt modelId="3">
          <dgm:prSet phldr="1"/>
        </dgm:pt>
      </dgm:ptLst>
      <dgm:cxnLst>
        <dgm:cxn modelId="4" srcId="0" destId="1" srcOrd="0" destOrd="0"/>
        <dgm:cxn modelId="5" srcId="0" destId="2" srcOrd="1" destOrd="0"/>
        <dgm:cxn modelId="6" srcId="0" destId="3" srcOrd="2" destOrd="0"/>
      </dgm:cxnLst>
      <dgm:bg/>
      <dgm:whole/>
    </dgm:dataModel>
  </dgm:sampData>
  <dgm:styleData>
    <dgm:dataModel>
      <dgm:ptLst>
        <dgm:pt modelId="0" type="doc"/>
        <dgm:pt modelId="1"/>
        <dgm:pt modelId="2"/>
      </dgm:ptLst>
      <dgm:cxnLst>
        <dgm:cxn modelId="4" srcId="0" destId="1" srcOrd="0" destOrd="0"/>
        <dgm:cxn modelId="5" srcId="0" destId="2" srcOrd="1" destOrd="0"/>
      </dgm:cxnLst>
      <dgm:bg/>
      <dgm:whole/>
    </dgm:dataModel>
  </dgm:styleData>
  <dgm:clrData>
    <dgm:dataModel>
      <dgm:ptLst>
        <dgm:pt modelId="0" type="doc"/>
        <dgm:pt modelId="1"/>
        <dgm:pt modelId="2"/>
        <dgm:pt modelId="3"/>
        <dgm:pt modelId="4"/>
      </dgm:ptLst>
      <dgm:cxnLst>
        <dgm:cxn modelId="5" srcId="0" destId="1" srcOrd="0" destOrd="0"/>
        <dgm:cxn modelId="6" srcId="0" destId="2" srcOrd="1" destOrd="0"/>
        <dgm:cxn modelId="7" srcId="0" destId="3" srcOrd="2" destOrd="0"/>
        <dgm:cxn modelId="8" srcId="0" destId="4" srcOrd="3" destOrd="0"/>
      </dgm:cxnLst>
      <dgm:bg/>
      <dgm:whole/>
    </dgm:dataModel>
  </dgm:clrData>
  <dgm:layoutNode name="linear">
    <dgm:varLst>
      <dgm:dir/>
      <dgm:animLvl val="lvl"/>
      <dgm:resizeHandles val="exact"/>
    </dgm:varLst>
    <dgm:choose name="Name0">
      <dgm:if name="Name1" func="var" arg="dir" op="equ" val="norm">
        <dgm:alg type="lin">
          <dgm:param type="linDir" val="fromT"/>
          <dgm:param type="vertAlign" val="mid"/>
          <dgm:param type="horzAlign" val="l"/>
          <dgm:param type="nodeHorzAlign" val="l"/>
        </dgm:alg>
      </dgm:if>
      <dgm:else name="Name2">
        <dgm:alg type="lin">
          <dgm:param type="linDir" val="fromT"/>
          <dgm:param type="vertAlign" val="mid"/>
          <dgm:param type="horzAlign" val="r"/>
          <dgm:param type="nodeHorzAlign" val="r"/>
        </dgm:alg>
      </dgm:else>
    </dgm:choose>
    <dgm:shape xmlns:r="http://schemas.openxmlformats.org/officeDocument/2006/relationships" r:blip="">
      <dgm:adjLst/>
    </dgm:shape>
    <dgm:presOf/>
    <dgm:constrLst>
      <dgm:constr type="w" for="ch" forName="parentLin" refType="w"/>
      <dgm:constr type="h" for="ch" forName="parentLin" val="INF"/>
      <dgm:constr type="w" for="des" forName="parentLeftMargin" refType="w" fact="0.05"/>
      <dgm:constr type="w" for="des" forName="parentText" refType="w" fact="0.7"/>
      <dgm:constr type="h" for="des" forName="parentText" refType="primFontSz" refFor="des" refForName="parentText" fact="0.82"/>
      <dgm:constr type="h" for="ch" forName="negativeSpace" refType="primFontSz" refFor="des" refForName="parentText" fact="-0.41"/>
      <dgm:constr type="h" for="ch" forName="negativeSpace" refType="h" refFor="des" refForName="parentText" op="lte" fact="-0.82"/>
      <dgm:constr type="h" for="ch" forName="negativeSpace" refType="h" refFor="des" refForName="parentText" op="gte" fact="-0.82"/>
      <dgm:constr type="w" for="ch" forName="childText" refType="w"/>
      <dgm:constr type="h" for="ch" forName="childText" refType="primFontSz" refFor="des" refForName="parentText" fact="0.7"/>
      <dgm:constr type="primFontSz" for="des" forName="parentText" val="65"/>
      <dgm:constr type="primFontSz" for="ch" forName="childText" refType="primFontSz" refFor="des" refForName="parentText"/>
      <dgm:constr type="tMarg" for="ch" forName="childText" refType="primFontSz" refFor="des" refForName="parentText" fact="1.64"/>
      <dgm:constr type="tMarg" for="ch" forName="childText" refType="h" refFor="des" refForName="parentText" op="lte" fact="3.28"/>
      <dgm:constr type="tMarg" for="ch" forName="childText" refType="h" refFor="des" refForName="parentText" op="gte" fact="3.28"/>
      <dgm:constr type="lMarg" for="ch" forName="childText" refType="w" fact="0.22"/>
      <dgm:constr type="rMarg" for="ch" forName="childText" refType="lMarg" refFor="ch" refForName="childText"/>
      <dgm:constr type="lMarg" for="des" forName="parentText" refType="w" fact="0.075"/>
      <dgm:constr type="rMarg" for="des" forName="parentText" refType="lMarg" refFor="des" refForName="parentText"/>
      <dgm:constr type="h" for="ch" forName="spaceBetweenRectangles" refType="primFontSz" refFor="des" refForName="parentText" fact="0.15"/>
    </dgm:constrLst>
    <dgm:ruleLst>
      <dgm:rule type="primFontSz" for="des" forName="parentText" val="5" fact="NaN" max="NaN"/>
    </dgm:ruleLst>
    <dgm:forEach name="Name3" axis="ch" ptType="node">
      <dgm:layoutNode name="parentLin">
        <dgm:choose name="Name4">
          <dgm:if name="Name5" func="var" arg="dir" op="equ" val="norm">
            <dgm:alg type="lin">
              <dgm:param type="linDir" val="fromL"/>
              <dgm:param type="horzAlign" val="l"/>
              <dgm:param type="nodeHorzAlign" val="l"/>
            </dgm:alg>
          </dgm:if>
          <dgm:else name="Name6">
            <dgm:alg type="lin">
              <dgm:param type="linDir" val="fromR"/>
              <dgm:param type="horzAlign" val="r"/>
              <dgm:param type="nodeHorzAlign" val="r"/>
            </dgm:alg>
          </dgm:else>
        </dgm:choose>
        <dgm:shape xmlns:r="http://schemas.openxmlformats.org/officeDocument/2006/relationships" r:blip="">
          <dgm:adjLst/>
        </dgm:shape>
        <dgm:presOf/>
        <dgm:constrLst/>
        <dgm:ruleLst/>
        <dgm:layoutNode name="parentLeftMargin">
          <dgm:alg type="sp"/>
          <dgm:shape xmlns:r="http://schemas.openxmlformats.org/officeDocument/2006/relationships" type="rect" r:blip="" hideGeom="1">
            <dgm:adjLst/>
          </dgm:shape>
          <dgm:presOf axis="self"/>
          <dgm:constrLst>
            <dgm:constr type="h"/>
          </dgm:constrLst>
          <dgm:ruleLst/>
        </dgm:layoutNode>
        <dgm:layoutNode name="parentText" styleLbl="node1">
          <dgm:varLst>
            <dgm:chMax val="0"/>
            <dgm:bulletEnabled val="1"/>
          </dgm:varLst>
          <dgm:choose name="Name7">
            <dgm:if name="Name8" func="var" arg="dir" op="equ" val="norm">
              <dgm:alg type="tx">
                <dgm:param type="parTxLTRAlign" val="l"/>
                <dgm:param type="parTxRTLAlign" val="l"/>
              </dgm:alg>
            </dgm:if>
            <dgm:else name="Name9">
              <dgm:alg type="tx">
                <dgm:param type="parTxLTRAlign" val="r"/>
                <dgm:param type="parTxRTLAlign" val="r"/>
              </dgm:alg>
            </dgm:else>
          </dgm:choose>
          <dgm:shape xmlns:r="http://schemas.openxmlformats.org/officeDocument/2006/relationships" type="roundRect" r:blip="">
            <dgm:adjLst/>
          </dgm:shape>
          <dgm:presOf axis="self" ptType="node"/>
          <dgm:constrLst>
            <dgm:constr type="tMarg"/>
            <dgm:constr type="bMarg"/>
          </dgm:constrLst>
          <dgm:ruleLst/>
        </dgm:layoutNode>
      </dgm:layoutNode>
      <dgm:layoutNode name="negativeSpace">
        <dgm:alg type="sp"/>
        <dgm:shape xmlns:r="http://schemas.openxmlformats.org/officeDocument/2006/relationships" r:blip="">
          <dgm:adjLst/>
        </dgm:shape>
        <dgm:presOf/>
        <dgm:constrLst/>
        <dgm:ruleLst/>
      </dgm:layoutNode>
      <dgm:layoutNode name="childText" styleLbl="conFgAcc1">
        <dgm:varLst>
          <dgm:bulletEnabled val="1"/>
        </dgm:varLst>
        <dgm:alg type="tx">
          <dgm:param type="stBulletLvl" val="1"/>
        </dgm:alg>
        <dgm:shape xmlns:r="http://schemas.openxmlformats.org/officeDocument/2006/relationships" type="rect" r:blip="" zOrderOff="-2">
          <dgm:adjLst/>
        </dgm:shape>
        <dgm:presOf axis="des" ptType="node"/>
        <dgm:constrLst>
          <dgm:constr type="secFontSz" refType="primFontSz"/>
        </dgm:constrLst>
        <dgm:ruleLst>
          <dgm:rule type="h" val="INF" fact="NaN" max="NaN"/>
        </dgm:ruleLst>
      </dgm:layoutNode>
      <dgm:forEach name="Name10" axis="followSib" ptType="sibTrans" cnt="1">
        <dgm:layoutNode name="spaceBetweenRectangles">
          <dgm:alg type="sp"/>
          <dgm:shape xmlns:r="http://schemas.openxmlformats.org/officeDocument/2006/relationships" r:blip="">
            <dgm:adjLst/>
          </dgm:shape>
          <dgm:presOf/>
          <dgm:constrLst/>
          <dgm:ruleLst/>
        </dgm:layoutNode>
      </dgm:forEach>
    </dgm:forEach>
  </dgm:layoutNode>
</dgm:layoutDef>
</file>

<file path=ppt/diagrams/quickStyle1.xml><?xml version="1.0" encoding="utf-8"?>
<dgm:styleDef xmlns:dgm="http://schemas.openxmlformats.org/drawingml/2006/diagram" xmlns:a="http://schemas.openxmlformats.org/drawingml/2006/main" uniqueId="urn:microsoft.com/office/officeart/2005/8/quickstyle/simple1">
  <dgm:title val=""/>
  <dgm:desc val=""/>
  <dgm:catLst>
    <dgm:cat type="simple" pri="10100"/>
  </dgm:catLst>
  <dgm:scene3d>
    <a:camera prst="orthographicFront"/>
    <a:lightRig rig="threePt" dir="t"/>
  </dgm:scene3d>
  <dgm:styleLbl name="node0">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lnNode1">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vennNode1">
    <dgm:scene3d>
      <a:camera prst="orthographicFront"/>
      <a:lightRig rig="threePt" dir="t"/>
    </dgm:scene3d>
    <dgm:sp3d/>
    <dgm:txPr/>
    <dgm:style>
      <a:lnRef idx="2">
        <a:scrgbClr r="0" g="0" b="0"/>
      </a:lnRef>
      <a:fillRef idx="1">
        <a:scrgbClr r="0" g="0" b="0"/>
      </a:fillRef>
      <a:effectRef idx="0">
        <a:scrgbClr r="0" g="0" b="0"/>
      </a:effectRef>
      <a:fontRef idx="minor">
        <a:schemeClr val="tx1"/>
      </a:fontRef>
    </dgm:style>
  </dgm:styleLbl>
  <dgm:styleLbl name="alignNode1">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node1">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node2">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node3">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node4">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fgImgPlac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alignImgPlac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bgImgPlac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sibTrans2D1">
    <dgm:scene3d>
      <a:camera prst="orthographicFront"/>
      <a:lightRig rig="threePt" dir="t"/>
    </dgm:scene3d>
    <dgm:sp3d/>
    <dgm:txPr/>
    <dgm:style>
      <a:lnRef idx="0">
        <a:scrgbClr r="0" g="0" b="0"/>
      </a:lnRef>
      <a:fillRef idx="1">
        <a:scrgbClr r="0" g="0" b="0"/>
      </a:fillRef>
      <a:effectRef idx="0">
        <a:scrgbClr r="0" g="0" b="0"/>
      </a:effectRef>
      <a:fontRef idx="minor">
        <a:schemeClr val="lt1"/>
      </a:fontRef>
    </dgm:style>
  </dgm:styleLbl>
  <dgm:styleLbl name="fgSibTrans2D1">
    <dgm:scene3d>
      <a:camera prst="orthographicFront"/>
      <a:lightRig rig="threePt" dir="t"/>
    </dgm:scene3d>
    <dgm:sp3d/>
    <dgm:txPr/>
    <dgm:style>
      <a:lnRef idx="0">
        <a:scrgbClr r="0" g="0" b="0"/>
      </a:lnRef>
      <a:fillRef idx="1">
        <a:scrgbClr r="0" g="0" b="0"/>
      </a:fillRef>
      <a:effectRef idx="0">
        <a:scrgbClr r="0" g="0" b="0"/>
      </a:effectRef>
      <a:fontRef idx="minor">
        <a:schemeClr val="lt1"/>
      </a:fontRef>
    </dgm:style>
  </dgm:styleLbl>
  <dgm:styleLbl name="bgSibTrans2D1">
    <dgm:scene3d>
      <a:camera prst="orthographicFront"/>
      <a:lightRig rig="threePt" dir="t"/>
    </dgm:scene3d>
    <dgm:sp3d/>
    <dgm:txPr/>
    <dgm:style>
      <a:lnRef idx="0">
        <a:scrgbClr r="0" g="0" b="0"/>
      </a:lnRef>
      <a:fillRef idx="1">
        <a:scrgbClr r="0" g="0" b="0"/>
      </a:fillRef>
      <a:effectRef idx="0">
        <a:scrgbClr r="0" g="0" b="0"/>
      </a:effectRef>
      <a:fontRef idx="minor">
        <a:schemeClr val="lt1"/>
      </a:fontRef>
    </dgm:style>
  </dgm:styleLbl>
  <dgm:styleLbl name="sibTrans1D1">
    <dgm:scene3d>
      <a:camera prst="orthographicFront"/>
      <a:lightRig rig="threePt" dir="t"/>
    </dgm:scene3d>
    <dgm:sp3d/>
    <dgm:txPr/>
    <dgm:style>
      <a:lnRef idx="1">
        <a:scrgbClr r="0" g="0" b="0"/>
      </a:lnRef>
      <a:fillRef idx="0">
        <a:scrgbClr r="0" g="0" b="0"/>
      </a:fillRef>
      <a:effectRef idx="0">
        <a:scrgbClr r="0" g="0" b="0"/>
      </a:effectRef>
      <a:fontRef idx="minor"/>
    </dgm:style>
  </dgm:styleLbl>
  <dgm:styleLbl name="callout">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asst0">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asst1">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asst2">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asst3">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asst4">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parChTrans2D1">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parChTrans2D2">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parChTrans2D3">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parChTrans2D4">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parChTrans1D1">
    <dgm:scene3d>
      <a:camera prst="orthographicFront"/>
      <a:lightRig rig="threePt" dir="t"/>
    </dgm:scene3d>
    <dgm:sp3d/>
    <dgm:txPr/>
    <dgm:style>
      <a:lnRef idx="2">
        <a:scrgbClr r="0" g="0" b="0"/>
      </a:lnRef>
      <a:fillRef idx="0">
        <a:scrgbClr r="0" g="0" b="0"/>
      </a:fillRef>
      <a:effectRef idx="0">
        <a:scrgbClr r="0" g="0" b="0"/>
      </a:effectRef>
      <a:fontRef idx="minor"/>
    </dgm:style>
  </dgm:styleLbl>
  <dgm:styleLbl name="parChTrans1D2">
    <dgm:scene3d>
      <a:camera prst="orthographicFront"/>
      <a:lightRig rig="threePt" dir="t"/>
    </dgm:scene3d>
    <dgm:sp3d/>
    <dgm:txPr/>
    <dgm:style>
      <a:lnRef idx="2">
        <a:scrgbClr r="0" g="0" b="0"/>
      </a:lnRef>
      <a:fillRef idx="0">
        <a:scrgbClr r="0" g="0" b="0"/>
      </a:fillRef>
      <a:effectRef idx="0">
        <a:scrgbClr r="0" g="0" b="0"/>
      </a:effectRef>
      <a:fontRef idx="minor"/>
    </dgm:style>
  </dgm:styleLbl>
  <dgm:styleLbl name="parChTrans1D3">
    <dgm:scene3d>
      <a:camera prst="orthographicFront"/>
      <a:lightRig rig="threePt" dir="t"/>
    </dgm:scene3d>
    <dgm:sp3d/>
    <dgm:txPr/>
    <dgm:style>
      <a:lnRef idx="2">
        <a:scrgbClr r="0" g="0" b="0"/>
      </a:lnRef>
      <a:fillRef idx="0">
        <a:scrgbClr r="0" g="0" b="0"/>
      </a:fillRef>
      <a:effectRef idx="0">
        <a:scrgbClr r="0" g="0" b="0"/>
      </a:effectRef>
      <a:fontRef idx="minor"/>
    </dgm:style>
  </dgm:styleLbl>
  <dgm:styleLbl name="parChTrans1D4">
    <dgm:scene3d>
      <a:camera prst="orthographicFront"/>
      <a:lightRig rig="threePt" dir="t"/>
    </dgm:scene3d>
    <dgm:sp3d/>
    <dgm:txPr/>
    <dgm:style>
      <a:lnRef idx="2">
        <a:scrgbClr r="0" g="0" b="0"/>
      </a:lnRef>
      <a:fillRef idx="0">
        <a:scrgbClr r="0" g="0" b="0"/>
      </a:fillRef>
      <a:effectRef idx="0">
        <a:scrgbClr r="0" g="0" b="0"/>
      </a:effectRef>
      <a:fontRef idx="minor"/>
    </dgm:style>
  </dgm:styleLbl>
  <dgm:styleLbl name="f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conF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align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trAlignAcc1">
    <dgm:scene3d>
      <a:camera prst="orthographicFront"/>
      <a:lightRig rig="threePt" dir="t"/>
    </dgm:scene3d>
    <dgm:sp3d/>
    <dgm:txPr/>
    <dgm:style>
      <a:lnRef idx="1">
        <a:scrgbClr r="0" g="0" b="0"/>
      </a:lnRef>
      <a:fillRef idx="1">
        <a:scrgbClr r="0" g="0" b="0"/>
      </a:fillRef>
      <a:effectRef idx="0">
        <a:scrgbClr r="0" g="0" b="0"/>
      </a:effectRef>
      <a:fontRef idx="minor"/>
    </dgm:style>
  </dgm:styleLbl>
  <dgm:styleLbl name="b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solidF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solidAlign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solidB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FollowNod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alignAccFollowNod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bgAccFollowNod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0">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2">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3">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4">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bgShp">
    <dgm:scene3d>
      <a:camera prst="orthographicFront"/>
      <a:lightRig rig="threePt" dir="t"/>
    </dgm:scene3d>
    <dgm:sp3d/>
    <dgm:txPr/>
    <dgm:style>
      <a:lnRef idx="0">
        <a:scrgbClr r="0" g="0" b="0"/>
      </a:lnRef>
      <a:fillRef idx="1">
        <a:scrgbClr r="0" g="0" b="0"/>
      </a:fillRef>
      <a:effectRef idx="0">
        <a:scrgbClr r="0" g="0" b="0"/>
      </a:effectRef>
      <a:fontRef idx="minor"/>
    </dgm:style>
  </dgm:styleLbl>
  <dgm:styleLbl name="dkBgShp">
    <dgm:scene3d>
      <a:camera prst="orthographicFront"/>
      <a:lightRig rig="threePt" dir="t"/>
    </dgm:scene3d>
    <dgm:sp3d/>
    <dgm:txPr/>
    <dgm:style>
      <a:lnRef idx="0">
        <a:scrgbClr r="0" g="0" b="0"/>
      </a:lnRef>
      <a:fillRef idx="1">
        <a:scrgbClr r="0" g="0" b="0"/>
      </a:fillRef>
      <a:effectRef idx="0">
        <a:scrgbClr r="0" g="0" b="0"/>
      </a:effectRef>
      <a:fontRef idx="minor"/>
    </dgm:style>
  </dgm:styleLbl>
  <dgm:styleLbl name="trBgShp">
    <dgm:scene3d>
      <a:camera prst="orthographicFront"/>
      <a:lightRig rig="threePt" dir="t"/>
    </dgm:scene3d>
    <dgm:sp3d/>
    <dgm:txPr/>
    <dgm:style>
      <a:lnRef idx="0">
        <a:scrgbClr r="0" g="0" b="0"/>
      </a:lnRef>
      <a:fillRef idx="1">
        <a:scrgbClr r="0" g="0" b="0"/>
      </a:fillRef>
      <a:effectRef idx="0">
        <a:scrgbClr r="0" g="0" b="0"/>
      </a:effectRef>
      <a:fontRef idx="minor"/>
    </dgm:style>
  </dgm:styleLbl>
  <dgm:styleLbl name="fgShp">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revTx">
    <dgm:scene3d>
      <a:camera prst="orthographicFront"/>
      <a:lightRig rig="threePt" dir="t"/>
    </dgm:scene3d>
    <dgm:sp3d/>
    <dgm:txPr/>
    <dgm:style>
      <a:lnRef idx="0">
        <a:scrgbClr r="0" g="0" b="0"/>
      </a:lnRef>
      <a:fillRef idx="0">
        <a:scrgbClr r="0" g="0" b="0"/>
      </a:fillRef>
      <a:effectRef idx="0">
        <a:scrgbClr r="0" g="0" b="0"/>
      </a:effectRef>
      <a:fontRef idx="minor"/>
    </dgm:style>
  </dgm:styleLbl>
</dgm:styleDef>
</file>

<file path=ppt/notesMasters/_rels/notesMaster1.xml.rels><?xml version="1.0" encoding="UTF-8" standalone="yes"?>
<Relationships xmlns="http://schemas.openxmlformats.org/package/2006/relationships"><Relationship Id="rId1" Type="http://schemas.openxmlformats.org/officeDocument/2006/relationships/theme" Target="../theme/theme2.xml"/></Relationships>
</file>

<file path=ppt/notesMasters/notesMaster1.xml><?xml version="1.0" encoding="utf-8"?>
<p:notes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Tree>
    <p:extLst>
      <p:ext uri="{BB962C8B-B14F-4D97-AF65-F5344CB8AC3E}">
        <p14:creationId xmlns:p14="http://schemas.microsoft.com/office/powerpoint/2010/main" val="3000697455"/>
      </p:ext>
    </p:extLst>
  </p:cSld>
  <p:clrMap bg1="lt1" tx1="dk1" bg2="lt2" tx2="dk2" accent1="accent1" accent2="accent2" accent3="accent3" accent4="accent4" accent5="accent5" accent6="accent6" hlink="hlink" folHlink="folHlink"/>
  <p:notesStyle>
    <a:lvl1pPr marL="0" algn="l" defTabSz="914400" rtl="0" eaLnBrk="1" latinLnBrk="0" hangingPunct="1">
      <a:defRPr sz="1200" kern="1200">
        <a:solidFill>
          <a:schemeClr val="tx1"/>
        </a:solidFill>
        <a:latin typeface="+mn-lt"/>
        <a:ea typeface="+mn-ea"/>
        <a:cs typeface="+mn-cs"/>
      </a:defRPr>
    </a:lvl1pPr>
    <a:lvl2pPr marL="457200" algn="l" defTabSz="914400" rtl="0" eaLnBrk="1" latinLnBrk="0" hangingPunct="1">
      <a:defRPr sz="1200" kern="1200">
        <a:solidFill>
          <a:schemeClr val="tx1"/>
        </a:solidFill>
        <a:latin typeface="+mn-lt"/>
        <a:ea typeface="+mn-ea"/>
        <a:cs typeface="+mn-cs"/>
      </a:defRPr>
    </a:lvl2pPr>
    <a:lvl3pPr marL="914400" algn="l" defTabSz="914400" rtl="0" eaLnBrk="1" latinLnBrk="0" hangingPunct="1">
      <a:defRPr sz="1200" kern="1200">
        <a:solidFill>
          <a:schemeClr val="tx1"/>
        </a:solidFill>
        <a:latin typeface="+mn-lt"/>
        <a:ea typeface="+mn-ea"/>
        <a:cs typeface="+mn-cs"/>
      </a:defRPr>
    </a:lvl3pPr>
    <a:lvl4pPr marL="1371600" algn="l" defTabSz="914400" rtl="0" eaLnBrk="1" latinLnBrk="0" hangingPunct="1">
      <a:defRPr sz="1200" kern="1200">
        <a:solidFill>
          <a:schemeClr val="tx1"/>
        </a:solidFill>
        <a:latin typeface="+mn-lt"/>
        <a:ea typeface="+mn-ea"/>
        <a:cs typeface="+mn-cs"/>
      </a:defRPr>
    </a:lvl4pPr>
    <a:lvl5pPr marL="1828800" algn="l" defTabSz="914400" rtl="0" eaLnBrk="1" latinLnBrk="0" hangingPunct="1">
      <a:defRPr sz="1200" kern="1200">
        <a:solidFill>
          <a:schemeClr val="tx1"/>
        </a:solidFill>
        <a:latin typeface="+mn-lt"/>
        <a:ea typeface="+mn-ea"/>
        <a:cs typeface="+mn-cs"/>
      </a:defRPr>
    </a:lvl5pPr>
    <a:lvl6pPr marL="2286000" algn="l" defTabSz="914400" rtl="0" eaLnBrk="1" latinLnBrk="0" hangingPunct="1">
      <a:defRPr sz="1200" kern="1200">
        <a:solidFill>
          <a:schemeClr val="tx1"/>
        </a:solidFill>
        <a:latin typeface="+mn-lt"/>
        <a:ea typeface="+mn-ea"/>
        <a:cs typeface="+mn-cs"/>
      </a:defRPr>
    </a:lvl6pPr>
    <a:lvl7pPr marL="2743200" algn="l" defTabSz="914400" rtl="0" eaLnBrk="1" latinLnBrk="0" hangingPunct="1">
      <a:defRPr sz="1200" kern="1200">
        <a:solidFill>
          <a:schemeClr val="tx1"/>
        </a:solidFill>
        <a:latin typeface="+mn-lt"/>
        <a:ea typeface="+mn-ea"/>
        <a:cs typeface="+mn-cs"/>
      </a:defRPr>
    </a:lvl7pPr>
    <a:lvl8pPr marL="3200400" algn="l" defTabSz="914400" rtl="0" eaLnBrk="1" latinLnBrk="0" hangingPunct="1">
      <a:defRPr sz="1200" kern="1200">
        <a:solidFill>
          <a:schemeClr val="tx1"/>
        </a:solidFill>
        <a:latin typeface="+mn-lt"/>
        <a:ea typeface="+mn-ea"/>
        <a:cs typeface="+mn-cs"/>
      </a:defRPr>
    </a:lvl8pPr>
    <a:lvl9pPr marL="3657600" algn="l" defTabSz="914400" rtl="0" eaLnBrk="1" latinLnBrk="0" hangingPunct="1">
      <a:defRPr sz="1200" kern="1200">
        <a:solidFill>
          <a:schemeClr val="tx1"/>
        </a:solidFill>
        <a:latin typeface="+mn-lt"/>
        <a:ea typeface="+mn-ea"/>
        <a:cs typeface="+mn-cs"/>
      </a:defRPr>
    </a:lvl9pPr>
  </p:notesStyle>
</p:notesMaster>
</file>

<file path=ppt/notesSlides/_rels/notesSlide1.xml.rels><?xml version="1.0" encoding="UTF-8" standalone="yes"?>
<Relationships xmlns="http://schemas.openxmlformats.org/package/2006/relationships"><Relationship Id="rId2" Type="http://schemas.openxmlformats.org/officeDocument/2006/relationships/slide" Target="../slides/slide1.xml"/><Relationship Id="rId1" Type="http://schemas.openxmlformats.org/officeDocument/2006/relationships/notesMaster" Target="../notesMasters/notesMaster1.xml"/></Relationships>
</file>

<file path=ppt/notesSlides/_rels/notesSlide2.xml.rels><?xml version="1.0" encoding="UTF-8" standalone="yes"?>
<Relationships xmlns="http://schemas.openxmlformats.org/package/2006/relationships"><Relationship Id="rId2" Type="http://schemas.openxmlformats.org/officeDocument/2006/relationships/slide" Target="../slides/slide3.xml"/><Relationship Id="rId1" Type="http://schemas.openxmlformats.org/officeDocument/2006/relationships/notesMaster" Target="../notesMasters/notesMaster1.xml"/></Relationships>
</file>

<file path=ppt/notesSlides/_rels/notesSlide3.xml.rels><?xml version="1.0" encoding="UTF-8" standalone="yes"?>
<Relationships xmlns="http://schemas.openxmlformats.org/package/2006/relationships"><Relationship Id="rId2" Type="http://schemas.openxmlformats.org/officeDocument/2006/relationships/slide" Target="../slides/slide4.xml"/><Relationship Id="rId1" Type="http://schemas.openxmlformats.org/officeDocument/2006/relationships/notesMaster" Target="../notesMasters/notesMaster1.xml"/></Relationships>
</file>

<file path=ppt/notesSlides/_rels/notesSlide4.xml.rels><?xml version="1.0" encoding="UTF-8" standalone="yes"?>
<Relationships xmlns="http://schemas.openxmlformats.org/package/2006/relationships"><Relationship Id="rId2" Type="http://schemas.openxmlformats.org/officeDocument/2006/relationships/slide" Target="../slides/slide5.xml"/><Relationship Id="rId1" Type="http://schemas.openxmlformats.org/officeDocument/2006/relationships/notesMaster" Target="../notesMasters/notesMaster1.xml"/></Relationships>
</file>

<file path=ppt/notesSlides/_rels/notesSlide5.xml.rels><?xml version="1.0" encoding="UTF-8" standalone="yes"?>
<Relationships xmlns="http://schemas.openxmlformats.org/package/2006/relationships"><Relationship Id="rId2" Type="http://schemas.openxmlformats.org/officeDocument/2006/relationships/slide" Target="../slides/slide6.xml"/><Relationship Id="rId1" Type="http://schemas.openxmlformats.org/officeDocument/2006/relationships/notesMaster" Target="../notesMasters/notesMaster1.xml"/></Relationships>
</file>

<file path=ppt/notesSlides/_rels/notesSlide6.xml.rels><?xml version="1.0" encoding="UTF-8" standalone="yes"?>
<Relationships xmlns="http://schemas.openxmlformats.org/package/2006/relationships"><Relationship Id="rId2" Type="http://schemas.openxmlformats.org/officeDocument/2006/relationships/slide" Target="../slides/slide7.xml"/><Relationship Id="rId1" Type="http://schemas.openxmlformats.org/officeDocument/2006/relationships/notesMaster" Target="../notesMasters/notesMaster1.xml"/></Relationships>
</file>

<file path=ppt/notesSlides/_rels/notesSlide7.xml.rels><?xml version="1.0" encoding="UTF-8" standalone="yes"?>
<Relationships xmlns="http://schemas.openxmlformats.org/package/2006/relationships"><Relationship Id="rId2" Type="http://schemas.openxmlformats.org/officeDocument/2006/relationships/slide" Target="../slides/slide8.xml"/><Relationship Id="rId1" Type="http://schemas.openxmlformats.org/officeDocument/2006/relationships/notesMaster" Target="../notesMasters/notesMaster1.xml"/></Relationships>
</file>

<file path=ppt/notesSlides/_rels/notesSlide8.xml.rels><?xml version="1.0" encoding="UTF-8" standalone="yes"?>
<Relationships xmlns="http://schemas.openxmlformats.org/package/2006/relationships"><Relationship Id="rId2" Type="http://schemas.openxmlformats.org/officeDocument/2006/relationships/slide" Target="../slides/slide9.xml"/><Relationship Id="rId1" Type="http://schemas.openxmlformats.org/officeDocument/2006/relationships/notesMaster" Target="../notesMasters/notesMaster1.xml"/></Relationships>
</file>

<file path=ppt/notesSlides/_rels/notesSlide9.xml.rels><?xml version="1.0" encoding="UTF-8" standalone="yes"?>
<Relationships xmlns="http://schemas.openxmlformats.org/package/2006/relationships"><Relationship Id="rId2" Type="http://schemas.openxmlformats.org/officeDocument/2006/relationships/slide" Target="../slides/slide10.xml"/><Relationship Id="rId1" Type="http://schemas.openxmlformats.org/officeDocument/2006/relationships/notesMaster" Target="../notesMasters/notesMaster1.xml"/></Relationships>
</file>

<file path=ppt/notesSlides/_rels/notesSlide10.xml.rels><?xml version="1.0" encoding="UTF-8" standalone="yes"?>
<Relationships xmlns="http://schemas.openxmlformats.org/package/2006/relationships"><Relationship Id="rId2" Type="http://schemas.openxmlformats.org/officeDocument/2006/relationships/slide" Target="../slides/slide11.xml"/><Relationship Id="rId1" Type="http://schemas.openxmlformats.org/officeDocument/2006/relationships/notesMaster" Target="../notesMasters/notesMaster1.xml"/></Relationships>
</file>

<file path=ppt/notesSlides/notesSlide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idx="2"/>
          </p:nvPr>
        </p:nvSpPr>
        <p:spPr/>
      </p:sp>
      <p:sp>
        <p:nvSpPr>
          <p:cNvPr id="3" name="Notes Placeholder 2"/>
          <p:cNvSpPr>
            <a:spLocks noGrp="1"/>
          </p:cNvSpPr>
          <p:nvPr>
            <p:ph type="body" sz="quarter" idx="3"/>
          </p:nvPr>
        </p:nvSpPr>
        <p:spPr/>
        <p:txBody>
          <a:bodyPr/>
          <a:lstStyle/>
          <a:p>
            <a:endParaRPr/>
          </a:p>
          <a:p>
            <a:r>
              <a:t>ENERGY: Start with HIGH energy! Session 2 is about REALITY MODE.</a:t>
            </a:r>
          </a:p>
          <a:p>
            <a:endParaRPr/>
          </a:p>
          <a:p>
            <a:r>
              <a:t>OPENING (30 seconds):</a:t>
            </a:r>
          </a:p>
          <a:p>
            <a:r>
              <a:t>"Welcome back! Session 1 was the dream - building NEW features from scratch. Clean slate, perfect architecture, greenfield development.</a:t>
            </a:r>
          </a:p>
          <a:p>
            <a:endParaRPr/>
          </a:p>
          <a:p>
            <a:r>
              <a:t>But here's reality: Most of your time ISN'T spent on greenfield. You inherit code. You maintain legacy systems. You fix someone else's mess.</a:t>
            </a:r>
          </a:p>
          <a:p>
            <a:endParaRPr/>
          </a:p>
          <a:p>
            <a:r>
              <a:t>Session 2 is REALITY MODE. Today, we're taking MESSY existing code - the kind you actually deal with every day - and transforming it into clean, enterprise-grade architecture using AI.</a:t>
            </a:r>
          </a:p>
          <a:p>
            <a:endParaRPr/>
          </a:p>
          <a:p>
            <a:r>
              <a:t>Technical debt doesn't have to compound. With GitHub Copilot, paying it down is FAST."</a:t>
            </a:r>
          </a:p>
          <a:p>
            <a:endParaRPr/>
          </a:p>
        </p:txBody>
      </p:sp>
      <p:sp>
        <p:nvSpPr>
          <p:cNvPr id="4" name="Slide Number Placeholder 3"/>
          <p:cNvSpPr>
            <a:spLocks noGrp="1"/>
          </p:cNvSpPr>
          <p:nvPr>
            <p:ph type="sldNum" sz="quarter" idx="5"/>
          </p:nvPr>
        </p:nvSpPr>
        <p:spPr/>
      </p:sp>
    </p:spTree>
  </p:cSld>
  <p:clrMapOvr>
    <a:masterClrMapping/>
  </p:clrMapOvr>
</p:notes>
</file>

<file path=ppt/notesSlides/notesSlide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idx="2"/>
          </p:nvPr>
        </p:nvSpPr>
        <p:spPr/>
      </p:sp>
      <p:sp>
        <p:nvSpPr>
          <p:cNvPr id="3" name="Notes Placeholder 2"/>
          <p:cNvSpPr>
            <a:spLocks noGrp="1"/>
          </p:cNvSpPr>
          <p:nvPr>
            <p:ph type="body" sz="quarter" idx="3"/>
          </p:nvPr>
        </p:nvSpPr>
        <p:spPr/>
        <p:txBody>
          <a:bodyPr/>
          <a:lstStyle/>
          <a:p>
            <a:endParaRPr/>
          </a:p>
          <a:p>
            <a:r>
              <a:t>SPEAKER NOTES:</a:t>
            </a:r>
          </a:p>
          <a:p>
            <a:endParaRPr/>
          </a:p>
          <a:p>
            <a:r>
              <a:t>Set the context clearly:</a:t>
            </a:r>
          </a:p>
          <a:p>
            <a:r>
              <a:t>"We're NOT in the demo/ folder from Session 1. This is a DIFFERENT codebase - existing code with real technical debt. This is authentic brownfield refactoring.</a:t>
            </a:r>
          </a:p>
          <a:p>
            <a:endParaRPr/>
          </a:p>
          <a:p>
            <a:r>
              <a:t>The code we're starting with has THREE deadly sins:</a:t>
            </a:r>
          </a:p>
          <a:p>
            <a:r>
              <a:t>1. Global state - shared maps, impossible to test in parallel</a:t>
            </a:r>
          </a:p>
          <a:p>
            <a:r>
              <a:t>2. Mixed responsibilities - HTTP logic AND database logic in same function  </a:t>
            </a:r>
          </a:p>
          <a:p>
            <a:r>
              <a:t>3. Tight coupling - can't swap storage without rewriting everything</a:t>
            </a:r>
          </a:p>
          <a:p>
            <a:endParaRPr/>
          </a:p>
          <a:p>
            <a:r>
              <a:t>This isn't a teaching example. This is REAL technical debt that real teams face every day."</a:t>
            </a:r>
          </a:p>
          <a:p>
            <a:endParaRPr/>
          </a:p>
          <a:p>
            <a:r>
              <a:t>Pause for effect after describing the technical debt. Let it sink in.</a:t>
            </a:r>
          </a:p>
          <a:p>
            <a:endParaRPr/>
          </a:p>
        </p:txBody>
      </p:sp>
      <p:sp>
        <p:nvSpPr>
          <p:cNvPr id="4" name="Slide Number Placeholder 3"/>
          <p:cNvSpPr>
            <a:spLocks noGrp="1"/>
          </p:cNvSpPr>
          <p:nvPr>
            <p:ph type="sldNum" sz="quarter" idx="5"/>
          </p:nvPr>
        </p:nvSpPr>
        <p:spPr/>
      </p:sp>
    </p:spTree>
  </p:cSld>
  <p:clrMapOvr>
    <a:masterClrMapping/>
  </p:clrMapOvr>
</p:notes>
</file>

<file path=ppt/notesSlides/notesSlide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idx="2"/>
          </p:nvPr>
        </p:nvSpPr>
        <p:spPr/>
      </p:sp>
      <p:sp>
        <p:nvSpPr>
          <p:cNvPr id="3" name="Notes Placeholder 2"/>
          <p:cNvSpPr>
            <a:spLocks noGrp="1"/>
          </p:cNvSpPr>
          <p:nvPr>
            <p:ph type="body" sz="quarter" idx="3"/>
          </p:nvPr>
        </p:nvSpPr>
        <p:spPr/>
        <p:txBody>
          <a:bodyPr/>
          <a:lstStyle/>
          <a:p>
            <a:endParaRPr/>
          </a:p>
          <a:p>
            <a:r>
              <a:t>SPEAKER NOTES:</a:t>
            </a:r>
          </a:p>
          <a:p>
            <a:endParaRPr/>
          </a:p>
          <a:p>
            <a:r>
              <a:t>"Three acts, three transformations, one mission: Turn technical debt into enterprise architecture.</a:t>
            </a:r>
          </a:p>
          <a:p>
            <a:endParaRPr/>
          </a:p>
          <a:p>
            <a:r>
              <a:t>ACT 1 - REPOSITORY REFACTORING: This is the foundation. We're taking handlers that directly manipulate global variables and extracting a clean repository pattern. The agent coordinates changes across 5 files simultaneously. Traditional approach? 15 minutes of nerve-wracking surgery. AI approach? 8 minutes of confident delegation.</a:t>
            </a:r>
          </a:p>
          <a:p>
            <a:endParaRPr/>
          </a:p>
          <a:p>
            <a:r>
              <a:t>ACT 2 - TEST INFRASTRUCTURE: Clean architecture means nothing without tests. We auto-generate mocks using gomock and create beautiful test data factories with builder pattern. Writing these manually? 45 minutes of boilerplate. With AI? 10 minutes of generation.</a:t>
            </a:r>
          </a:p>
          <a:p>
            <a:endParaRPr/>
          </a:p>
          <a:p>
            <a:r>
              <a:t>ACT 3 - TEST EXPANSION: Now we USE our infrastructure. We write comprehensive integration tests covering happy paths, error scenarios, concurrent requests, edge cases. The result? Coverage jumps from 23% to 87% in 7 minutes.</a:t>
            </a:r>
          </a:p>
          <a:p>
            <a:endParaRPr/>
          </a:p>
          <a:p>
            <a:r>
              <a:t>The numbers tell the story: 105 minutes of traditional work becomes 25 minutes with AI. But it's not just speed - it's CONFIDENCE. Every step is tested. Every change is verified. This is sustainable velocity."</a:t>
            </a:r>
          </a:p>
          <a:p>
            <a:endParaRPr/>
          </a:p>
          <a:p>
            <a:r>
              <a:t>TRANSITION: "Let's dive into Act 1 and watch AI perform architectural surgery on production code..."</a:t>
            </a:r>
          </a:p>
          <a:p>
            <a:endParaRPr/>
          </a:p>
        </p:txBody>
      </p:sp>
      <p:sp>
        <p:nvSpPr>
          <p:cNvPr id="4" name="Slide Number Placeholder 3"/>
          <p:cNvSpPr>
            <a:spLocks noGrp="1"/>
          </p:cNvSpPr>
          <p:nvPr>
            <p:ph type="sldNum" sz="quarter" idx="5"/>
          </p:nvPr>
        </p:nvSpPr>
        <p:spPr/>
      </p:sp>
    </p:spTree>
  </p:cSld>
  <p:clrMapOvr>
    <a:masterClrMapping/>
  </p:clrMapOvr>
</p:notes>
</file>

<file path=ppt/notesSlides/notesSlide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idx="2"/>
          </p:nvPr>
        </p:nvSpPr>
        <p:spPr/>
      </p:sp>
      <p:sp>
        <p:nvSpPr>
          <p:cNvPr id="3" name="Notes Placeholder 2"/>
          <p:cNvSpPr>
            <a:spLocks noGrp="1"/>
          </p:cNvSpPr>
          <p:nvPr>
            <p:ph type="body" sz="quarter" idx="3"/>
          </p:nvPr>
        </p:nvSpPr>
        <p:spPr/>
        <p:txBody>
          <a:bodyPr/>
          <a:lstStyle/>
          <a:p>
            <a:endParaRPr/>
          </a:p>
          <a:p>
            <a:r>
              <a:t>SPEAKER NOTES:</a:t>
            </a:r>
          </a:p>
          <a:p>
            <a:endParaRPr/>
          </a:p>
          <a:p>
            <a:r>
              <a:t>"Let me show you the transformation visually.</a:t>
            </a:r>
          </a:p>
          <a:p>
            <a:endParaRPr/>
          </a:p>
          <a:p>
            <a:r>
              <a:t>BEFORE: This is what we inherited. Global variables everywhere. Look at line 14-17 in the handler: var students, var studentsMu, var nextStudentID. All polluting package scope. </a:t>
            </a:r>
          </a:p>
          <a:p>
            <a:endParaRPr/>
          </a:p>
          <a:p>
            <a:r>
              <a:t>In CreateStudent function: Seven responsibilities in one place - HTTP decoding, validation, mutex locking, ID generation, storage mutation, serialization. This is a MAINTENANCE NIGHTMARE.</a:t>
            </a:r>
          </a:p>
          <a:p>
            <a:endParaRPr/>
          </a:p>
          <a:p>
            <a:r>
              <a:t>AFTER: Look at this beauty. Clean repository interface defining the contract. Handler depends on the INTERFACE, not concrete implementation. All state encapsulated inside repository structs. Constructor injection for testability.</a:t>
            </a:r>
          </a:p>
          <a:p>
            <a:endParaRPr/>
          </a:p>
          <a:p>
            <a:r>
              <a:t>The handler is now PURE - it only handles HTTP and delegates storage. Single responsibility principle achieved.</a:t>
            </a:r>
          </a:p>
          <a:p>
            <a:endParaRPr/>
          </a:p>
          <a:p>
            <a:r>
              <a:t>THE DEMO: We'll create Jira story TEC-11, delegate to Copilot Coding Agent with detailed architectural requirements, watch it coordinate changes across 5 files, review the generated PR, and then VERIFY with live API testing.</a:t>
            </a:r>
          </a:p>
          <a:p>
            <a:endParaRPr/>
          </a:p>
          <a:p>
            <a:r>
              <a:t>The magic moment: When we run curl commands and the refactored API works IDENTICALLY to before. Zero breaking changes. Clean architecture achieved. That's professional refactoring."</a:t>
            </a:r>
          </a:p>
          <a:p>
            <a:endParaRPr/>
          </a:p>
          <a:p>
            <a:r>
              <a:t>DEMO CHECKPOINT: Show actual code comparison on screen if possible. Visual impact is powerful.</a:t>
            </a:r>
          </a:p>
          <a:p>
            <a:endParaRPr/>
          </a:p>
        </p:txBody>
      </p:sp>
      <p:sp>
        <p:nvSpPr>
          <p:cNvPr id="4" name="Slide Number Placeholder 3"/>
          <p:cNvSpPr>
            <a:spLocks noGrp="1"/>
          </p:cNvSpPr>
          <p:nvPr>
            <p:ph type="sldNum" sz="quarter" idx="5"/>
          </p:nvPr>
        </p:nvSpPr>
        <p:spPr/>
      </p:sp>
    </p:spTree>
  </p:cSld>
  <p:clrMapOvr>
    <a:masterClrMapping/>
  </p:clrMapOvr>
</p:notes>
</file>

<file path=ppt/notesSlides/notesSlide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idx="2"/>
          </p:nvPr>
        </p:nvSpPr>
        <p:spPr/>
      </p:sp>
      <p:sp>
        <p:nvSpPr>
          <p:cNvPr id="3" name="Notes Placeholder 2"/>
          <p:cNvSpPr>
            <a:spLocks noGrp="1"/>
          </p:cNvSpPr>
          <p:nvPr>
            <p:ph type="body" sz="quarter" idx="3"/>
          </p:nvPr>
        </p:nvSpPr>
        <p:spPr/>
        <p:txBody>
          <a:bodyPr/>
          <a:lstStyle/>
          <a:p>
            <a:endParaRPr/>
          </a:p>
          <a:p>
            <a:r>
              <a:t>SPEAKER NOTES:</a:t>
            </a:r>
          </a:p>
          <a:p>
            <a:endParaRPr/>
          </a:p>
          <a:p>
            <a:r>
              <a:t>"Act 2 is about TEST INFRASTRUCTURE. We have clean architecture, now we need tools to test it.</a:t>
            </a:r>
          </a:p>
          <a:p>
            <a:endParaRPr/>
          </a:p>
          <a:p>
            <a:r>
              <a:t>GOMOCK GENERATION: The agent adds go:generate directives to our repository interfaces and runs mockgen. Result? MockStudentRepository with full expectation syntax. We can now write unit tests like:</a:t>
            </a:r>
          </a:p>
          <a:p>
            <a:endParaRPr/>
          </a:p>
          <a:p>
            <a:r>
              <a:t>  mock.EXPECT().Create(gomock.Any()).Return(expectedStudent)</a:t>
            </a:r>
          </a:p>
          <a:p>
            <a:r>
              <a:t>  </a:t>
            </a:r>
          </a:p>
          <a:p>
            <a:r>
              <a:t>This is ISOLATION TESTING. We test the handler without touching any real storage. Fast tests. Reliable tests.</a:t>
            </a:r>
          </a:p>
          <a:p>
            <a:endParaRPr/>
          </a:p>
          <a:p>
            <a:r>
              <a:t>FACTORY PATTERN: Creating test data manually is PAINFUL. Every test needs:</a:t>
            </a:r>
          </a:p>
          <a:p>
            <a:r>
              <a:t>  student := models.Student{</a:t>
            </a:r>
          </a:p>
          <a:p>
            <a:r>
              <a:t>    ID: 1,</a:t>
            </a:r>
          </a:p>
          <a:p>
            <a:r>
              <a:t>    Name: 'Alice Johnson',</a:t>
            </a:r>
          </a:p>
          <a:p>
            <a:r>
              <a:t>    Email: 'alice@university.edu',</a:t>
            </a:r>
          </a:p>
          <a:p>
            <a:r>
              <a:t>    Grade: 'A',</a:t>
            </a:r>
          </a:p>
          <a:p>
            <a:r>
              <a:t>  }</a:t>
            </a:r>
          </a:p>
          <a:p>
            <a:endParaRPr/>
          </a:p>
          <a:p>
            <a:r>
              <a:t>That's 7 lines per test. With factory:</a:t>
            </a:r>
          </a:p>
          <a:p>
            <a:r>
              <a:t>  student := ValidStudent().Build()</a:t>
            </a:r>
          </a:p>
          <a:p>
            <a:endParaRPr/>
          </a:p>
          <a:p>
            <a:r>
              <a:t>That's 1 line. 80% less test setup code.</a:t>
            </a:r>
          </a:p>
          <a:p>
            <a:endParaRPr/>
          </a:p>
          <a:p>
            <a:r>
              <a:t>THE DEMO: We'll create Jira TEC-7, use Local Agent to generate both mocks and factories, show example tests using them, and prove how much cleaner test code becomes.</a:t>
            </a:r>
          </a:p>
          <a:p>
            <a:endParaRPr/>
          </a:p>
          <a:p>
            <a:r>
              <a:t>The impact: Test setup goes from 'painful boilerplate' to 'one line of intention'. Tests become DOCUMENTATION."</a:t>
            </a:r>
          </a:p>
          <a:p>
            <a:endParaRPr/>
          </a:p>
          <a:p>
            <a:r>
              <a:t>ENERGY: Show excitement about how much easier testing becomes. This is about developer happiness.</a:t>
            </a:r>
          </a:p>
          <a:p>
            <a:endParaRPr/>
          </a:p>
        </p:txBody>
      </p:sp>
      <p:sp>
        <p:nvSpPr>
          <p:cNvPr id="4" name="Slide Number Placeholder 3"/>
          <p:cNvSpPr>
            <a:spLocks noGrp="1"/>
          </p:cNvSpPr>
          <p:nvPr>
            <p:ph type="sldNum" sz="quarter" idx="5"/>
          </p:nvPr>
        </p:nvSpPr>
        <p:spPr/>
      </p:sp>
    </p:spTree>
  </p:cSld>
  <p:clrMapOvr>
    <a:masterClrMapping/>
  </p:clrMapOvr>
</p:notes>
</file>

<file path=ppt/notesSlides/notesSlide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idx="2"/>
          </p:nvPr>
        </p:nvSpPr>
        <p:spPr/>
      </p:sp>
      <p:sp>
        <p:nvSpPr>
          <p:cNvPr id="3" name="Notes Placeholder 2"/>
          <p:cNvSpPr>
            <a:spLocks noGrp="1"/>
          </p:cNvSpPr>
          <p:nvPr>
            <p:ph type="body" sz="quarter" idx="3"/>
          </p:nvPr>
        </p:nvSpPr>
        <p:spPr/>
        <p:txBody>
          <a:bodyPr/>
          <a:lstStyle/>
          <a:p>
            <a:endParaRPr/>
          </a:p>
          <a:p>
            <a:r>
              <a:t>SPEAKER NOTES:</a:t>
            </a:r>
          </a:p>
          <a:p>
            <a:endParaRPr/>
          </a:p>
          <a:p>
            <a:r>
              <a:t>"Act 3 is where it all comes together. We have clean architecture. We have test infrastructure. Now we USE it to achieve enterprise-grade coverage.</a:t>
            </a:r>
          </a:p>
          <a:p>
            <a:endParaRPr/>
          </a:p>
          <a:p>
            <a:r>
              <a:t>THE COVERAGE JUMP: From 23% to 87% in 7 minutes. That's not just a number - that's CONFIDENCE.</a:t>
            </a:r>
          </a:p>
          <a:p>
            <a:endParaRPr/>
          </a:p>
          <a:p>
            <a:r>
              <a:t>COMPREHENSIVE TESTS:</a:t>
            </a:r>
          </a:p>
          <a:p>
            <a:r>
              <a:t>- CRUD Workflow tests the happy path end-to-end</a:t>
            </a:r>
          </a:p>
          <a:p>
            <a:r>
              <a:t>- Concurrent Creation proves our thread safety actually works under load</a:t>
            </a:r>
          </a:p>
          <a:p>
            <a:r>
              <a:t>- Error Scenarios test that failures fail gracefully</a:t>
            </a:r>
          </a:p>
          <a:p>
            <a:r>
              <a:t>- Edge Cases catch the bugs that slip through</a:t>
            </a:r>
          </a:p>
          <a:p>
            <a:endParaRPr/>
          </a:p>
          <a:p>
            <a:r>
              <a:t>THE MAGIC: These tests read like SPECIFICATIONS. Look at TestStudentCRUDWorkflow - you can read the test and understand exactly how the API should behave. That's documentation that never goes stale because it's EXECUTED.</a:t>
            </a:r>
          </a:p>
          <a:p>
            <a:endParaRPr/>
          </a:p>
          <a:p>
            <a:r>
              <a:t>THE DEMO: We'll create Jira TEC-12, use Local Agent to generate the test suite, run the tests live showing them all passing, and watch coverage jump in real-time.</a:t>
            </a:r>
          </a:p>
          <a:p>
            <a:endParaRPr/>
          </a:p>
          <a:p>
            <a:r>
              <a:t>CELEBRATION MOMENT: When you run 'go test -cover' and see '87.3% coverage' - that's your victory moment. Pause and let the audience appreciate that number.</a:t>
            </a:r>
          </a:p>
          <a:p>
            <a:endParaRPr/>
          </a:p>
          <a:p>
            <a:r>
              <a:t>The real win: These tests execute in 134ms. Fast feedback loops. You can run them every single commit."</a:t>
            </a:r>
          </a:p>
          <a:p>
            <a:endParaRPr/>
          </a:p>
          <a:p>
            <a:r>
              <a:t>PAUSE: Before moving to results, check audience engagement. This is a good moment for a quick question.</a:t>
            </a:r>
          </a:p>
          <a:p>
            <a:endParaRPr/>
          </a:p>
        </p:txBody>
      </p:sp>
      <p:sp>
        <p:nvSpPr>
          <p:cNvPr id="4" name="Slide Number Placeholder 3"/>
          <p:cNvSpPr>
            <a:spLocks noGrp="1"/>
          </p:cNvSpPr>
          <p:nvPr>
            <p:ph type="sldNum" sz="quarter" idx="5"/>
          </p:nvPr>
        </p:nvSpPr>
        <p:spPr/>
      </p:sp>
    </p:spTree>
  </p:cSld>
  <p:clrMapOvr>
    <a:masterClrMapping/>
  </p:clrMapOvr>
</p:notes>
</file>

<file path=ppt/notesSlides/notesSlide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idx="2"/>
          </p:nvPr>
        </p:nvSpPr>
        <p:spPr/>
      </p:sp>
      <p:sp>
        <p:nvSpPr>
          <p:cNvPr id="3" name="Notes Placeholder 2"/>
          <p:cNvSpPr>
            <a:spLocks noGrp="1"/>
          </p:cNvSpPr>
          <p:nvPr>
            <p:ph type="body" sz="quarter" idx="3"/>
          </p:nvPr>
        </p:nvSpPr>
        <p:spPr/>
        <p:txBody>
          <a:bodyPr/>
          <a:lstStyle/>
          <a:p>
            <a:endParaRPr/>
          </a:p>
          <a:p>
            <a:r>
              <a:t>SPEAKER NOTES:</a:t>
            </a:r>
          </a:p>
          <a:p>
            <a:endParaRPr/>
          </a:p>
          <a:p>
            <a:r>
              <a:t>"Let's talk about the IMPACT. Not just speed - TRANSFORMATION.</a:t>
            </a:r>
          </a:p>
          <a:p>
            <a:endParaRPr/>
          </a:p>
          <a:p>
            <a:r>
              <a:t>QUANTITATIVE RESULTS: 4.2x speedup is impressive. But look deeper:</a:t>
            </a:r>
          </a:p>
          <a:p>
            <a:r>
              <a:t>- Zero breaking changes means we can deploy immediately</a:t>
            </a:r>
          </a:p>
          <a:p>
            <a:r>
              <a:t>- 87% coverage means we catch bugs before production</a:t>
            </a:r>
          </a:p>
          <a:p>
            <a:r>
              <a:t>- 134ms test execution means fast feedback loops</a:t>
            </a:r>
          </a:p>
          <a:p>
            <a:r>
              <a:t>- 500+ lines generated means less manual tedious work</a:t>
            </a:r>
          </a:p>
          <a:p>
            <a:endParaRPr/>
          </a:p>
          <a:p>
            <a:r>
              <a:t>QUALITATIVE IMPACT: This is where it gets real:</a:t>
            </a:r>
          </a:p>
          <a:p>
            <a:endParaRPr/>
          </a:p>
          <a:p>
            <a:r>
              <a:t>FOR DEVELOPERS: You're not afraid to change code anymore. Tests protect you. Architecture is clean. New features are easy to add.</a:t>
            </a:r>
          </a:p>
          <a:p>
            <a:endParaRPr/>
          </a:p>
          <a:p>
            <a:r>
              <a:t>FOR QA: Your tests are comprehensive and readable. They document expected behavior. Coverage gives you confidence.</a:t>
            </a:r>
          </a:p>
          <a:p>
            <a:endParaRPr/>
          </a:p>
          <a:p>
            <a:r>
              <a:t>FOR TECH LEADS: Technical debt is eliminated without slowing velocity. You can onboard new developers 3x faster because code is clean and documented.</a:t>
            </a:r>
          </a:p>
          <a:p>
            <a:endParaRPr/>
          </a:p>
          <a:p>
            <a:r>
              <a:t>FOR ENGINEERING LEADERS: This proves ROI on AI tooling. 4.2x faster refactoring means you can afford continuous improvement. Quality and velocity are NOT opposites.</a:t>
            </a:r>
          </a:p>
          <a:p>
            <a:endParaRPr/>
          </a:p>
          <a:p>
            <a:r>
              <a:t>THE BIGGER PICTURE: Session 1 showed speed. Session 2 shows SUSTAINABILITY. With AI, you don't have to choose between shipping fast and maintaining quality. You can do BOTH.</a:t>
            </a:r>
          </a:p>
          <a:p>
            <a:endParaRPr/>
          </a:p>
          <a:p>
            <a:r>
              <a:t>This is the evolution of software development: Continuous improvement is no longer expensive."</a:t>
            </a:r>
          </a:p>
          <a:p>
            <a:endParaRPr/>
          </a:p>
          <a:p>
            <a:r>
              <a:t>TRANSITION: "So what are the key lessons we take away from this?"</a:t>
            </a:r>
          </a:p>
          <a:p>
            <a:endParaRPr/>
          </a:p>
        </p:txBody>
      </p:sp>
      <p:sp>
        <p:nvSpPr>
          <p:cNvPr id="4" name="Slide Number Placeholder 3"/>
          <p:cNvSpPr>
            <a:spLocks noGrp="1"/>
          </p:cNvSpPr>
          <p:nvPr>
            <p:ph type="sldNum" sz="quarter" idx="5"/>
          </p:nvPr>
        </p:nvSpPr>
        <p:spPr/>
      </p:sp>
    </p:spTree>
  </p:cSld>
  <p:clrMapOvr>
    <a:masterClrMapping/>
  </p:clrMapOvr>
</p:notes>
</file>

<file path=ppt/notesSlides/notesSlide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idx="2"/>
          </p:nvPr>
        </p:nvSpPr>
        <p:spPr/>
      </p:sp>
      <p:sp>
        <p:nvSpPr>
          <p:cNvPr id="3" name="Notes Placeholder 2"/>
          <p:cNvSpPr>
            <a:spLocks noGrp="1"/>
          </p:cNvSpPr>
          <p:nvPr>
            <p:ph type="body" sz="quarter" idx="3"/>
          </p:nvPr>
        </p:nvSpPr>
        <p:spPr/>
        <p:txBody>
          <a:bodyPr/>
          <a:lstStyle/>
          <a:p>
            <a:endParaRPr/>
          </a:p>
          <a:p>
            <a:r>
              <a:t>SPEAKER NOTES:</a:t>
            </a:r>
          </a:p>
          <a:p>
            <a:endParaRPr/>
          </a:p>
          <a:p>
            <a:r>
              <a:t>"Five core lessons from Session 2. These are principles that change how you think about maintenance:</a:t>
            </a:r>
          </a:p>
          <a:p>
            <a:endParaRPr/>
          </a:p>
          <a:p>
            <a:r>
              <a:t>1. REFACTOR EARLY: The old way was 'ship fast, refactor later' - but later never came. With AI, refactoring is FAST. You can afford to do it continuously. Don't wait for debt to compound. Fix it early while it's small.</a:t>
            </a:r>
          </a:p>
          <a:p>
            <a:endParaRPr/>
          </a:p>
          <a:p>
            <a:r>
              <a:t>2. INTERFACES UNLOCK TESTABILITY: The repository pattern isn't just about clean code - it's about SPEED. When you can test in isolation with mocks, tests run in milliseconds instead of seconds. Fast tests mean fast feedback. Fast feedback means high velocity.</a:t>
            </a:r>
          </a:p>
          <a:p>
            <a:endParaRPr/>
          </a:p>
          <a:p>
            <a:r>
              <a:t>3. FACTORIES MAKE TESTS MAINTAINABLE: Here's the dirty secret: Most developers hate writing tests because test setup is PAINFUL. Factories fix that. When creating test data is easy, testing becomes pleasant. When testing is pleasant, coverage goes up.</a:t>
            </a:r>
          </a:p>
          <a:p>
            <a:endParaRPr/>
          </a:p>
          <a:p>
            <a:r>
              <a:t>4. EVOLUTION &gt; REVOLUTION: Stop thinking in terms of 'big rewrites'. Think continuous evolution. With AI, small improvements are economically viable. Ship features fast. Refactor fast. Test fast. Evolve continuously.</a:t>
            </a:r>
          </a:p>
          <a:p>
            <a:endParaRPr/>
          </a:p>
          <a:p>
            <a:r>
              <a:t>5. AI TRANSFORMS EXISTING CODE: This is the breakthrough most people miss. AI isn't just for greenfield. It's for BROWNFIELD. Your legacy code can become clean code. Your technical debt can be paid down. That's the real revolution.</a:t>
            </a:r>
          </a:p>
          <a:p>
            <a:endParaRPr/>
          </a:p>
          <a:p>
            <a:r>
              <a:t>CALL TO ACTION: 'This week, pick ONE messy handler. Spend 30 minutes refactoring it with Copilot Agent. I guarantee you'll see the power of AI-assisted evolution.'"</a:t>
            </a:r>
          </a:p>
          <a:p>
            <a:endParaRPr/>
          </a:p>
        </p:txBody>
      </p:sp>
      <p:sp>
        <p:nvSpPr>
          <p:cNvPr id="4" name="Slide Number Placeholder 3"/>
          <p:cNvSpPr>
            <a:spLocks noGrp="1"/>
          </p:cNvSpPr>
          <p:nvPr>
            <p:ph type="sldNum" sz="quarter" idx="5"/>
          </p:nvPr>
        </p:nvSpPr>
        <p:spPr/>
      </p:sp>
    </p:spTree>
  </p:cSld>
  <p:clrMapOvr>
    <a:masterClrMapping/>
  </p:clrMapOvr>
</p:notes>
</file>

<file path=ppt/notesSlides/notesSlide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idx="2"/>
          </p:nvPr>
        </p:nvSpPr>
        <p:spPr/>
      </p:sp>
      <p:sp>
        <p:nvSpPr>
          <p:cNvPr id="3" name="Notes Placeholder 2"/>
          <p:cNvSpPr>
            <a:spLocks noGrp="1"/>
          </p:cNvSpPr>
          <p:nvPr>
            <p:ph type="body" sz="quarter" idx="3"/>
          </p:nvPr>
        </p:nvSpPr>
        <p:spPr/>
        <p:txBody>
          <a:bodyPr/>
          <a:lstStyle/>
          <a:p>
            <a:endParaRPr/>
          </a:p>
          <a:p>
            <a:r>
              <a:t>SPEAKER NOTES:</a:t>
            </a:r>
          </a:p>
          <a:p>
            <a:endParaRPr/>
          </a:p>
          <a:p>
            <a:r>
              <a:t>"We've covered building fast (Session 1) and maintaining fast (Session 2). But what about DEPLOYING fast and SCALING fast? That's Sessions 3 and 4.</a:t>
            </a:r>
          </a:p>
          <a:p>
            <a:endParaRPr/>
          </a:p>
          <a:p>
            <a:r>
              <a:t>SESSION 3 - SECURITY &amp; DEVOPS: AI doesn't just write code. It can scan for vulnerabilities, generate CI/CD pipelines, write infrastructure as code, and automate deployment. We'll show how to go from code to production with AI assistance at every step.</a:t>
            </a:r>
          </a:p>
          <a:p>
            <a:endParaRPr/>
          </a:p>
          <a:p>
            <a:r>
              <a:t>SESSION 4 - ADVANCED WORKFLOWS: The final session brings it all together. Multi-agent orchestration for complex features. Automated code review. Production monitoring. This is the full end-to-end enterprise workflow.</a:t>
            </a:r>
          </a:p>
          <a:p>
            <a:endParaRPr/>
          </a:p>
          <a:p>
            <a:r>
              <a:t>YOUR HOMEWORK: Don't just watch - DO. Here's your 5-day challenge:</a:t>
            </a:r>
          </a:p>
          <a:p>
            <a:r>
              <a:t>- Day 1: Identify the problem (messy handler)</a:t>
            </a:r>
          </a:p>
          <a:p>
            <a:r>
              <a:t>- Day 2: Fix the architecture (repository pattern)</a:t>
            </a:r>
          </a:p>
          <a:p>
            <a:r>
              <a:t>- Day 3: Add mocking capability (gomock)</a:t>
            </a:r>
          </a:p>
          <a:p>
            <a:r>
              <a:t>- Day 4: Make testing easy (factories)</a:t>
            </a:r>
          </a:p>
          <a:p>
            <a:r>
              <a:t>- Day 5: Prove it works (integration tests)</a:t>
            </a:r>
          </a:p>
          <a:p>
            <a:endParaRPr/>
          </a:p>
          <a:p>
            <a:r>
              <a:t>By Friday, you'll have transformed ONE piece of technical debt into clean, tested, production-ready code. That's your proof of concept.</a:t>
            </a:r>
          </a:p>
          <a:p>
            <a:endParaRPr/>
          </a:p>
          <a:p>
            <a:r>
              <a:t>NEXT WEEK: Do it again with another handler. Before you know it, your entire codebase is clean.</a:t>
            </a:r>
          </a:p>
          <a:p>
            <a:endParaRPr/>
          </a:p>
          <a:p>
            <a:r>
              <a:t>This is continuous evolution. This is sustainable velocity. This is the future of software development."</a:t>
            </a:r>
          </a:p>
          <a:p>
            <a:endParaRPr/>
          </a:p>
          <a:p>
            <a:r>
              <a:t>END ON HIGH NOTE: "Questions? Who's ready to refactor their first handler this week?"</a:t>
            </a:r>
          </a:p>
          <a:p>
            <a:endParaRPr/>
          </a:p>
        </p:txBody>
      </p:sp>
      <p:sp>
        <p:nvSpPr>
          <p:cNvPr id="4" name="Slide Number Placeholder 3"/>
          <p:cNvSpPr>
            <a:spLocks noGrp="1"/>
          </p:cNvSpPr>
          <p:nvPr>
            <p:ph type="sldNum" sz="quarter" idx="5"/>
          </p:nvPr>
        </p:nvSpPr>
        <p:spPr/>
      </p:sp>
    </p:spTree>
  </p:cSld>
  <p:clrMapOvr>
    <a:masterClrMapping/>
  </p:clrMapOvr>
</p:notes>
</file>

<file path=ppt/notesSlides/notesSlide1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idx="2"/>
          </p:nvPr>
        </p:nvSpPr>
        <p:spPr/>
      </p:sp>
      <p:sp>
        <p:nvSpPr>
          <p:cNvPr id="3" name="Notes Placeholder 2"/>
          <p:cNvSpPr>
            <a:spLocks noGrp="1"/>
          </p:cNvSpPr>
          <p:nvPr>
            <p:ph type="body" sz="quarter" idx="3"/>
          </p:nvPr>
        </p:nvSpPr>
        <p:spPr/>
        <p:txBody>
          <a:bodyPr/>
          <a:lstStyle/>
          <a:p>
            <a:endParaRPr/>
          </a:p>
          <a:p>
            <a:r>
              <a:t>SPEAKER NOTES:</a:t>
            </a:r>
          </a:p>
          <a:p>
            <a:endParaRPr/>
          </a:p>
          <a:p>
            <a:r>
              <a:t>OPEN THE FLOOR:</a:t>
            </a:r>
          </a:p>
          <a:p>
            <a:endParaRPr/>
          </a:p>
          <a:p>
            <a:r>
              <a:t>Good prompting questions:</a:t>
            </a:r>
          </a:p>
          <a:p>
            <a:r>
              <a:t>1. "Who has handlers with global state in their codebase?" (Show of hands)</a:t>
            </a:r>
          </a:p>
          <a:p>
            <a:r>
              <a:t>2. "What's the BIGGEST piece of technical debt you're carrying?" (Open discussion)</a:t>
            </a:r>
          </a:p>
          <a:p>
            <a:r>
              <a:t>3. "What stops you from refactoring today?" (Identify barriers)</a:t>
            </a:r>
          </a:p>
          <a:p>
            <a:r>
              <a:t>4. "How many of you have test coverage below 50%?" (Pain point validation)</a:t>
            </a:r>
          </a:p>
          <a:p>
            <a:endParaRPr/>
          </a:p>
          <a:p>
            <a:r>
              <a:t>HANDLE COMMON QUESTIONS:</a:t>
            </a:r>
          </a:p>
          <a:p>
            <a:endParaRPr/>
          </a:p>
          <a:p>
            <a:r>
              <a:t>Q: "What if our codebase is way messier than your example?"</a:t>
            </a:r>
          </a:p>
          <a:p>
            <a:r>
              <a:t>A: "Start smaller. One function at a time. AI helps with any size refactoring. The messier the code, the MORE value you get from AI assistance."</a:t>
            </a:r>
          </a:p>
          <a:p>
            <a:endParaRPr/>
          </a:p>
          <a:p>
            <a:r>
              <a:t>Q: "How do we convince management to allocate time for refactoring?"</a:t>
            </a:r>
          </a:p>
          <a:p>
            <a:r>
              <a:t>A: "Show them the numbers. 4.2x faster means you can refactor WITHOUT slowing feature delivery. It's not either/or anymore - it's both."</a:t>
            </a:r>
          </a:p>
          <a:p>
            <a:endParaRPr/>
          </a:p>
          <a:p>
            <a:r>
              <a:t>Q: "What if tests fail after refactoring?"</a:t>
            </a:r>
          </a:p>
          <a:p>
            <a:r>
              <a:t>A: "That's the beauty of comprehensive tests - they tell you immediately. And because you can revert via git, there's no risk. Safety net exists."</a:t>
            </a:r>
          </a:p>
          <a:p>
            <a:endParaRPr/>
          </a:p>
          <a:p>
            <a:r>
              <a:t>Q: "Do we need to learn gomock and all these patterns first?"</a:t>
            </a:r>
          </a:p>
          <a:p>
            <a:r>
              <a:t>A: "No! That's the point. AI generates the patterns. You learn by seeing the generated code. Reverse learning - output before theory."</a:t>
            </a:r>
          </a:p>
          <a:p>
            <a:endParaRPr/>
          </a:p>
          <a:p>
            <a:r>
              <a:t>CLOSING ENERGY:</a:t>
            </a:r>
          </a:p>
          <a:p>
            <a:r>
              <a:t>"Thank you! Remember: Technical debt is no longer your enemy. With AI, paying it down is FAST. See you in Session 3 for Security &amp; DevOps! 🚀"</a:t>
            </a:r>
          </a:p>
          <a:p>
            <a:endParaRPr/>
          </a:p>
        </p:txBody>
      </p:sp>
      <p:sp>
        <p:nvSpPr>
          <p:cNvPr id="4" name="Slide Number Placeholder 3"/>
          <p:cNvSpPr>
            <a:spLocks noGrp="1"/>
          </p:cNvSpPr>
          <p:nvPr>
            <p:ph type="sldNum" sz="quarter" idx="5"/>
          </p:nvPr>
        </p:nvSpPr>
        <p:spPr/>
      </p:sp>
    </p:spTree>
  </p:cSld>
  <p:clrMapOvr>
    <a:masterClrMapping/>
  </p:clrMapOvr>
</p:note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2.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3.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4.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5.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6.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7.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8.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9.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0.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2.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3.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4.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5.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6.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p="http://schemas.openxmlformats.org/presentationml/2006/main" showMasterSp="0" type="title" preserve="1">
  <p:cSld name="Title Slide">
    <p:spTree>
      <p:nvGrpSpPr>
        <p:cNvPr id="1" name=""/>
        <p:cNvGrpSpPr/>
        <p:nvPr/>
      </p:nvGrpSpPr>
      <p:grpSpPr>
        <a:xfrm>
          <a:off x="0" y="0"/>
          <a:ext cx="0" cy="0"/>
          <a:chOff x="0" y="0"/>
          <a:chExt cx="0" cy="0"/>
        </a:xfrm>
      </p:grpSpPr>
      <p:grpSp>
        <p:nvGrpSpPr>
          <p:cNvPr id="7" name="Group 6"/>
          <p:cNvGrpSpPr/>
          <p:nvPr/>
        </p:nvGrpSpPr>
        <p:grpSpPr>
          <a:xfrm>
            <a:off x="-8466" y="-8468"/>
            <a:ext cx="9169804" cy="6874935"/>
            <a:chOff x="-8466" y="-8468"/>
            <a:chExt cx="9169804" cy="6874935"/>
          </a:xfrm>
        </p:grpSpPr>
        <p:cxnSp>
          <p:nvCxnSpPr>
            <p:cNvPr id="17" name="Straight Connector 16"/>
            <p:cNvCxnSpPr/>
            <p:nvPr/>
          </p:nvCxnSpPr>
          <p:spPr>
            <a:xfrm flipV="1">
              <a:off x="5130830" y="4175605"/>
              <a:ext cx="4022475" cy="2682396"/>
            </a:xfrm>
            <a:prstGeom prst="line">
              <a:avLst/>
            </a:prstGeom>
            <a:ln w="9525">
              <a:solidFill>
                <a:schemeClr val="bg1">
                  <a:lumMod val="85000"/>
                </a:schemeClr>
              </a:solidFill>
            </a:ln>
          </p:spPr>
          <p:style>
            <a:lnRef idx="2">
              <a:schemeClr val="accent1"/>
            </a:lnRef>
            <a:fillRef idx="0">
              <a:schemeClr val="accent1"/>
            </a:fillRef>
            <a:effectRef idx="1">
              <a:schemeClr val="accent1"/>
            </a:effectRef>
            <a:fontRef idx="minor">
              <a:schemeClr val="tx1"/>
            </a:fontRef>
          </p:style>
        </p:cxnSp>
        <p:cxnSp>
          <p:nvCxnSpPr>
            <p:cNvPr id="18" name="Straight Connector 17"/>
            <p:cNvCxnSpPr/>
            <p:nvPr/>
          </p:nvCxnSpPr>
          <p:spPr>
            <a:xfrm>
              <a:off x="7042707" y="0"/>
              <a:ext cx="1219200" cy="6858000"/>
            </a:xfrm>
            <a:prstGeom prst="line">
              <a:avLst/>
            </a:prstGeom>
            <a:ln w="9525">
              <a:solidFill>
                <a:schemeClr val="bg1">
                  <a:lumMod val="75000"/>
                </a:schemeClr>
              </a:solidFill>
            </a:ln>
          </p:spPr>
          <p:style>
            <a:lnRef idx="2">
              <a:schemeClr val="accent1"/>
            </a:lnRef>
            <a:fillRef idx="0">
              <a:schemeClr val="accent1"/>
            </a:fillRef>
            <a:effectRef idx="1">
              <a:schemeClr val="accent1"/>
            </a:effectRef>
            <a:fontRef idx="minor">
              <a:schemeClr val="tx1"/>
            </a:fontRef>
          </p:style>
        </p:cxnSp>
        <p:sp>
          <p:nvSpPr>
            <p:cNvPr id="19" name="Freeform 18"/>
            <p:cNvSpPr/>
            <p:nvPr/>
          </p:nvSpPr>
          <p:spPr>
            <a:xfrm>
              <a:off x="6891896" y="1"/>
              <a:ext cx="2269442" cy="6866466"/>
            </a:xfrm>
            <a:custGeom>
              <a:avLst/>
              <a:gdLst/>
              <a:ahLst/>
              <a:cxnLst/>
              <a:rect l="l" t="t" r="r" b="b"/>
              <a:pathLst>
                <a:path w="2269442" h="6866466">
                  <a:moveTo>
                    <a:pt x="2023534" y="0"/>
                  </a:moveTo>
                  <a:lnTo>
                    <a:pt x="0" y="6858000"/>
                  </a:lnTo>
                  <a:lnTo>
                    <a:pt x="2269067" y="6866466"/>
                  </a:lnTo>
                  <a:cubicBezTo>
                    <a:pt x="2271889" y="4580466"/>
                    <a:pt x="2257778" y="2294466"/>
                    <a:pt x="2260600" y="8466"/>
                  </a:cubicBezTo>
                  <a:lnTo>
                    <a:pt x="2023534" y="0"/>
                  </a:lnTo>
                  <a:close/>
                </a:path>
              </a:pathLst>
            </a:custGeom>
            <a:solidFill>
              <a:schemeClr val="accent1">
                <a:alpha val="30000"/>
              </a:schemeClr>
            </a:solidFill>
            <a:ln>
              <a:noFill/>
            </a:ln>
            <a:effectLst/>
          </p:spPr>
          <p:style>
            <a:lnRef idx="1">
              <a:schemeClr val="accent1"/>
            </a:lnRef>
            <a:fillRef idx="3">
              <a:schemeClr val="accent1"/>
            </a:fillRef>
            <a:effectRef idx="2">
              <a:schemeClr val="accent1"/>
            </a:effectRef>
            <a:fontRef idx="minor">
              <a:schemeClr val="lt1"/>
            </a:fontRef>
          </p:style>
        </p:sp>
        <p:sp>
          <p:nvSpPr>
            <p:cNvPr id="20" name="Freeform 19"/>
            <p:cNvSpPr/>
            <p:nvPr/>
          </p:nvSpPr>
          <p:spPr>
            <a:xfrm>
              <a:off x="7205158" y="-8467"/>
              <a:ext cx="1948147" cy="6866467"/>
            </a:xfrm>
            <a:custGeom>
              <a:avLst/>
              <a:gdLst/>
              <a:ahLst/>
              <a:cxnLst/>
              <a:rect l="l" t="t" r="r" b="b"/>
              <a:pathLst>
                <a:path w="1948147" h="6866467">
                  <a:moveTo>
                    <a:pt x="0" y="0"/>
                  </a:moveTo>
                  <a:lnTo>
                    <a:pt x="1202267" y="6866467"/>
                  </a:lnTo>
                  <a:lnTo>
                    <a:pt x="1947333" y="6866467"/>
                  </a:lnTo>
                  <a:cubicBezTo>
                    <a:pt x="1944511" y="4577645"/>
                    <a:pt x="1950155" y="2288822"/>
                    <a:pt x="1947333" y="0"/>
                  </a:cubicBezTo>
                  <a:lnTo>
                    <a:pt x="0" y="0"/>
                  </a:lnTo>
                  <a:close/>
                </a:path>
              </a:pathLst>
            </a:custGeom>
            <a:solidFill>
              <a:schemeClr val="accent1">
                <a:alpha val="20000"/>
              </a:schemeClr>
            </a:solidFill>
            <a:ln>
              <a:noFill/>
            </a:ln>
            <a:effectLst/>
          </p:spPr>
          <p:style>
            <a:lnRef idx="1">
              <a:schemeClr val="accent1"/>
            </a:lnRef>
            <a:fillRef idx="3">
              <a:schemeClr val="accent1"/>
            </a:fillRef>
            <a:effectRef idx="2">
              <a:schemeClr val="accent1"/>
            </a:effectRef>
            <a:fontRef idx="minor">
              <a:schemeClr val="lt1"/>
            </a:fontRef>
          </p:style>
        </p:sp>
        <p:sp>
          <p:nvSpPr>
            <p:cNvPr id="21" name="Freeform 20"/>
            <p:cNvSpPr/>
            <p:nvPr/>
          </p:nvSpPr>
          <p:spPr>
            <a:xfrm>
              <a:off x="6637896" y="3920066"/>
              <a:ext cx="2513565" cy="2937933"/>
            </a:xfrm>
            <a:custGeom>
              <a:avLst/>
              <a:gdLst/>
              <a:ahLst/>
              <a:cxnLst/>
              <a:rect l="l" t="t" r="r" b="b"/>
              <a:pathLst>
                <a:path w="3259667" h="3810000">
                  <a:moveTo>
                    <a:pt x="0" y="3810000"/>
                  </a:moveTo>
                  <a:lnTo>
                    <a:pt x="3251200" y="0"/>
                  </a:lnTo>
                  <a:cubicBezTo>
                    <a:pt x="3254022" y="1270000"/>
                    <a:pt x="3256845" y="2540000"/>
                    <a:pt x="3259667" y="3810000"/>
                  </a:cubicBezTo>
                  <a:lnTo>
                    <a:pt x="0" y="3810000"/>
                  </a:lnTo>
                  <a:close/>
                </a:path>
              </a:pathLst>
            </a:custGeom>
            <a:solidFill>
              <a:schemeClr val="accent2">
                <a:alpha val="72000"/>
              </a:schemeClr>
            </a:solidFill>
            <a:ln>
              <a:noFill/>
            </a:ln>
            <a:effectLst/>
          </p:spPr>
          <p:style>
            <a:lnRef idx="1">
              <a:schemeClr val="accent1"/>
            </a:lnRef>
            <a:fillRef idx="3">
              <a:schemeClr val="accent1"/>
            </a:fillRef>
            <a:effectRef idx="2">
              <a:schemeClr val="accent1"/>
            </a:effectRef>
            <a:fontRef idx="minor">
              <a:schemeClr val="lt1"/>
            </a:fontRef>
          </p:style>
        </p:sp>
        <p:sp>
          <p:nvSpPr>
            <p:cNvPr id="22" name="Freeform 21"/>
            <p:cNvSpPr/>
            <p:nvPr/>
          </p:nvSpPr>
          <p:spPr>
            <a:xfrm>
              <a:off x="7010429" y="-8467"/>
              <a:ext cx="2142876" cy="6866467"/>
            </a:xfrm>
            <a:custGeom>
              <a:avLst/>
              <a:gdLst/>
              <a:ahLst/>
              <a:cxnLst/>
              <a:rect l="l" t="t" r="r" b="b"/>
              <a:pathLst>
                <a:path w="2853267" h="6866467">
                  <a:moveTo>
                    <a:pt x="0" y="0"/>
                  </a:moveTo>
                  <a:lnTo>
                    <a:pt x="2472267" y="6866467"/>
                  </a:lnTo>
                  <a:lnTo>
                    <a:pt x="2853267" y="6858000"/>
                  </a:lnTo>
                  <a:lnTo>
                    <a:pt x="2853267" y="0"/>
                  </a:lnTo>
                  <a:lnTo>
                    <a:pt x="0" y="0"/>
                  </a:lnTo>
                  <a:close/>
                </a:path>
              </a:pathLst>
            </a:custGeom>
            <a:solidFill>
              <a:schemeClr val="accent2">
                <a:lumMod val="75000"/>
                <a:alpha val="70000"/>
              </a:schemeClr>
            </a:solidFill>
            <a:ln>
              <a:noFill/>
            </a:ln>
            <a:effectLst/>
          </p:spPr>
          <p:style>
            <a:lnRef idx="1">
              <a:schemeClr val="accent1"/>
            </a:lnRef>
            <a:fillRef idx="3">
              <a:schemeClr val="accent1"/>
            </a:fillRef>
            <a:effectRef idx="2">
              <a:schemeClr val="accent1"/>
            </a:effectRef>
            <a:fontRef idx="minor">
              <a:schemeClr val="lt1"/>
            </a:fontRef>
          </p:style>
        </p:sp>
        <p:sp>
          <p:nvSpPr>
            <p:cNvPr id="23" name="Freeform 22"/>
            <p:cNvSpPr/>
            <p:nvPr/>
          </p:nvSpPr>
          <p:spPr>
            <a:xfrm>
              <a:off x="8295776" y="-8467"/>
              <a:ext cx="857530" cy="6866467"/>
            </a:xfrm>
            <a:custGeom>
              <a:avLst/>
              <a:gdLst/>
              <a:ahLst/>
              <a:cxnLst/>
              <a:rect l="l" t="t" r="r" b="b"/>
              <a:pathLst>
                <a:path w="1286933" h="6866467">
                  <a:moveTo>
                    <a:pt x="1016000" y="0"/>
                  </a:moveTo>
                  <a:lnTo>
                    <a:pt x="0" y="6866467"/>
                  </a:lnTo>
                  <a:lnTo>
                    <a:pt x="1286933" y="6866467"/>
                  </a:lnTo>
                  <a:cubicBezTo>
                    <a:pt x="1284111" y="4577645"/>
                    <a:pt x="1281288" y="2288822"/>
                    <a:pt x="1278466" y="0"/>
                  </a:cubicBezTo>
                  <a:lnTo>
                    <a:pt x="1016000" y="0"/>
                  </a:lnTo>
                  <a:close/>
                </a:path>
              </a:pathLst>
            </a:custGeom>
            <a:solidFill>
              <a:schemeClr val="accent1">
                <a:lumMod val="60000"/>
                <a:lumOff val="40000"/>
                <a:alpha val="70000"/>
              </a:schemeClr>
            </a:solidFill>
            <a:ln>
              <a:noFill/>
            </a:ln>
            <a:effectLst/>
          </p:spPr>
          <p:style>
            <a:lnRef idx="1">
              <a:schemeClr val="accent1"/>
            </a:lnRef>
            <a:fillRef idx="3">
              <a:schemeClr val="accent1"/>
            </a:fillRef>
            <a:effectRef idx="2">
              <a:schemeClr val="accent1"/>
            </a:effectRef>
            <a:fontRef idx="minor">
              <a:schemeClr val="lt1"/>
            </a:fontRef>
          </p:style>
        </p:sp>
        <p:sp>
          <p:nvSpPr>
            <p:cNvPr id="24" name="Freeform 23"/>
            <p:cNvSpPr/>
            <p:nvPr/>
          </p:nvSpPr>
          <p:spPr>
            <a:xfrm>
              <a:off x="8077231" y="-8468"/>
              <a:ext cx="1066770" cy="6866467"/>
            </a:xfrm>
            <a:custGeom>
              <a:avLst/>
              <a:gdLst/>
              <a:ahLst/>
              <a:cxnLst/>
              <a:rect l="l" t="t" r="r" b="b"/>
              <a:pathLst>
                <a:path w="1270244" h="6866467">
                  <a:moveTo>
                    <a:pt x="0" y="0"/>
                  </a:moveTo>
                  <a:lnTo>
                    <a:pt x="1117600" y="6866467"/>
                  </a:lnTo>
                  <a:lnTo>
                    <a:pt x="1270000" y="6866467"/>
                  </a:lnTo>
                  <a:cubicBezTo>
                    <a:pt x="1272822" y="4574822"/>
                    <a:pt x="1250245" y="2291645"/>
                    <a:pt x="1253067" y="0"/>
                  </a:cubicBezTo>
                  <a:lnTo>
                    <a:pt x="0" y="0"/>
                  </a:lnTo>
                  <a:close/>
                </a:path>
              </a:pathLst>
            </a:custGeom>
            <a:solidFill>
              <a:schemeClr val="accent1">
                <a:alpha val="65000"/>
              </a:schemeClr>
            </a:solidFill>
            <a:ln>
              <a:noFill/>
            </a:ln>
            <a:effectLst/>
          </p:spPr>
          <p:style>
            <a:lnRef idx="1">
              <a:schemeClr val="accent1"/>
            </a:lnRef>
            <a:fillRef idx="3">
              <a:schemeClr val="accent1"/>
            </a:fillRef>
            <a:effectRef idx="2">
              <a:schemeClr val="accent1"/>
            </a:effectRef>
            <a:fontRef idx="minor">
              <a:schemeClr val="lt1"/>
            </a:fontRef>
          </p:style>
        </p:sp>
        <p:sp>
          <p:nvSpPr>
            <p:cNvPr id="25" name="Freeform 24"/>
            <p:cNvSpPr/>
            <p:nvPr/>
          </p:nvSpPr>
          <p:spPr>
            <a:xfrm>
              <a:off x="8060297" y="4893733"/>
              <a:ext cx="1094086" cy="1964267"/>
            </a:xfrm>
            <a:custGeom>
              <a:avLst/>
              <a:gdLst/>
              <a:ahLst/>
              <a:cxnLst/>
              <a:rect l="l" t="t" r="r" b="b"/>
              <a:pathLst>
                <a:path w="1820333" h="3268133">
                  <a:moveTo>
                    <a:pt x="0" y="3268133"/>
                  </a:moveTo>
                  <a:lnTo>
                    <a:pt x="1811866" y="0"/>
                  </a:lnTo>
                  <a:cubicBezTo>
                    <a:pt x="1814688" y="1086555"/>
                    <a:pt x="1817511" y="2173111"/>
                    <a:pt x="1820333" y="3259666"/>
                  </a:cubicBezTo>
                  <a:lnTo>
                    <a:pt x="0" y="3268133"/>
                  </a:lnTo>
                  <a:close/>
                </a:path>
              </a:pathLst>
            </a:custGeom>
            <a:solidFill>
              <a:schemeClr val="accent1">
                <a:alpha val="80000"/>
              </a:schemeClr>
            </a:solidFill>
            <a:ln>
              <a:noFill/>
            </a:ln>
            <a:effectLst/>
          </p:spPr>
          <p:style>
            <a:lnRef idx="1">
              <a:schemeClr val="accent1"/>
            </a:lnRef>
            <a:fillRef idx="3">
              <a:schemeClr val="accent1"/>
            </a:fillRef>
            <a:effectRef idx="2">
              <a:schemeClr val="accent1"/>
            </a:effectRef>
            <a:fontRef idx="minor">
              <a:schemeClr val="lt1"/>
            </a:fontRef>
          </p:style>
        </p:sp>
        <p:sp>
          <p:nvSpPr>
            <p:cNvPr id="28" name="Freeform 27"/>
            <p:cNvSpPr/>
            <p:nvPr/>
          </p:nvSpPr>
          <p:spPr>
            <a:xfrm>
              <a:off x="-8466" y="-8468"/>
              <a:ext cx="863600" cy="5698067"/>
            </a:xfrm>
            <a:custGeom>
              <a:avLst/>
              <a:gdLst/>
              <a:ahLst/>
              <a:cxnLst/>
              <a:rect l="l" t="t" r="r" b="b"/>
              <a:pathLst>
                <a:path w="863600" h="5698067">
                  <a:moveTo>
                    <a:pt x="0" y="8467"/>
                  </a:moveTo>
                  <a:lnTo>
                    <a:pt x="863600" y="0"/>
                  </a:lnTo>
                  <a:lnTo>
                    <a:pt x="863600" y="16934"/>
                  </a:lnTo>
                  <a:lnTo>
                    <a:pt x="0" y="5698067"/>
                  </a:lnTo>
                  <a:lnTo>
                    <a:pt x="0" y="8467"/>
                  </a:lnTo>
                  <a:close/>
                </a:path>
              </a:pathLst>
            </a:custGeom>
            <a:solidFill>
              <a:schemeClr val="accent1">
                <a:alpha val="85000"/>
              </a:schemeClr>
            </a:solidFill>
            <a:ln>
              <a:noFill/>
            </a:ln>
            <a:effectLst/>
          </p:spPr>
          <p:style>
            <a:lnRef idx="1">
              <a:schemeClr val="accent1"/>
            </a:lnRef>
            <a:fillRef idx="3">
              <a:schemeClr val="accent1"/>
            </a:fillRef>
            <a:effectRef idx="2">
              <a:schemeClr val="accent1"/>
            </a:effectRef>
            <a:fontRef idx="minor">
              <a:schemeClr val="lt1"/>
            </a:fontRef>
          </p:style>
        </p:sp>
      </p:grpSp>
      <p:sp>
        <p:nvSpPr>
          <p:cNvPr id="2" name="Title 1"/>
          <p:cNvSpPr>
            <a:spLocks noGrp="1"/>
          </p:cNvSpPr>
          <p:nvPr>
            <p:ph type="ctrTitle"/>
          </p:nvPr>
        </p:nvSpPr>
        <p:spPr>
          <a:xfrm>
            <a:off x="1130595" y="2404534"/>
            <a:ext cx="5826719" cy="1646302"/>
          </a:xfrm>
        </p:spPr>
        <p:txBody>
          <a:bodyPr anchor="b">
            <a:noAutofit/>
          </a:bodyPr>
          <a:lstStyle>
            <a:lvl1pPr algn="r">
              <a:defRPr sz="5400">
                <a:solidFill>
                  <a:schemeClr val="accent1"/>
                </a:solidFill>
              </a:defRPr>
            </a:lvl1pPr>
          </a:lstStyle>
          <a:p>
            <a:r>
              <a:rPr lang="en-US"/>
              <a:t>Click to edit Master title style</a:t>
            </a:r>
            <a:endParaRPr lang="en-US" dirty="0"/>
          </a:p>
        </p:txBody>
      </p:sp>
      <p:sp>
        <p:nvSpPr>
          <p:cNvPr id="3" name="Subtitle 2"/>
          <p:cNvSpPr>
            <a:spLocks noGrp="1"/>
          </p:cNvSpPr>
          <p:nvPr>
            <p:ph type="subTitle" idx="1"/>
          </p:nvPr>
        </p:nvSpPr>
        <p:spPr>
          <a:xfrm>
            <a:off x="1130595" y="4050834"/>
            <a:ext cx="5826719" cy="1096899"/>
          </a:xfrm>
        </p:spPr>
        <p:txBody>
          <a:bodyPr anchor="t"/>
          <a:lstStyle>
            <a:lvl1pPr marL="0" indent="0" algn="r">
              <a:buNone/>
              <a:defRPr>
                <a:solidFill>
                  <a:schemeClr val="tx1">
                    <a:lumMod val="50000"/>
                    <a:lumOff val="50000"/>
                  </a:schemeClr>
                </a:solidFill>
              </a:defRPr>
            </a:lvl1pPr>
            <a:lvl2pPr marL="457200" indent="0" algn="ctr">
              <a:buNone/>
              <a:defRPr>
                <a:solidFill>
                  <a:schemeClr val="tx1">
                    <a:tint val="75000"/>
                  </a:schemeClr>
                </a:solidFill>
              </a:defRPr>
            </a:lvl2pPr>
            <a:lvl3pPr marL="914400" indent="0" algn="ctr">
              <a:buNone/>
              <a:defRPr>
                <a:solidFill>
                  <a:schemeClr val="tx1">
                    <a:tint val="75000"/>
                  </a:schemeClr>
                </a:solidFill>
              </a:defRPr>
            </a:lvl3pPr>
            <a:lvl4pPr marL="1371600" indent="0" algn="ctr">
              <a:buNone/>
              <a:defRPr>
                <a:solidFill>
                  <a:schemeClr val="tx1">
                    <a:tint val="75000"/>
                  </a:schemeClr>
                </a:solidFill>
              </a:defRPr>
            </a:lvl4pPr>
            <a:lvl5pPr marL="1828800" indent="0" algn="ctr">
              <a:buNone/>
              <a:defRPr>
                <a:solidFill>
                  <a:schemeClr val="tx1">
                    <a:tint val="75000"/>
                  </a:schemeClr>
                </a:solidFill>
              </a:defRPr>
            </a:lvl5pPr>
            <a:lvl6pPr marL="2286000" indent="0" algn="ctr">
              <a:buNone/>
              <a:defRPr>
                <a:solidFill>
                  <a:schemeClr val="tx1">
                    <a:tint val="75000"/>
                  </a:schemeClr>
                </a:solidFill>
              </a:defRPr>
            </a:lvl6pPr>
            <a:lvl7pPr marL="2743200" indent="0" algn="ctr">
              <a:buNone/>
              <a:defRPr>
                <a:solidFill>
                  <a:schemeClr val="tx1">
                    <a:tint val="75000"/>
                  </a:schemeClr>
                </a:solidFill>
              </a:defRPr>
            </a:lvl7pPr>
            <a:lvl8pPr marL="3200400" indent="0" algn="ctr">
              <a:buNone/>
              <a:defRPr>
                <a:solidFill>
                  <a:schemeClr val="tx1">
                    <a:tint val="75000"/>
                  </a:schemeClr>
                </a:solidFill>
              </a:defRPr>
            </a:lvl8pPr>
            <a:lvl9pPr marL="3657600" indent="0" algn="ctr">
              <a:buNone/>
              <a:defRPr>
                <a:solidFill>
                  <a:schemeClr val="tx1">
                    <a:tint val="75000"/>
                  </a:schemeClr>
                </a:solidFill>
              </a:defRPr>
            </a:lvl9pPr>
          </a:lstStyle>
          <a:p>
            <a:r>
              <a:rPr lang="en-US"/>
              <a:t>Click to edit Master subtitle style</a:t>
            </a:r>
            <a:endParaRPr lang="en-US" dirty="0"/>
          </a:p>
        </p:txBody>
      </p:sp>
      <p:sp>
        <p:nvSpPr>
          <p:cNvPr id="4" name="Date Placeholder 3"/>
          <p:cNvSpPr>
            <a:spLocks noGrp="1"/>
          </p:cNvSpPr>
          <p:nvPr>
            <p:ph type="dt" sz="half" idx="10"/>
          </p:nvPr>
        </p:nvSpPr>
        <p:spPr/>
        <p:txBody>
          <a:bodyPr/>
          <a:lstStyle/>
          <a:p>
            <a:fld id="{5BCAD085-E8A6-8845-BD4E-CB4CCA059FC4}" type="datetimeFigureOut">
              <a:rPr lang="en-US" smtClean="0"/>
              <a:t>1/8/2026</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685740415"/>
      </p:ext>
    </p:extLst>
  </p:cSld>
  <p:clrMapOvr>
    <a:masterClrMapping/>
  </p:clrMapOvr>
</p:sldLayout>
</file>

<file path=ppt/slideLayouts/slideLayout2.xml><?xml version="1.0" encoding="utf-8"?>
<p:sldLayout xmlns:a="http://schemas.openxmlformats.org/drawingml/2006/main" xmlns:r="http://schemas.openxmlformats.org/officeDocument/2006/relationships" xmlns:p="http://schemas.openxmlformats.org/presentationml/2006/main" type="obj" preserve="1">
  <p:cSld name="Title and Conten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a:t>Click to edit Master title style</a:t>
            </a:r>
            <a:endParaRPr lang="en-US" dirty="0"/>
          </a:p>
        </p:txBody>
      </p:sp>
      <p:sp>
        <p:nvSpPr>
          <p:cNvPr id="3" name="Content Placeholder 2"/>
          <p:cNvSpPr>
            <a:spLocks noGrp="1"/>
          </p:cNvSpPr>
          <p:nvPr>
            <p:ph idx="1"/>
          </p:nvPr>
        </p:nvSpPr>
        <p:spPr/>
        <p:txBody>
          <a:body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endParaRPr lang="en-US" dirty="0"/>
          </a:p>
        </p:txBody>
      </p:sp>
      <p:sp>
        <p:nvSpPr>
          <p:cNvPr id="4" name="Date Placeholder 3"/>
          <p:cNvSpPr>
            <a:spLocks noGrp="1"/>
          </p:cNvSpPr>
          <p:nvPr>
            <p:ph type="dt" sz="half" idx="10"/>
          </p:nvPr>
        </p:nvSpPr>
        <p:spPr/>
        <p:txBody>
          <a:bodyPr/>
          <a:lstStyle/>
          <a:p>
            <a:fld id="{5BCAD085-E8A6-8845-BD4E-CB4CCA059FC4}" type="datetimeFigureOut">
              <a:rPr lang="en-US" smtClean="0"/>
              <a:t>1/8/2026</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2873213911"/>
      </p:ext>
    </p:extLst>
  </p:cSld>
  <p:clrMapOvr>
    <a:masterClrMapping/>
  </p:clrMapOvr>
</p:sldLayout>
</file>

<file path=ppt/slideLayouts/slideLayout3.xml><?xml version="1.0" encoding="utf-8"?>
<p:sldLayout xmlns:a="http://schemas.openxmlformats.org/drawingml/2006/main" xmlns:r="http://schemas.openxmlformats.org/officeDocument/2006/relationships" xmlns:p="http://schemas.openxmlformats.org/presentationml/2006/main" type="secHead" preserve="1">
  <p:cSld name="Section Header">
    <p:spTree>
      <p:nvGrpSpPr>
        <p:cNvPr id="1" name=""/>
        <p:cNvGrpSpPr/>
        <p:nvPr/>
      </p:nvGrpSpPr>
      <p:grpSpPr>
        <a:xfrm>
          <a:off x="0" y="0"/>
          <a:ext cx="0" cy="0"/>
          <a:chOff x="0" y="0"/>
          <a:chExt cx="0" cy="0"/>
        </a:xfrm>
      </p:grpSpPr>
      <p:sp>
        <p:nvSpPr>
          <p:cNvPr id="2" name="Title 1"/>
          <p:cNvSpPr>
            <a:spLocks noGrp="1"/>
          </p:cNvSpPr>
          <p:nvPr>
            <p:ph type="title"/>
          </p:nvPr>
        </p:nvSpPr>
        <p:spPr>
          <a:xfrm>
            <a:off x="609598" y="2700868"/>
            <a:ext cx="6347715" cy="1826581"/>
          </a:xfrm>
        </p:spPr>
        <p:txBody>
          <a:bodyPr anchor="b"/>
          <a:lstStyle>
            <a:lvl1pPr algn="l">
              <a:defRPr sz="4000" b="0" cap="none"/>
            </a:lvl1pPr>
          </a:lstStyle>
          <a:p>
            <a:r>
              <a:rPr lang="en-US"/>
              <a:t>Click to edit Master title style</a:t>
            </a:r>
            <a:endParaRPr lang="en-US" dirty="0"/>
          </a:p>
        </p:txBody>
      </p:sp>
      <p:sp>
        <p:nvSpPr>
          <p:cNvPr id="3" name="Text Placeholder 2"/>
          <p:cNvSpPr>
            <a:spLocks noGrp="1"/>
          </p:cNvSpPr>
          <p:nvPr>
            <p:ph type="body" idx="1"/>
          </p:nvPr>
        </p:nvSpPr>
        <p:spPr>
          <a:xfrm>
            <a:off x="609598" y="4527448"/>
            <a:ext cx="6347715" cy="860400"/>
          </a:xfrm>
        </p:spPr>
        <p:txBody>
          <a:bodyPr anchor="t"/>
          <a:lstStyle>
            <a:lvl1pPr marL="0" indent="0" algn="l">
              <a:buNone/>
              <a:defRPr sz="2000">
                <a:solidFill>
                  <a:schemeClr val="tx1">
                    <a:lumMod val="50000"/>
                    <a:lumOff val="50000"/>
                  </a:schemeClr>
                </a:solidFill>
              </a:defRPr>
            </a:lvl1pPr>
            <a:lvl2pPr marL="457200" indent="0">
              <a:buNone/>
              <a:defRPr sz="1800">
                <a:solidFill>
                  <a:schemeClr val="tx1">
                    <a:tint val="75000"/>
                  </a:schemeClr>
                </a:solidFill>
              </a:defRPr>
            </a:lvl2pPr>
            <a:lvl3pPr marL="914400" indent="0">
              <a:buNone/>
              <a:defRPr sz="1600">
                <a:solidFill>
                  <a:schemeClr val="tx1">
                    <a:tint val="75000"/>
                  </a:schemeClr>
                </a:solidFill>
              </a:defRPr>
            </a:lvl3pPr>
            <a:lvl4pPr marL="1371600" indent="0">
              <a:buNone/>
              <a:defRPr sz="1400">
                <a:solidFill>
                  <a:schemeClr val="tx1">
                    <a:tint val="75000"/>
                  </a:schemeClr>
                </a:solidFill>
              </a:defRPr>
            </a:lvl4pPr>
            <a:lvl5pPr marL="1828800" indent="0">
              <a:buNone/>
              <a:defRPr sz="1400">
                <a:solidFill>
                  <a:schemeClr val="tx1">
                    <a:tint val="75000"/>
                  </a:schemeClr>
                </a:solidFill>
              </a:defRPr>
            </a:lvl5pPr>
            <a:lvl6pPr marL="2286000" indent="0">
              <a:buNone/>
              <a:defRPr sz="1400">
                <a:solidFill>
                  <a:schemeClr val="tx1">
                    <a:tint val="75000"/>
                  </a:schemeClr>
                </a:solidFill>
              </a:defRPr>
            </a:lvl6pPr>
            <a:lvl7pPr marL="2743200" indent="0">
              <a:buNone/>
              <a:defRPr sz="1400">
                <a:solidFill>
                  <a:schemeClr val="tx1">
                    <a:tint val="75000"/>
                  </a:schemeClr>
                </a:solidFill>
              </a:defRPr>
            </a:lvl7pPr>
            <a:lvl8pPr marL="3200400" indent="0">
              <a:buNone/>
              <a:defRPr sz="1400">
                <a:solidFill>
                  <a:schemeClr val="tx1">
                    <a:tint val="75000"/>
                  </a:schemeClr>
                </a:solidFill>
              </a:defRPr>
            </a:lvl8pPr>
            <a:lvl9pPr marL="3657600" indent="0">
              <a:buNone/>
              <a:defRPr sz="1400">
                <a:solidFill>
                  <a:schemeClr val="tx1">
                    <a:tint val="75000"/>
                  </a:schemeClr>
                </a:solidFill>
              </a:defRPr>
            </a:lvl9pPr>
          </a:lstStyle>
          <a:p>
            <a:pPr lvl="0"/>
            <a:r>
              <a:rPr lang="en-US"/>
              <a:t>Click to edit Master text styles</a:t>
            </a:r>
          </a:p>
        </p:txBody>
      </p:sp>
      <p:sp>
        <p:nvSpPr>
          <p:cNvPr id="4" name="Date Placeholder 3"/>
          <p:cNvSpPr>
            <a:spLocks noGrp="1"/>
          </p:cNvSpPr>
          <p:nvPr>
            <p:ph type="dt" sz="half" idx="10"/>
          </p:nvPr>
        </p:nvSpPr>
        <p:spPr/>
        <p:txBody>
          <a:bodyPr/>
          <a:lstStyle/>
          <a:p>
            <a:fld id="{5BCAD085-E8A6-8845-BD4E-CB4CCA059FC4}" type="datetimeFigureOut">
              <a:rPr lang="en-US" smtClean="0"/>
              <a:t>1/8/2026</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3280162087"/>
      </p:ext>
    </p:extLst>
  </p:cSld>
  <p:clrMapOvr>
    <a:masterClrMapping/>
  </p:clrMapOvr>
</p:sldLayout>
</file>

<file path=ppt/slideLayouts/slideLayout4.xml><?xml version="1.0" encoding="utf-8"?>
<p:sldLayout xmlns:a="http://schemas.openxmlformats.org/drawingml/2006/main" xmlns:r="http://schemas.openxmlformats.org/officeDocument/2006/relationships" xmlns:p="http://schemas.openxmlformats.org/presentationml/2006/main" type="twoObj" preserve="1">
  <p:cSld name="Two Content">
    <p:spTree>
      <p:nvGrpSpPr>
        <p:cNvPr id="1" name=""/>
        <p:cNvGrpSpPr/>
        <p:nvPr/>
      </p:nvGrpSpPr>
      <p:grpSpPr>
        <a:xfrm>
          <a:off x="0" y="0"/>
          <a:ext cx="0" cy="0"/>
          <a:chOff x="0" y="0"/>
          <a:chExt cx="0" cy="0"/>
        </a:xfrm>
      </p:grpSpPr>
      <p:sp>
        <p:nvSpPr>
          <p:cNvPr id="2" name="Title 1"/>
          <p:cNvSpPr>
            <a:spLocks noGrp="1"/>
          </p:cNvSpPr>
          <p:nvPr>
            <p:ph type="title"/>
          </p:nvPr>
        </p:nvSpPr>
        <p:spPr>
          <a:xfrm>
            <a:off x="609600" y="609600"/>
            <a:ext cx="6347714" cy="1320800"/>
          </a:xfrm>
        </p:spPr>
        <p:txBody>
          <a:bodyPr/>
          <a:lstStyle/>
          <a:p>
            <a:r>
              <a:rPr lang="en-US"/>
              <a:t>Click to edit Master title style</a:t>
            </a:r>
            <a:endParaRPr lang="en-US" dirty="0"/>
          </a:p>
        </p:txBody>
      </p:sp>
      <p:sp>
        <p:nvSpPr>
          <p:cNvPr id="3" name="Content Placeholder 2"/>
          <p:cNvSpPr>
            <a:spLocks noGrp="1"/>
          </p:cNvSpPr>
          <p:nvPr>
            <p:ph sz="half" idx="1"/>
          </p:nvPr>
        </p:nvSpPr>
        <p:spPr>
          <a:xfrm>
            <a:off x="609600" y="2160589"/>
            <a:ext cx="3088109" cy="3880772"/>
          </a:xfrm>
        </p:spPr>
        <p:txBody>
          <a:bodyPr>
            <a:normAutofit/>
          </a:bodyPr>
          <a:lstStyle>
            <a:lvl1pPr>
              <a:defRPr sz="1800"/>
            </a:lvl1pPr>
            <a:lvl2pPr>
              <a:defRPr sz="1600"/>
            </a:lvl2pPr>
            <a:lvl3pPr>
              <a:defRPr sz="1400"/>
            </a:lvl3pPr>
            <a:lvl4pPr>
              <a:defRPr sz="1200"/>
            </a:lvl4pPr>
            <a:lvl5pPr>
              <a:defRPr sz="1200"/>
            </a:lvl5pPr>
            <a:lvl6pPr>
              <a:defRPr sz="1200"/>
            </a:lvl6pPr>
            <a:lvl7pPr>
              <a:defRPr sz="1200"/>
            </a:lvl7pPr>
            <a:lvl8pPr>
              <a:defRPr sz="1200"/>
            </a:lvl8pPr>
            <a:lvl9pPr>
              <a:defRPr sz="1200"/>
            </a:lvl9p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endParaRPr lang="en-US" dirty="0"/>
          </a:p>
        </p:txBody>
      </p:sp>
      <p:sp>
        <p:nvSpPr>
          <p:cNvPr id="4" name="Content Placeholder 3"/>
          <p:cNvSpPr>
            <a:spLocks noGrp="1"/>
          </p:cNvSpPr>
          <p:nvPr>
            <p:ph sz="half" idx="2"/>
          </p:nvPr>
        </p:nvSpPr>
        <p:spPr>
          <a:xfrm>
            <a:off x="3869204" y="2160590"/>
            <a:ext cx="3088110" cy="3880773"/>
          </a:xfrm>
        </p:spPr>
        <p:txBody>
          <a:bodyPr>
            <a:normAutofit/>
          </a:bodyPr>
          <a:lstStyle>
            <a:lvl1pPr>
              <a:defRPr sz="1800"/>
            </a:lvl1pPr>
            <a:lvl2pPr>
              <a:defRPr sz="1600"/>
            </a:lvl2pPr>
            <a:lvl3pPr>
              <a:defRPr sz="1400"/>
            </a:lvl3pPr>
            <a:lvl4pPr>
              <a:defRPr sz="1200"/>
            </a:lvl4pPr>
            <a:lvl5pPr>
              <a:defRPr sz="1200"/>
            </a:lvl5pPr>
            <a:lvl6pPr>
              <a:defRPr sz="1200"/>
            </a:lvl6pPr>
            <a:lvl7pPr>
              <a:defRPr sz="1200"/>
            </a:lvl7pPr>
            <a:lvl8pPr>
              <a:defRPr sz="1200"/>
            </a:lvl8pPr>
            <a:lvl9pPr>
              <a:defRPr sz="1200"/>
            </a:lvl9p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endParaRPr lang="en-US" dirty="0"/>
          </a:p>
        </p:txBody>
      </p:sp>
      <p:sp>
        <p:nvSpPr>
          <p:cNvPr id="5" name="Date Placeholder 4"/>
          <p:cNvSpPr>
            <a:spLocks noGrp="1"/>
          </p:cNvSpPr>
          <p:nvPr>
            <p:ph type="dt" sz="half" idx="10"/>
          </p:nvPr>
        </p:nvSpPr>
        <p:spPr/>
        <p:txBody>
          <a:bodyPr/>
          <a:lstStyle/>
          <a:p>
            <a:fld id="{5BCAD085-E8A6-8845-BD4E-CB4CCA059FC4}" type="datetimeFigureOut">
              <a:rPr lang="en-US" smtClean="0"/>
              <a:t>1/8/2026</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1410567033"/>
      </p:ext>
    </p:extLst>
  </p:cSld>
  <p:clrMapOvr>
    <a:masterClrMapping/>
  </p:clrMapOvr>
</p:sldLayout>
</file>

<file path=ppt/slideLayouts/slideLayout5.xml><?xml version="1.0" encoding="utf-8"?>
<p:sldLayout xmlns:a="http://schemas.openxmlformats.org/drawingml/2006/main" xmlns:r="http://schemas.openxmlformats.org/officeDocument/2006/relationships" xmlns:p="http://schemas.openxmlformats.org/presentationml/2006/main" type="twoTxTwoObj" preserve="1">
  <p:cSld name="Comparison">
    <p:spTree>
      <p:nvGrpSpPr>
        <p:cNvPr id="1" name=""/>
        <p:cNvGrpSpPr/>
        <p:nvPr/>
      </p:nvGrpSpPr>
      <p:grpSpPr>
        <a:xfrm>
          <a:off x="0" y="0"/>
          <a:ext cx="0" cy="0"/>
          <a:chOff x="0" y="0"/>
          <a:chExt cx="0" cy="0"/>
        </a:xfrm>
      </p:grpSpPr>
      <p:sp>
        <p:nvSpPr>
          <p:cNvPr id="2" name="Title 1"/>
          <p:cNvSpPr>
            <a:spLocks noGrp="1"/>
          </p:cNvSpPr>
          <p:nvPr>
            <p:ph type="title"/>
          </p:nvPr>
        </p:nvSpPr>
        <p:spPr>
          <a:xfrm>
            <a:off x="609599" y="609600"/>
            <a:ext cx="6347713" cy="1320800"/>
          </a:xfrm>
        </p:spPr>
        <p:txBody>
          <a:bodyPr/>
          <a:lstStyle>
            <a:lvl1pPr>
              <a:defRPr/>
            </a:lvl1pPr>
          </a:lstStyle>
          <a:p>
            <a:r>
              <a:rPr lang="en-US"/>
              <a:t>Click to edit Master title style</a:t>
            </a:r>
            <a:endParaRPr lang="en-US" dirty="0"/>
          </a:p>
        </p:txBody>
      </p:sp>
      <p:sp>
        <p:nvSpPr>
          <p:cNvPr id="3" name="Text Placeholder 2"/>
          <p:cNvSpPr>
            <a:spLocks noGrp="1"/>
          </p:cNvSpPr>
          <p:nvPr>
            <p:ph type="body" idx="1"/>
          </p:nvPr>
        </p:nvSpPr>
        <p:spPr>
          <a:xfrm>
            <a:off x="609599" y="2160983"/>
            <a:ext cx="3090672" cy="576262"/>
          </a:xfrm>
        </p:spPr>
        <p:txBody>
          <a:bodyPr anchor="b">
            <a:noAutofit/>
          </a:bodyPr>
          <a:lstStyle>
            <a:lvl1pPr marL="0" indent="0">
              <a:buNone/>
              <a:defRPr sz="2400" b="0"/>
            </a:lvl1pPr>
            <a:lvl2pPr marL="457200" indent="0">
              <a:buNone/>
              <a:defRPr sz="2000" b="1"/>
            </a:lvl2pPr>
            <a:lvl3pPr marL="914400" indent="0">
              <a:buNone/>
              <a:defRPr sz="1800" b="1"/>
            </a:lvl3pPr>
            <a:lvl4pPr marL="1371600" indent="0">
              <a:buNone/>
              <a:defRPr sz="1600" b="1"/>
            </a:lvl4pPr>
            <a:lvl5pPr marL="1828800" indent="0">
              <a:buNone/>
              <a:defRPr sz="1600" b="1"/>
            </a:lvl5pPr>
            <a:lvl6pPr marL="2286000" indent="0">
              <a:buNone/>
              <a:defRPr sz="1600" b="1"/>
            </a:lvl6pPr>
            <a:lvl7pPr marL="2743200" indent="0">
              <a:buNone/>
              <a:defRPr sz="1600" b="1"/>
            </a:lvl7pPr>
            <a:lvl8pPr marL="3200400" indent="0">
              <a:buNone/>
              <a:defRPr sz="1600" b="1"/>
            </a:lvl8pPr>
            <a:lvl9pPr marL="3657600" indent="0">
              <a:buNone/>
              <a:defRPr sz="1600" b="1"/>
            </a:lvl9pPr>
          </a:lstStyle>
          <a:p>
            <a:pPr lvl="0"/>
            <a:r>
              <a:rPr lang="en-US"/>
              <a:t>Click to edit Master text styles</a:t>
            </a:r>
          </a:p>
        </p:txBody>
      </p:sp>
      <p:sp>
        <p:nvSpPr>
          <p:cNvPr id="4" name="Content Placeholder 3"/>
          <p:cNvSpPr>
            <a:spLocks noGrp="1"/>
          </p:cNvSpPr>
          <p:nvPr>
            <p:ph sz="half" idx="2"/>
          </p:nvPr>
        </p:nvSpPr>
        <p:spPr>
          <a:xfrm>
            <a:off x="609599" y="2737246"/>
            <a:ext cx="3090672" cy="3304117"/>
          </a:xfrm>
        </p:spPr>
        <p:txBody>
          <a:bodyPr>
            <a:normAutofit/>
          </a:body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endParaRPr lang="en-US" dirty="0"/>
          </a:p>
        </p:txBody>
      </p:sp>
      <p:sp>
        <p:nvSpPr>
          <p:cNvPr id="5" name="Text Placeholder 4"/>
          <p:cNvSpPr>
            <a:spLocks noGrp="1"/>
          </p:cNvSpPr>
          <p:nvPr>
            <p:ph type="body" sz="quarter" idx="3"/>
          </p:nvPr>
        </p:nvSpPr>
        <p:spPr>
          <a:xfrm>
            <a:off x="3866640" y="2160983"/>
            <a:ext cx="3090672" cy="576262"/>
          </a:xfrm>
        </p:spPr>
        <p:txBody>
          <a:bodyPr anchor="b">
            <a:noAutofit/>
          </a:bodyPr>
          <a:lstStyle>
            <a:lvl1pPr marL="0" indent="0">
              <a:buNone/>
              <a:defRPr sz="2400" b="0"/>
            </a:lvl1pPr>
            <a:lvl2pPr marL="457200" indent="0">
              <a:buNone/>
              <a:defRPr sz="2000" b="1"/>
            </a:lvl2pPr>
            <a:lvl3pPr marL="914400" indent="0">
              <a:buNone/>
              <a:defRPr sz="1800" b="1"/>
            </a:lvl3pPr>
            <a:lvl4pPr marL="1371600" indent="0">
              <a:buNone/>
              <a:defRPr sz="1600" b="1"/>
            </a:lvl4pPr>
            <a:lvl5pPr marL="1828800" indent="0">
              <a:buNone/>
              <a:defRPr sz="1600" b="1"/>
            </a:lvl5pPr>
            <a:lvl6pPr marL="2286000" indent="0">
              <a:buNone/>
              <a:defRPr sz="1600" b="1"/>
            </a:lvl6pPr>
            <a:lvl7pPr marL="2743200" indent="0">
              <a:buNone/>
              <a:defRPr sz="1600" b="1"/>
            </a:lvl7pPr>
            <a:lvl8pPr marL="3200400" indent="0">
              <a:buNone/>
              <a:defRPr sz="1600" b="1"/>
            </a:lvl8pPr>
            <a:lvl9pPr marL="3657600" indent="0">
              <a:buNone/>
              <a:defRPr sz="1600" b="1"/>
            </a:lvl9pPr>
          </a:lstStyle>
          <a:p>
            <a:pPr lvl="0"/>
            <a:r>
              <a:rPr lang="en-US"/>
              <a:t>Click to edit Master text styles</a:t>
            </a:r>
          </a:p>
        </p:txBody>
      </p:sp>
      <p:sp>
        <p:nvSpPr>
          <p:cNvPr id="6" name="Content Placeholder 5"/>
          <p:cNvSpPr>
            <a:spLocks noGrp="1"/>
          </p:cNvSpPr>
          <p:nvPr>
            <p:ph sz="quarter" idx="4"/>
          </p:nvPr>
        </p:nvSpPr>
        <p:spPr>
          <a:xfrm>
            <a:off x="3866640" y="2737246"/>
            <a:ext cx="3090672" cy="3304117"/>
          </a:xfrm>
        </p:spPr>
        <p:txBody>
          <a:bodyPr>
            <a:normAutofit/>
          </a:body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endParaRPr lang="en-US" dirty="0"/>
          </a:p>
        </p:txBody>
      </p:sp>
      <p:sp>
        <p:nvSpPr>
          <p:cNvPr id="7" name="Date Placeholder 6"/>
          <p:cNvSpPr>
            <a:spLocks noGrp="1"/>
          </p:cNvSpPr>
          <p:nvPr>
            <p:ph type="dt" sz="half" idx="10"/>
          </p:nvPr>
        </p:nvSpPr>
        <p:spPr/>
        <p:txBody>
          <a:bodyPr/>
          <a:lstStyle/>
          <a:p>
            <a:fld id="{5BCAD085-E8A6-8845-BD4E-CB4CCA059FC4}" type="datetimeFigureOut">
              <a:rPr lang="en-US" smtClean="0"/>
              <a:t>1/8/2026</a:t>
            </a:fld>
            <a:endParaRPr lang="en-US"/>
          </a:p>
        </p:txBody>
      </p:sp>
      <p:sp>
        <p:nvSpPr>
          <p:cNvPr id="8" name="Footer Placeholder 7"/>
          <p:cNvSpPr>
            <a:spLocks noGrp="1"/>
          </p:cNvSpPr>
          <p:nvPr>
            <p:ph type="ftr" sz="quarter" idx="11"/>
          </p:nvPr>
        </p:nvSpPr>
        <p:spPr/>
        <p:txBody>
          <a:bodyPr/>
          <a:lstStyle/>
          <a:p>
            <a:endParaRPr lang="en-US"/>
          </a:p>
        </p:txBody>
      </p:sp>
      <p:sp>
        <p:nvSpPr>
          <p:cNvPr id="9" name="Slide Number Placeholder 8"/>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1376532835"/>
      </p:ext>
    </p:extLst>
  </p:cSld>
  <p:clrMapOvr>
    <a:masterClrMapping/>
  </p:clrMapOvr>
</p:sldLayout>
</file>

<file path=ppt/slideLayouts/slideLayout6.xml><?xml version="1.0" encoding="utf-8"?>
<p:sldLayout xmlns:a="http://schemas.openxmlformats.org/drawingml/2006/main" xmlns:r="http://schemas.openxmlformats.org/officeDocument/2006/relationships" xmlns:p="http://schemas.openxmlformats.org/presentationml/2006/main" type="titleOnly" preserve="1">
  <p:cSld name="Title Only">
    <p:spTree>
      <p:nvGrpSpPr>
        <p:cNvPr id="1" name=""/>
        <p:cNvGrpSpPr/>
        <p:nvPr/>
      </p:nvGrpSpPr>
      <p:grpSpPr>
        <a:xfrm>
          <a:off x="0" y="0"/>
          <a:ext cx="0" cy="0"/>
          <a:chOff x="0" y="0"/>
          <a:chExt cx="0" cy="0"/>
        </a:xfrm>
      </p:grpSpPr>
      <p:sp>
        <p:nvSpPr>
          <p:cNvPr id="2" name="Title 1"/>
          <p:cNvSpPr>
            <a:spLocks noGrp="1"/>
          </p:cNvSpPr>
          <p:nvPr>
            <p:ph type="title"/>
          </p:nvPr>
        </p:nvSpPr>
        <p:spPr>
          <a:xfrm>
            <a:off x="609599" y="609600"/>
            <a:ext cx="6347714" cy="1320800"/>
          </a:xfrm>
        </p:spPr>
        <p:txBody>
          <a:bodyPr/>
          <a:lstStyle/>
          <a:p>
            <a:r>
              <a:rPr lang="en-US"/>
              <a:t>Click to edit Master title style</a:t>
            </a:r>
            <a:endParaRPr lang="en-US" dirty="0"/>
          </a:p>
        </p:txBody>
      </p:sp>
      <p:sp>
        <p:nvSpPr>
          <p:cNvPr id="3" name="Date Placeholder 2"/>
          <p:cNvSpPr>
            <a:spLocks noGrp="1"/>
          </p:cNvSpPr>
          <p:nvPr>
            <p:ph type="dt" sz="half" idx="10"/>
          </p:nvPr>
        </p:nvSpPr>
        <p:spPr/>
        <p:txBody>
          <a:bodyPr/>
          <a:lstStyle/>
          <a:p>
            <a:fld id="{5BCAD085-E8A6-8845-BD4E-CB4CCA059FC4}" type="datetimeFigureOut">
              <a:rPr lang="en-US" smtClean="0"/>
              <a:t>1/8/2026</a:t>
            </a:fld>
            <a:endParaRPr lang="en-US"/>
          </a:p>
        </p:txBody>
      </p:sp>
      <p:sp>
        <p:nvSpPr>
          <p:cNvPr id="4" name="Footer Placeholder 3"/>
          <p:cNvSpPr>
            <a:spLocks noGrp="1"/>
          </p:cNvSpPr>
          <p:nvPr>
            <p:ph type="ftr" sz="quarter" idx="11"/>
          </p:nvPr>
        </p:nvSpPr>
        <p:spPr/>
        <p:txBody>
          <a:bodyPr/>
          <a:lstStyle/>
          <a:p>
            <a:endParaRPr lang="en-US"/>
          </a:p>
        </p:txBody>
      </p:sp>
      <p:sp>
        <p:nvSpPr>
          <p:cNvPr id="5" name="Slide Number Placeholder 4"/>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2635358232"/>
      </p:ext>
    </p:extLst>
  </p:cSld>
  <p:clrMapOvr>
    <a:masterClrMapping/>
  </p:clrMapOvr>
</p:sldLayout>
</file>

<file path=ppt/slideLayouts/slideLayout7.xml><?xml version="1.0" encoding="utf-8"?>
<p:sldLayout xmlns:a="http://schemas.openxmlformats.org/drawingml/2006/main" xmlns:r="http://schemas.openxmlformats.org/officeDocument/2006/relationships" xmlns:p="http://schemas.openxmlformats.org/presentationml/2006/main" type="blank" preserve="1">
  <p:cSld name="Blank">
    <p:spTree>
      <p:nvGrpSpPr>
        <p:cNvPr id="1" name=""/>
        <p:cNvGrpSpPr/>
        <p:nvPr/>
      </p:nvGrpSpPr>
      <p:grpSpPr>
        <a:xfrm>
          <a:off x="0" y="0"/>
          <a:ext cx="0" cy="0"/>
          <a:chOff x="0" y="0"/>
          <a:chExt cx="0" cy="0"/>
        </a:xfrm>
      </p:grpSpPr>
      <p:sp>
        <p:nvSpPr>
          <p:cNvPr id="2" name="Date Placeholder 1"/>
          <p:cNvSpPr>
            <a:spLocks noGrp="1"/>
          </p:cNvSpPr>
          <p:nvPr>
            <p:ph type="dt" sz="half" idx="10"/>
          </p:nvPr>
        </p:nvSpPr>
        <p:spPr/>
        <p:txBody>
          <a:bodyPr/>
          <a:lstStyle/>
          <a:p>
            <a:fld id="{5BCAD085-E8A6-8845-BD4E-CB4CCA059FC4}" type="datetimeFigureOut">
              <a:rPr lang="en-US" smtClean="0"/>
              <a:t>1/8/2026</a:t>
            </a:fld>
            <a:endParaRPr lang="en-US"/>
          </a:p>
        </p:txBody>
      </p:sp>
      <p:sp>
        <p:nvSpPr>
          <p:cNvPr id="3" name="Footer Placeholder 2"/>
          <p:cNvSpPr>
            <a:spLocks noGrp="1"/>
          </p:cNvSpPr>
          <p:nvPr>
            <p:ph type="ftr" sz="quarter" idx="11"/>
          </p:nvPr>
        </p:nvSpPr>
        <p:spPr/>
        <p:txBody>
          <a:bodyPr/>
          <a:lstStyle/>
          <a:p>
            <a:endParaRPr lang="en-US"/>
          </a:p>
        </p:txBody>
      </p:sp>
      <p:sp>
        <p:nvSpPr>
          <p:cNvPr id="4" name="Slide Number Placeholder 3"/>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574433902"/>
      </p:ext>
    </p:extLst>
  </p:cSld>
  <p:clrMapOvr>
    <a:masterClrMapping/>
  </p:clrMapOvr>
</p:sldLayout>
</file>

<file path=ppt/slideLayouts/slideLayout8.xml><?xml version="1.0" encoding="utf-8"?>
<p:sldLayout xmlns:a="http://schemas.openxmlformats.org/drawingml/2006/main" xmlns:r="http://schemas.openxmlformats.org/officeDocument/2006/relationships" xmlns:p="http://schemas.openxmlformats.org/presentationml/2006/main" type="objTx" preserve="1">
  <p:cSld name="Content with Caption">
    <p:spTree>
      <p:nvGrpSpPr>
        <p:cNvPr id="1" name=""/>
        <p:cNvGrpSpPr/>
        <p:nvPr/>
      </p:nvGrpSpPr>
      <p:grpSpPr>
        <a:xfrm>
          <a:off x="0" y="0"/>
          <a:ext cx="0" cy="0"/>
          <a:chOff x="0" y="0"/>
          <a:chExt cx="0" cy="0"/>
        </a:xfrm>
      </p:grpSpPr>
      <p:sp>
        <p:nvSpPr>
          <p:cNvPr id="2" name="Title 1"/>
          <p:cNvSpPr>
            <a:spLocks noGrp="1"/>
          </p:cNvSpPr>
          <p:nvPr>
            <p:ph type="title"/>
          </p:nvPr>
        </p:nvSpPr>
        <p:spPr>
          <a:xfrm>
            <a:off x="609599" y="1498604"/>
            <a:ext cx="2790182" cy="1278466"/>
          </a:xfrm>
        </p:spPr>
        <p:txBody>
          <a:bodyPr anchor="b">
            <a:normAutofit/>
          </a:bodyPr>
          <a:lstStyle>
            <a:lvl1pPr>
              <a:defRPr sz="2000"/>
            </a:lvl1pPr>
          </a:lstStyle>
          <a:p>
            <a:r>
              <a:rPr lang="en-US"/>
              <a:t>Click to edit Master title style</a:t>
            </a:r>
            <a:endParaRPr lang="en-US" dirty="0"/>
          </a:p>
        </p:txBody>
      </p:sp>
      <p:sp>
        <p:nvSpPr>
          <p:cNvPr id="3" name="Content Placeholder 2"/>
          <p:cNvSpPr>
            <a:spLocks noGrp="1"/>
          </p:cNvSpPr>
          <p:nvPr>
            <p:ph idx="1"/>
          </p:nvPr>
        </p:nvSpPr>
        <p:spPr>
          <a:xfrm>
            <a:off x="3571275" y="514925"/>
            <a:ext cx="3386037" cy="5526437"/>
          </a:xfrm>
        </p:spPr>
        <p:txBody>
          <a:bodyPr>
            <a:normAutofit/>
          </a:body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endParaRPr lang="en-US" dirty="0"/>
          </a:p>
        </p:txBody>
      </p:sp>
      <p:sp>
        <p:nvSpPr>
          <p:cNvPr id="4" name="Text Placeholder 3"/>
          <p:cNvSpPr>
            <a:spLocks noGrp="1"/>
          </p:cNvSpPr>
          <p:nvPr>
            <p:ph type="body" sz="half" idx="2"/>
          </p:nvPr>
        </p:nvSpPr>
        <p:spPr>
          <a:xfrm>
            <a:off x="609599" y="2777069"/>
            <a:ext cx="2790182" cy="2584449"/>
          </a:xfrm>
        </p:spPr>
        <p:txBody>
          <a:bodyPr>
            <a:normAutofit/>
          </a:bodyPr>
          <a:lstStyle>
            <a:lvl1pPr marL="0" indent="0">
              <a:buNone/>
              <a:defRPr sz="1400"/>
            </a:lvl1pPr>
            <a:lvl2pPr marL="342900" indent="0">
              <a:buNone/>
              <a:defRPr sz="1050"/>
            </a:lvl2pPr>
            <a:lvl3pPr marL="685800" indent="0">
              <a:buNone/>
              <a:defRPr sz="900"/>
            </a:lvl3pPr>
            <a:lvl4pPr marL="1028700" indent="0">
              <a:buNone/>
              <a:defRPr sz="750"/>
            </a:lvl4pPr>
            <a:lvl5pPr marL="1371600" indent="0">
              <a:buNone/>
              <a:defRPr sz="750"/>
            </a:lvl5pPr>
            <a:lvl6pPr marL="1714500" indent="0">
              <a:buNone/>
              <a:defRPr sz="750"/>
            </a:lvl6pPr>
            <a:lvl7pPr marL="2057400" indent="0">
              <a:buNone/>
              <a:defRPr sz="750"/>
            </a:lvl7pPr>
            <a:lvl8pPr marL="2400300" indent="0">
              <a:buNone/>
              <a:defRPr sz="750"/>
            </a:lvl8pPr>
            <a:lvl9pPr marL="2743200" indent="0">
              <a:buNone/>
              <a:defRPr sz="750"/>
            </a:lvl9pPr>
          </a:lstStyle>
          <a:p>
            <a:pPr lvl="0"/>
            <a:r>
              <a:rPr lang="en-US"/>
              <a:t>Click to edit Master text styles</a:t>
            </a:r>
          </a:p>
        </p:txBody>
      </p:sp>
      <p:sp>
        <p:nvSpPr>
          <p:cNvPr id="5" name="Date Placeholder 4"/>
          <p:cNvSpPr>
            <a:spLocks noGrp="1"/>
          </p:cNvSpPr>
          <p:nvPr>
            <p:ph type="dt" sz="half" idx="10"/>
          </p:nvPr>
        </p:nvSpPr>
        <p:spPr/>
        <p:txBody>
          <a:bodyPr/>
          <a:lstStyle/>
          <a:p>
            <a:fld id="{5BCAD085-E8A6-8845-BD4E-CB4CCA059FC4}" type="datetimeFigureOut">
              <a:rPr lang="en-US" smtClean="0"/>
              <a:t>1/8/2026</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2762987677"/>
      </p:ext>
    </p:extLst>
  </p:cSld>
  <p:clrMapOvr>
    <a:masterClrMapping/>
  </p:clrMapOvr>
</p:sldLayout>
</file>

<file path=ppt/slideLayouts/slideLayout9.xml><?xml version="1.0" encoding="utf-8"?>
<p:sldLayout xmlns:a="http://schemas.openxmlformats.org/drawingml/2006/main" xmlns:r="http://schemas.openxmlformats.org/officeDocument/2006/relationships" xmlns:p="http://schemas.openxmlformats.org/presentationml/2006/main" type="picTx" preserve="1">
  <p:cSld name="Picture with Caption">
    <p:spTree>
      <p:nvGrpSpPr>
        <p:cNvPr id="1" name=""/>
        <p:cNvGrpSpPr/>
        <p:nvPr/>
      </p:nvGrpSpPr>
      <p:grpSpPr>
        <a:xfrm>
          <a:off x="0" y="0"/>
          <a:ext cx="0" cy="0"/>
          <a:chOff x="0" y="0"/>
          <a:chExt cx="0" cy="0"/>
        </a:xfrm>
      </p:grpSpPr>
      <p:sp>
        <p:nvSpPr>
          <p:cNvPr id="2" name="Title 1"/>
          <p:cNvSpPr>
            <a:spLocks noGrp="1"/>
          </p:cNvSpPr>
          <p:nvPr>
            <p:ph type="title"/>
          </p:nvPr>
        </p:nvSpPr>
        <p:spPr>
          <a:xfrm>
            <a:off x="609599" y="4800600"/>
            <a:ext cx="6347714" cy="566738"/>
          </a:xfrm>
        </p:spPr>
        <p:txBody>
          <a:bodyPr anchor="b">
            <a:normAutofit/>
          </a:bodyPr>
          <a:lstStyle>
            <a:lvl1pPr algn="l">
              <a:defRPr sz="2400" b="0"/>
            </a:lvl1pPr>
          </a:lstStyle>
          <a:p>
            <a:r>
              <a:rPr lang="en-US"/>
              <a:t>Click to edit Master title style</a:t>
            </a:r>
            <a:endParaRPr lang="en-US" dirty="0"/>
          </a:p>
        </p:txBody>
      </p:sp>
      <p:sp>
        <p:nvSpPr>
          <p:cNvPr id="3" name="Picture Placeholder 2"/>
          <p:cNvSpPr>
            <a:spLocks noGrp="1" noChangeAspect="1"/>
          </p:cNvSpPr>
          <p:nvPr>
            <p:ph type="pic" idx="1"/>
          </p:nvPr>
        </p:nvSpPr>
        <p:spPr>
          <a:xfrm>
            <a:off x="609599" y="609600"/>
            <a:ext cx="6347714" cy="3845718"/>
          </a:xfrm>
        </p:spPr>
        <p:txBody>
          <a:bodyPr anchor="t">
            <a:normAutofit/>
          </a:bodyPr>
          <a:lstStyle>
            <a:lvl1pPr marL="0" indent="0" algn="ctr">
              <a:buNone/>
              <a:defRPr sz="1600"/>
            </a:lvl1pPr>
            <a:lvl2pPr marL="457200" indent="0">
              <a:buNone/>
              <a:defRPr sz="1600"/>
            </a:lvl2pPr>
            <a:lvl3pPr marL="914400" indent="0">
              <a:buNone/>
              <a:defRPr sz="1600"/>
            </a:lvl3pPr>
            <a:lvl4pPr marL="1371600" indent="0">
              <a:buNone/>
              <a:defRPr sz="1600"/>
            </a:lvl4pPr>
            <a:lvl5pPr marL="1828800" indent="0">
              <a:buNone/>
              <a:defRPr sz="1600"/>
            </a:lvl5pPr>
            <a:lvl6pPr marL="2286000" indent="0">
              <a:buNone/>
              <a:defRPr sz="1600"/>
            </a:lvl6pPr>
            <a:lvl7pPr marL="2743200" indent="0">
              <a:buNone/>
              <a:defRPr sz="1600"/>
            </a:lvl7pPr>
            <a:lvl8pPr marL="3200400" indent="0">
              <a:buNone/>
              <a:defRPr sz="1600"/>
            </a:lvl8pPr>
            <a:lvl9pPr marL="3657600" indent="0">
              <a:buNone/>
              <a:defRPr sz="1600"/>
            </a:lvl9pPr>
          </a:lstStyle>
          <a:p>
            <a:r>
              <a:rPr lang="en-US"/>
              <a:t>Click icon to add picture</a:t>
            </a:r>
            <a:endParaRPr lang="en-US" dirty="0"/>
          </a:p>
        </p:txBody>
      </p:sp>
      <p:sp>
        <p:nvSpPr>
          <p:cNvPr id="4" name="Text Placeholder 3"/>
          <p:cNvSpPr>
            <a:spLocks noGrp="1"/>
          </p:cNvSpPr>
          <p:nvPr>
            <p:ph type="body" sz="half" idx="2"/>
          </p:nvPr>
        </p:nvSpPr>
        <p:spPr>
          <a:xfrm>
            <a:off x="609599" y="5367338"/>
            <a:ext cx="6347714" cy="674024"/>
          </a:xfrm>
        </p:spPr>
        <p:txBody>
          <a:bodyPr>
            <a:normAutofit/>
          </a:bodyPr>
          <a:lstStyle>
            <a:lvl1pPr marL="0" indent="0">
              <a:buNone/>
              <a:defRPr sz="1200"/>
            </a:lvl1pPr>
            <a:lvl2pPr marL="457200" indent="0">
              <a:buNone/>
              <a:defRPr sz="1200"/>
            </a:lvl2pPr>
            <a:lvl3pPr marL="914400" indent="0">
              <a:buNone/>
              <a:defRPr sz="1000"/>
            </a:lvl3pPr>
            <a:lvl4pPr marL="1371600" indent="0">
              <a:buNone/>
              <a:defRPr sz="900"/>
            </a:lvl4pPr>
            <a:lvl5pPr marL="1828800" indent="0">
              <a:buNone/>
              <a:defRPr sz="900"/>
            </a:lvl5pPr>
            <a:lvl6pPr marL="2286000" indent="0">
              <a:buNone/>
              <a:defRPr sz="900"/>
            </a:lvl6pPr>
            <a:lvl7pPr marL="2743200" indent="0">
              <a:buNone/>
              <a:defRPr sz="900"/>
            </a:lvl7pPr>
            <a:lvl8pPr marL="3200400" indent="0">
              <a:buNone/>
              <a:defRPr sz="900"/>
            </a:lvl8pPr>
            <a:lvl9pPr marL="3657600" indent="0">
              <a:buNone/>
              <a:defRPr sz="900"/>
            </a:lvl9pPr>
          </a:lstStyle>
          <a:p>
            <a:pPr lvl="0"/>
            <a:r>
              <a:rPr lang="en-US"/>
              <a:t>Click to edit Master text styles</a:t>
            </a:r>
          </a:p>
        </p:txBody>
      </p:sp>
      <p:sp>
        <p:nvSpPr>
          <p:cNvPr id="5" name="Date Placeholder 4"/>
          <p:cNvSpPr>
            <a:spLocks noGrp="1"/>
          </p:cNvSpPr>
          <p:nvPr>
            <p:ph type="dt" sz="half" idx="10"/>
          </p:nvPr>
        </p:nvSpPr>
        <p:spPr/>
        <p:txBody>
          <a:bodyPr/>
          <a:lstStyle/>
          <a:p>
            <a:fld id="{5BCAD085-E8A6-8845-BD4E-CB4CCA059FC4}" type="datetimeFigureOut">
              <a:rPr lang="en-US" smtClean="0"/>
              <a:t>1/8/2026</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4260157421"/>
      </p:ext>
    </p:extLst>
  </p:cSld>
  <p:clrMapOvr>
    <a:masterClrMapping/>
  </p:clrMapOvr>
</p:sldLayout>
</file>

<file path=ppt/slideLayouts/slideLayout10.xml><?xml version="1.0" encoding="utf-8"?>
<p:sldLayout xmlns:a="http://schemas.openxmlformats.org/drawingml/2006/main" xmlns:r="http://schemas.openxmlformats.org/officeDocument/2006/relationships" xmlns:p="http://schemas.openxmlformats.org/presentationml/2006/main" preserve="1">
  <p:cSld name="Title and Caption">
    <p:spTree>
      <p:nvGrpSpPr>
        <p:cNvPr id="1" name=""/>
        <p:cNvGrpSpPr/>
        <p:nvPr/>
      </p:nvGrpSpPr>
      <p:grpSpPr>
        <a:xfrm>
          <a:off x="0" y="0"/>
          <a:ext cx="0" cy="0"/>
          <a:chOff x="0" y="0"/>
          <a:chExt cx="0" cy="0"/>
        </a:xfrm>
      </p:grpSpPr>
      <p:sp>
        <p:nvSpPr>
          <p:cNvPr id="2" name="Title 1"/>
          <p:cNvSpPr>
            <a:spLocks noGrp="1"/>
          </p:cNvSpPr>
          <p:nvPr>
            <p:ph type="title"/>
          </p:nvPr>
        </p:nvSpPr>
        <p:spPr>
          <a:xfrm>
            <a:off x="609600" y="609600"/>
            <a:ext cx="6347714" cy="3403600"/>
          </a:xfrm>
        </p:spPr>
        <p:txBody>
          <a:bodyPr anchor="ctr">
            <a:normAutofit/>
          </a:bodyPr>
          <a:lstStyle>
            <a:lvl1pPr algn="l">
              <a:defRPr sz="4400" b="0" cap="none"/>
            </a:lvl1pPr>
          </a:lstStyle>
          <a:p>
            <a:r>
              <a:rPr lang="en-US"/>
              <a:t>Click to edit Master title style</a:t>
            </a:r>
            <a:endParaRPr lang="en-US" dirty="0"/>
          </a:p>
        </p:txBody>
      </p:sp>
      <p:sp>
        <p:nvSpPr>
          <p:cNvPr id="3" name="Text Placeholder 2"/>
          <p:cNvSpPr>
            <a:spLocks noGrp="1"/>
          </p:cNvSpPr>
          <p:nvPr>
            <p:ph type="body" idx="1"/>
          </p:nvPr>
        </p:nvSpPr>
        <p:spPr>
          <a:xfrm>
            <a:off x="609600" y="4470400"/>
            <a:ext cx="6347714" cy="1570962"/>
          </a:xfrm>
        </p:spPr>
        <p:txBody>
          <a:bodyPr anchor="ctr">
            <a:normAutofit/>
          </a:bodyPr>
          <a:lstStyle>
            <a:lvl1pPr marL="0" indent="0" algn="l">
              <a:buNone/>
              <a:defRPr sz="1800">
                <a:solidFill>
                  <a:schemeClr val="tx1">
                    <a:lumMod val="75000"/>
                    <a:lumOff val="25000"/>
                  </a:schemeClr>
                </a:solidFill>
              </a:defRPr>
            </a:lvl1pPr>
            <a:lvl2pPr marL="457200" indent="0">
              <a:buNone/>
              <a:defRPr sz="1800">
                <a:solidFill>
                  <a:schemeClr val="tx1">
                    <a:tint val="75000"/>
                  </a:schemeClr>
                </a:solidFill>
              </a:defRPr>
            </a:lvl2pPr>
            <a:lvl3pPr marL="914400" indent="0">
              <a:buNone/>
              <a:defRPr sz="1600">
                <a:solidFill>
                  <a:schemeClr val="tx1">
                    <a:tint val="75000"/>
                  </a:schemeClr>
                </a:solidFill>
              </a:defRPr>
            </a:lvl3pPr>
            <a:lvl4pPr marL="1371600" indent="0">
              <a:buNone/>
              <a:defRPr sz="1400">
                <a:solidFill>
                  <a:schemeClr val="tx1">
                    <a:tint val="75000"/>
                  </a:schemeClr>
                </a:solidFill>
              </a:defRPr>
            </a:lvl4pPr>
            <a:lvl5pPr marL="1828800" indent="0">
              <a:buNone/>
              <a:defRPr sz="1400">
                <a:solidFill>
                  <a:schemeClr val="tx1">
                    <a:tint val="75000"/>
                  </a:schemeClr>
                </a:solidFill>
              </a:defRPr>
            </a:lvl5pPr>
            <a:lvl6pPr marL="2286000" indent="0">
              <a:buNone/>
              <a:defRPr sz="1400">
                <a:solidFill>
                  <a:schemeClr val="tx1">
                    <a:tint val="75000"/>
                  </a:schemeClr>
                </a:solidFill>
              </a:defRPr>
            </a:lvl6pPr>
            <a:lvl7pPr marL="2743200" indent="0">
              <a:buNone/>
              <a:defRPr sz="1400">
                <a:solidFill>
                  <a:schemeClr val="tx1">
                    <a:tint val="75000"/>
                  </a:schemeClr>
                </a:solidFill>
              </a:defRPr>
            </a:lvl7pPr>
            <a:lvl8pPr marL="3200400" indent="0">
              <a:buNone/>
              <a:defRPr sz="1400">
                <a:solidFill>
                  <a:schemeClr val="tx1">
                    <a:tint val="75000"/>
                  </a:schemeClr>
                </a:solidFill>
              </a:defRPr>
            </a:lvl8pPr>
            <a:lvl9pPr marL="3657600" indent="0">
              <a:buNone/>
              <a:defRPr sz="1400">
                <a:solidFill>
                  <a:schemeClr val="tx1">
                    <a:tint val="75000"/>
                  </a:schemeClr>
                </a:solidFill>
              </a:defRPr>
            </a:lvl9pPr>
          </a:lstStyle>
          <a:p>
            <a:pPr lvl="0"/>
            <a:r>
              <a:rPr lang="en-US"/>
              <a:t>Click to edit Master text styles</a:t>
            </a:r>
          </a:p>
        </p:txBody>
      </p:sp>
      <p:sp>
        <p:nvSpPr>
          <p:cNvPr id="4" name="Date Placeholder 3"/>
          <p:cNvSpPr>
            <a:spLocks noGrp="1"/>
          </p:cNvSpPr>
          <p:nvPr>
            <p:ph type="dt" sz="half" idx="10"/>
          </p:nvPr>
        </p:nvSpPr>
        <p:spPr/>
        <p:txBody>
          <a:bodyPr/>
          <a:lstStyle/>
          <a:p>
            <a:fld id="{5BCAD085-E8A6-8845-BD4E-CB4CCA059FC4}" type="datetimeFigureOut">
              <a:rPr lang="en-US" smtClean="0"/>
              <a:t>1/8/2026</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4097725265"/>
      </p:ext>
    </p:extLst>
  </p:cSld>
  <p:clrMapOvr>
    <a:masterClrMapping/>
  </p:clrMapOvr>
</p:sldLayout>
</file>

<file path=ppt/slideLayouts/slideLayout11.xml><?xml version="1.0" encoding="utf-8"?>
<p:sldLayout xmlns:a="http://schemas.openxmlformats.org/drawingml/2006/main" xmlns:r="http://schemas.openxmlformats.org/officeDocument/2006/relationships" xmlns:p="http://schemas.openxmlformats.org/presentationml/2006/main" preserve="1">
  <p:cSld name="Quote with Caption">
    <p:spTree>
      <p:nvGrpSpPr>
        <p:cNvPr id="1" name=""/>
        <p:cNvGrpSpPr/>
        <p:nvPr/>
      </p:nvGrpSpPr>
      <p:grpSpPr>
        <a:xfrm>
          <a:off x="0" y="0"/>
          <a:ext cx="0" cy="0"/>
          <a:chOff x="0" y="0"/>
          <a:chExt cx="0" cy="0"/>
        </a:xfrm>
      </p:grpSpPr>
      <p:sp>
        <p:nvSpPr>
          <p:cNvPr id="2" name="Title 1"/>
          <p:cNvSpPr>
            <a:spLocks noGrp="1"/>
          </p:cNvSpPr>
          <p:nvPr>
            <p:ph type="title"/>
          </p:nvPr>
        </p:nvSpPr>
        <p:spPr>
          <a:xfrm>
            <a:off x="774885" y="609600"/>
            <a:ext cx="6072182" cy="3022600"/>
          </a:xfrm>
        </p:spPr>
        <p:txBody>
          <a:bodyPr anchor="ctr">
            <a:normAutofit/>
          </a:bodyPr>
          <a:lstStyle>
            <a:lvl1pPr algn="l">
              <a:defRPr sz="4400" b="0" cap="none"/>
            </a:lvl1pPr>
          </a:lstStyle>
          <a:p>
            <a:r>
              <a:rPr lang="en-US"/>
              <a:t>Click to edit Master title style</a:t>
            </a:r>
            <a:endParaRPr lang="en-US" dirty="0"/>
          </a:p>
        </p:txBody>
      </p:sp>
      <p:sp>
        <p:nvSpPr>
          <p:cNvPr id="23" name="Text Placeholder 9"/>
          <p:cNvSpPr>
            <a:spLocks noGrp="1"/>
          </p:cNvSpPr>
          <p:nvPr>
            <p:ph type="body" sz="quarter" idx="13"/>
          </p:nvPr>
        </p:nvSpPr>
        <p:spPr>
          <a:xfrm>
            <a:off x="1101074" y="3632200"/>
            <a:ext cx="5419804" cy="381000"/>
          </a:xfrm>
        </p:spPr>
        <p:txBody>
          <a:bodyPr anchor="ctr">
            <a:noAutofit/>
          </a:bodyPr>
          <a:lstStyle>
            <a:lvl1pPr marL="0" indent="0">
              <a:buFontTx/>
              <a:buNone/>
              <a:defRPr sz="1600">
                <a:solidFill>
                  <a:schemeClr val="tx1">
                    <a:lumMod val="50000"/>
                    <a:lumOff val="50000"/>
                  </a:schemeClr>
                </a:solidFill>
              </a:defRPr>
            </a:lvl1pPr>
            <a:lvl2pPr marL="457200" indent="0">
              <a:buFontTx/>
              <a:buNone/>
              <a:defRPr/>
            </a:lvl2pPr>
            <a:lvl3pPr marL="914400" indent="0">
              <a:buFontTx/>
              <a:buNone/>
              <a:defRPr/>
            </a:lvl3pPr>
            <a:lvl4pPr marL="1371600" indent="0">
              <a:buFontTx/>
              <a:buNone/>
              <a:defRPr/>
            </a:lvl4pPr>
            <a:lvl5pPr marL="1828800" indent="0">
              <a:buFontTx/>
              <a:buNone/>
              <a:defRPr/>
            </a:lvl5pPr>
          </a:lstStyle>
          <a:p>
            <a:pPr lvl="0"/>
            <a:r>
              <a:rPr lang="en-US"/>
              <a:t>Click to edit Master text styles</a:t>
            </a:r>
          </a:p>
        </p:txBody>
      </p:sp>
      <p:sp>
        <p:nvSpPr>
          <p:cNvPr id="3" name="Text Placeholder 2"/>
          <p:cNvSpPr>
            <a:spLocks noGrp="1"/>
          </p:cNvSpPr>
          <p:nvPr>
            <p:ph type="body" idx="1"/>
          </p:nvPr>
        </p:nvSpPr>
        <p:spPr>
          <a:xfrm>
            <a:off x="609598" y="4470400"/>
            <a:ext cx="6347715" cy="1570962"/>
          </a:xfrm>
        </p:spPr>
        <p:txBody>
          <a:bodyPr anchor="ctr">
            <a:normAutofit/>
          </a:bodyPr>
          <a:lstStyle>
            <a:lvl1pPr marL="0" indent="0" algn="l">
              <a:buNone/>
              <a:defRPr sz="1800">
                <a:solidFill>
                  <a:schemeClr val="tx1">
                    <a:lumMod val="75000"/>
                    <a:lumOff val="25000"/>
                  </a:schemeClr>
                </a:solidFill>
              </a:defRPr>
            </a:lvl1pPr>
            <a:lvl2pPr marL="457200" indent="0">
              <a:buNone/>
              <a:defRPr sz="1800">
                <a:solidFill>
                  <a:schemeClr val="tx1">
                    <a:tint val="75000"/>
                  </a:schemeClr>
                </a:solidFill>
              </a:defRPr>
            </a:lvl2pPr>
            <a:lvl3pPr marL="914400" indent="0">
              <a:buNone/>
              <a:defRPr sz="1600">
                <a:solidFill>
                  <a:schemeClr val="tx1">
                    <a:tint val="75000"/>
                  </a:schemeClr>
                </a:solidFill>
              </a:defRPr>
            </a:lvl3pPr>
            <a:lvl4pPr marL="1371600" indent="0">
              <a:buNone/>
              <a:defRPr sz="1400">
                <a:solidFill>
                  <a:schemeClr val="tx1">
                    <a:tint val="75000"/>
                  </a:schemeClr>
                </a:solidFill>
              </a:defRPr>
            </a:lvl4pPr>
            <a:lvl5pPr marL="1828800" indent="0">
              <a:buNone/>
              <a:defRPr sz="1400">
                <a:solidFill>
                  <a:schemeClr val="tx1">
                    <a:tint val="75000"/>
                  </a:schemeClr>
                </a:solidFill>
              </a:defRPr>
            </a:lvl5pPr>
            <a:lvl6pPr marL="2286000" indent="0">
              <a:buNone/>
              <a:defRPr sz="1400">
                <a:solidFill>
                  <a:schemeClr val="tx1">
                    <a:tint val="75000"/>
                  </a:schemeClr>
                </a:solidFill>
              </a:defRPr>
            </a:lvl6pPr>
            <a:lvl7pPr marL="2743200" indent="0">
              <a:buNone/>
              <a:defRPr sz="1400">
                <a:solidFill>
                  <a:schemeClr val="tx1">
                    <a:tint val="75000"/>
                  </a:schemeClr>
                </a:solidFill>
              </a:defRPr>
            </a:lvl7pPr>
            <a:lvl8pPr marL="3200400" indent="0">
              <a:buNone/>
              <a:defRPr sz="1400">
                <a:solidFill>
                  <a:schemeClr val="tx1">
                    <a:tint val="75000"/>
                  </a:schemeClr>
                </a:solidFill>
              </a:defRPr>
            </a:lvl8pPr>
            <a:lvl9pPr marL="3657600" indent="0">
              <a:buNone/>
              <a:defRPr sz="1400">
                <a:solidFill>
                  <a:schemeClr val="tx1">
                    <a:tint val="75000"/>
                  </a:schemeClr>
                </a:solidFill>
              </a:defRPr>
            </a:lvl9pPr>
          </a:lstStyle>
          <a:p>
            <a:pPr lvl="0"/>
            <a:r>
              <a:rPr lang="en-US"/>
              <a:t>Click to edit Master text styles</a:t>
            </a:r>
          </a:p>
        </p:txBody>
      </p:sp>
      <p:sp>
        <p:nvSpPr>
          <p:cNvPr id="4" name="Date Placeholder 3"/>
          <p:cNvSpPr>
            <a:spLocks noGrp="1"/>
          </p:cNvSpPr>
          <p:nvPr>
            <p:ph type="dt" sz="half" idx="10"/>
          </p:nvPr>
        </p:nvSpPr>
        <p:spPr/>
        <p:txBody>
          <a:bodyPr/>
          <a:lstStyle/>
          <a:p>
            <a:fld id="{5BCAD085-E8A6-8845-BD4E-CB4CCA059FC4}" type="datetimeFigureOut">
              <a:rPr lang="en-US" smtClean="0"/>
              <a:t>1/8/2026</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
        <p:nvSpPr>
          <p:cNvPr id="24" name="TextBox 23"/>
          <p:cNvSpPr txBox="1"/>
          <p:nvPr/>
        </p:nvSpPr>
        <p:spPr>
          <a:xfrm>
            <a:off x="482711" y="790378"/>
            <a:ext cx="457319" cy="584776"/>
          </a:xfrm>
          <a:prstGeom prst="rect">
            <a:avLst/>
          </a:prstGeom>
        </p:spPr>
        <p:txBody>
          <a:bodyPr vert="horz" lIns="91440" tIns="45720" rIns="91440" bIns="45720" rtlCol="0" anchor="ctr">
            <a:noAutofit/>
          </a:bodyPr>
          <a:lstStyle/>
          <a:p>
            <a:pPr lvl="0"/>
            <a:r>
              <a:rPr lang="en-US" sz="8000" baseline="0" dirty="0">
                <a:ln w="3175" cmpd="sng">
                  <a:noFill/>
                </a:ln>
                <a:solidFill>
                  <a:schemeClr val="accent1">
                    <a:lumMod val="60000"/>
                    <a:lumOff val="40000"/>
                  </a:schemeClr>
                </a:solidFill>
                <a:effectLst/>
                <a:latin typeface="Arial"/>
              </a:rPr>
              <a:t>“</a:t>
            </a:r>
          </a:p>
        </p:txBody>
      </p:sp>
      <p:sp>
        <p:nvSpPr>
          <p:cNvPr id="25" name="TextBox 24"/>
          <p:cNvSpPr txBox="1"/>
          <p:nvPr/>
        </p:nvSpPr>
        <p:spPr>
          <a:xfrm>
            <a:off x="6747699" y="2886556"/>
            <a:ext cx="457319" cy="584776"/>
          </a:xfrm>
          <a:prstGeom prst="rect">
            <a:avLst/>
          </a:prstGeom>
        </p:spPr>
        <p:txBody>
          <a:bodyPr vert="horz" lIns="91440" tIns="45720" rIns="91440" bIns="45720" rtlCol="0" anchor="ctr">
            <a:noAutofit/>
          </a:bodyPr>
          <a:lstStyle/>
          <a:p>
            <a:pPr lvl="0"/>
            <a:r>
              <a:rPr lang="en-US" sz="8000" baseline="0" dirty="0">
                <a:ln w="3175" cmpd="sng">
                  <a:noFill/>
                </a:ln>
                <a:solidFill>
                  <a:schemeClr val="accent1">
                    <a:lumMod val="60000"/>
                    <a:lumOff val="40000"/>
                  </a:schemeClr>
                </a:solidFill>
                <a:effectLst/>
                <a:latin typeface="Arial"/>
              </a:rPr>
              <a:t>”</a:t>
            </a:r>
          </a:p>
        </p:txBody>
      </p:sp>
    </p:spTree>
    <p:extLst>
      <p:ext uri="{BB962C8B-B14F-4D97-AF65-F5344CB8AC3E}">
        <p14:creationId xmlns:p14="http://schemas.microsoft.com/office/powerpoint/2010/main" val="3407135660"/>
      </p:ext>
    </p:extLst>
  </p:cSld>
  <p:clrMapOvr>
    <a:masterClrMapping/>
  </p:clrMapOvr>
</p:sldLayout>
</file>

<file path=ppt/slideLayouts/slideLayout12.xml><?xml version="1.0" encoding="utf-8"?>
<p:sldLayout xmlns:a="http://schemas.openxmlformats.org/drawingml/2006/main" xmlns:r="http://schemas.openxmlformats.org/officeDocument/2006/relationships" xmlns:p="http://schemas.openxmlformats.org/presentationml/2006/main" preserve="1">
  <p:cSld name="Name Card">
    <p:spTree>
      <p:nvGrpSpPr>
        <p:cNvPr id="1" name=""/>
        <p:cNvGrpSpPr/>
        <p:nvPr/>
      </p:nvGrpSpPr>
      <p:grpSpPr>
        <a:xfrm>
          <a:off x="0" y="0"/>
          <a:ext cx="0" cy="0"/>
          <a:chOff x="0" y="0"/>
          <a:chExt cx="0" cy="0"/>
        </a:xfrm>
      </p:grpSpPr>
      <p:sp>
        <p:nvSpPr>
          <p:cNvPr id="2" name="Title 1"/>
          <p:cNvSpPr>
            <a:spLocks noGrp="1"/>
          </p:cNvSpPr>
          <p:nvPr>
            <p:ph type="title"/>
          </p:nvPr>
        </p:nvSpPr>
        <p:spPr>
          <a:xfrm>
            <a:off x="609598" y="1931988"/>
            <a:ext cx="6347715" cy="2595460"/>
          </a:xfrm>
        </p:spPr>
        <p:txBody>
          <a:bodyPr anchor="b">
            <a:normAutofit/>
          </a:bodyPr>
          <a:lstStyle>
            <a:lvl1pPr algn="l">
              <a:defRPr sz="4400" b="0" cap="none"/>
            </a:lvl1pPr>
          </a:lstStyle>
          <a:p>
            <a:r>
              <a:rPr lang="en-US"/>
              <a:t>Click to edit Master title style</a:t>
            </a:r>
            <a:endParaRPr lang="en-US" dirty="0"/>
          </a:p>
        </p:txBody>
      </p:sp>
      <p:sp>
        <p:nvSpPr>
          <p:cNvPr id="3" name="Text Placeholder 2"/>
          <p:cNvSpPr>
            <a:spLocks noGrp="1"/>
          </p:cNvSpPr>
          <p:nvPr>
            <p:ph type="body" idx="1"/>
          </p:nvPr>
        </p:nvSpPr>
        <p:spPr>
          <a:xfrm>
            <a:off x="609598" y="4527448"/>
            <a:ext cx="6347715" cy="1513914"/>
          </a:xfrm>
        </p:spPr>
        <p:txBody>
          <a:bodyPr anchor="t">
            <a:normAutofit/>
          </a:bodyPr>
          <a:lstStyle>
            <a:lvl1pPr marL="0" indent="0" algn="l">
              <a:buNone/>
              <a:defRPr sz="1800">
                <a:solidFill>
                  <a:schemeClr val="tx1">
                    <a:lumMod val="75000"/>
                    <a:lumOff val="25000"/>
                  </a:schemeClr>
                </a:solidFill>
              </a:defRPr>
            </a:lvl1pPr>
            <a:lvl2pPr marL="457200" indent="0">
              <a:buNone/>
              <a:defRPr sz="1800">
                <a:solidFill>
                  <a:schemeClr val="tx1">
                    <a:tint val="75000"/>
                  </a:schemeClr>
                </a:solidFill>
              </a:defRPr>
            </a:lvl2pPr>
            <a:lvl3pPr marL="914400" indent="0">
              <a:buNone/>
              <a:defRPr sz="1600">
                <a:solidFill>
                  <a:schemeClr val="tx1">
                    <a:tint val="75000"/>
                  </a:schemeClr>
                </a:solidFill>
              </a:defRPr>
            </a:lvl3pPr>
            <a:lvl4pPr marL="1371600" indent="0">
              <a:buNone/>
              <a:defRPr sz="1400">
                <a:solidFill>
                  <a:schemeClr val="tx1">
                    <a:tint val="75000"/>
                  </a:schemeClr>
                </a:solidFill>
              </a:defRPr>
            </a:lvl4pPr>
            <a:lvl5pPr marL="1828800" indent="0">
              <a:buNone/>
              <a:defRPr sz="1400">
                <a:solidFill>
                  <a:schemeClr val="tx1">
                    <a:tint val="75000"/>
                  </a:schemeClr>
                </a:solidFill>
              </a:defRPr>
            </a:lvl5pPr>
            <a:lvl6pPr marL="2286000" indent="0">
              <a:buNone/>
              <a:defRPr sz="1400">
                <a:solidFill>
                  <a:schemeClr val="tx1">
                    <a:tint val="75000"/>
                  </a:schemeClr>
                </a:solidFill>
              </a:defRPr>
            </a:lvl6pPr>
            <a:lvl7pPr marL="2743200" indent="0">
              <a:buNone/>
              <a:defRPr sz="1400">
                <a:solidFill>
                  <a:schemeClr val="tx1">
                    <a:tint val="75000"/>
                  </a:schemeClr>
                </a:solidFill>
              </a:defRPr>
            </a:lvl7pPr>
            <a:lvl8pPr marL="3200400" indent="0">
              <a:buNone/>
              <a:defRPr sz="1400">
                <a:solidFill>
                  <a:schemeClr val="tx1">
                    <a:tint val="75000"/>
                  </a:schemeClr>
                </a:solidFill>
              </a:defRPr>
            </a:lvl8pPr>
            <a:lvl9pPr marL="3657600" indent="0">
              <a:buNone/>
              <a:defRPr sz="1400">
                <a:solidFill>
                  <a:schemeClr val="tx1">
                    <a:tint val="75000"/>
                  </a:schemeClr>
                </a:solidFill>
              </a:defRPr>
            </a:lvl9pPr>
          </a:lstStyle>
          <a:p>
            <a:pPr lvl="0"/>
            <a:r>
              <a:rPr lang="en-US"/>
              <a:t>Click to edit Master text styles</a:t>
            </a:r>
          </a:p>
        </p:txBody>
      </p:sp>
      <p:sp>
        <p:nvSpPr>
          <p:cNvPr id="4" name="Date Placeholder 3"/>
          <p:cNvSpPr>
            <a:spLocks noGrp="1"/>
          </p:cNvSpPr>
          <p:nvPr>
            <p:ph type="dt" sz="half" idx="10"/>
          </p:nvPr>
        </p:nvSpPr>
        <p:spPr/>
        <p:txBody>
          <a:bodyPr/>
          <a:lstStyle/>
          <a:p>
            <a:fld id="{5BCAD085-E8A6-8845-BD4E-CB4CCA059FC4}" type="datetimeFigureOut">
              <a:rPr lang="en-US" smtClean="0"/>
              <a:t>1/8/2026</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1643411060"/>
      </p:ext>
    </p:extLst>
  </p:cSld>
  <p:clrMapOvr>
    <a:masterClrMapping/>
  </p:clrMapOvr>
</p:sldLayout>
</file>

<file path=ppt/slideLayouts/slideLayout13.xml><?xml version="1.0" encoding="utf-8"?>
<p:sldLayout xmlns:a="http://schemas.openxmlformats.org/drawingml/2006/main" xmlns:r="http://schemas.openxmlformats.org/officeDocument/2006/relationships" xmlns:p="http://schemas.openxmlformats.org/presentationml/2006/main" preserve="1">
  <p:cSld name="Quote Name Card">
    <p:spTree>
      <p:nvGrpSpPr>
        <p:cNvPr id="1" name=""/>
        <p:cNvGrpSpPr/>
        <p:nvPr/>
      </p:nvGrpSpPr>
      <p:grpSpPr>
        <a:xfrm>
          <a:off x="0" y="0"/>
          <a:ext cx="0" cy="0"/>
          <a:chOff x="0" y="0"/>
          <a:chExt cx="0" cy="0"/>
        </a:xfrm>
      </p:grpSpPr>
      <p:sp>
        <p:nvSpPr>
          <p:cNvPr id="2" name="Title 1"/>
          <p:cNvSpPr>
            <a:spLocks noGrp="1"/>
          </p:cNvSpPr>
          <p:nvPr>
            <p:ph type="title"/>
          </p:nvPr>
        </p:nvSpPr>
        <p:spPr>
          <a:xfrm>
            <a:off x="774885" y="609600"/>
            <a:ext cx="6072182" cy="3022600"/>
          </a:xfrm>
        </p:spPr>
        <p:txBody>
          <a:bodyPr anchor="ctr">
            <a:normAutofit/>
          </a:bodyPr>
          <a:lstStyle>
            <a:lvl1pPr algn="l">
              <a:defRPr sz="4400" b="0" cap="none"/>
            </a:lvl1pPr>
          </a:lstStyle>
          <a:p>
            <a:r>
              <a:rPr lang="en-US"/>
              <a:t>Click to edit Master title style</a:t>
            </a:r>
            <a:endParaRPr lang="en-US" dirty="0"/>
          </a:p>
        </p:txBody>
      </p:sp>
      <p:sp>
        <p:nvSpPr>
          <p:cNvPr id="23" name="Text Placeholder 9"/>
          <p:cNvSpPr>
            <a:spLocks noGrp="1"/>
          </p:cNvSpPr>
          <p:nvPr>
            <p:ph type="body" sz="quarter" idx="13"/>
          </p:nvPr>
        </p:nvSpPr>
        <p:spPr>
          <a:xfrm>
            <a:off x="609597" y="4013200"/>
            <a:ext cx="6347716" cy="514248"/>
          </a:xfrm>
        </p:spPr>
        <p:txBody>
          <a:bodyPr anchor="b">
            <a:noAutofit/>
          </a:bodyPr>
          <a:lstStyle>
            <a:lvl1pPr marL="0" indent="0">
              <a:buFontTx/>
              <a:buNone/>
              <a:defRPr sz="2400">
                <a:solidFill>
                  <a:schemeClr val="tx1">
                    <a:lumMod val="75000"/>
                    <a:lumOff val="25000"/>
                  </a:schemeClr>
                </a:solidFill>
              </a:defRPr>
            </a:lvl1pPr>
            <a:lvl2pPr marL="457200" indent="0">
              <a:buFontTx/>
              <a:buNone/>
              <a:defRPr/>
            </a:lvl2pPr>
            <a:lvl3pPr marL="914400" indent="0">
              <a:buFontTx/>
              <a:buNone/>
              <a:defRPr/>
            </a:lvl3pPr>
            <a:lvl4pPr marL="1371600" indent="0">
              <a:buFontTx/>
              <a:buNone/>
              <a:defRPr/>
            </a:lvl4pPr>
            <a:lvl5pPr marL="1828800" indent="0">
              <a:buFontTx/>
              <a:buNone/>
              <a:defRPr/>
            </a:lvl5pPr>
          </a:lstStyle>
          <a:p>
            <a:pPr lvl="0"/>
            <a:r>
              <a:rPr lang="en-US"/>
              <a:t>Click to edit Master text styles</a:t>
            </a:r>
          </a:p>
        </p:txBody>
      </p:sp>
      <p:sp>
        <p:nvSpPr>
          <p:cNvPr id="3" name="Text Placeholder 2"/>
          <p:cNvSpPr>
            <a:spLocks noGrp="1"/>
          </p:cNvSpPr>
          <p:nvPr>
            <p:ph type="body" idx="1"/>
          </p:nvPr>
        </p:nvSpPr>
        <p:spPr>
          <a:xfrm>
            <a:off x="609598" y="4527448"/>
            <a:ext cx="6347715" cy="1513914"/>
          </a:xfrm>
        </p:spPr>
        <p:txBody>
          <a:bodyPr anchor="t">
            <a:normAutofit/>
          </a:bodyPr>
          <a:lstStyle>
            <a:lvl1pPr marL="0" indent="0" algn="l">
              <a:buNone/>
              <a:defRPr sz="1800">
                <a:solidFill>
                  <a:schemeClr val="tx1">
                    <a:lumMod val="50000"/>
                    <a:lumOff val="50000"/>
                  </a:schemeClr>
                </a:solidFill>
              </a:defRPr>
            </a:lvl1pPr>
            <a:lvl2pPr marL="457200" indent="0">
              <a:buNone/>
              <a:defRPr sz="1800">
                <a:solidFill>
                  <a:schemeClr val="tx1">
                    <a:tint val="75000"/>
                  </a:schemeClr>
                </a:solidFill>
              </a:defRPr>
            </a:lvl2pPr>
            <a:lvl3pPr marL="914400" indent="0">
              <a:buNone/>
              <a:defRPr sz="1600">
                <a:solidFill>
                  <a:schemeClr val="tx1">
                    <a:tint val="75000"/>
                  </a:schemeClr>
                </a:solidFill>
              </a:defRPr>
            </a:lvl3pPr>
            <a:lvl4pPr marL="1371600" indent="0">
              <a:buNone/>
              <a:defRPr sz="1400">
                <a:solidFill>
                  <a:schemeClr val="tx1">
                    <a:tint val="75000"/>
                  </a:schemeClr>
                </a:solidFill>
              </a:defRPr>
            </a:lvl4pPr>
            <a:lvl5pPr marL="1828800" indent="0">
              <a:buNone/>
              <a:defRPr sz="1400">
                <a:solidFill>
                  <a:schemeClr val="tx1">
                    <a:tint val="75000"/>
                  </a:schemeClr>
                </a:solidFill>
              </a:defRPr>
            </a:lvl5pPr>
            <a:lvl6pPr marL="2286000" indent="0">
              <a:buNone/>
              <a:defRPr sz="1400">
                <a:solidFill>
                  <a:schemeClr val="tx1">
                    <a:tint val="75000"/>
                  </a:schemeClr>
                </a:solidFill>
              </a:defRPr>
            </a:lvl6pPr>
            <a:lvl7pPr marL="2743200" indent="0">
              <a:buNone/>
              <a:defRPr sz="1400">
                <a:solidFill>
                  <a:schemeClr val="tx1">
                    <a:tint val="75000"/>
                  </a:schemeClr>
                </a:solidFill>
              </a:defRPr>
            </a:lvl7pPr>
            <a:lvl8pPr marL="3200400" indent="0">
              <a:buNone/>
              <a:defRPr sz="1400">
                <a:solidFill>
                  <a:schemeClr val="tx1">
                    <a:tint val="75000"/>
                  </a:schemeClr>
                </a:solidFill>
              </a:defRPr>
            </a:lvl8pPr>
            <a:lvl9pPr marL="3657600" indent="0">
              <a:buNone/>
              <a:defRPr sz="1400">
                <a:solidFill>
                  <a:schemeClr val="tx1">
                    <a:tint val="75000"/>
                  </a:schemeClr>
                </a:solidFill>
              </a:defRPr>
            </a:lvl9pPr>
          </a:lstStyle>
          <a:p>
            <a:pPr lvl="0"/>
            <a:r>
              <a:rPr lang="en-US"/>
              <a:t>Click to edit Master text styles</a:t>
            </a:r>
          </a:p>
        </p:txBody>
      </p:sp>
      <p:sp>
        <p:nvSpPr>
          <p:cNvPr id="4" name="Date Placeholder 3"/>
          <p:cNvSpPr>
            <a:spLocks noGrp="1"/>
          </p:cNvSpPr>
          <p:nvPr>
            <p:ph type="dt" sz="half" idx="10"/>
          </p:nvPr>
        </p:nvSpPr>
        <p:spPr/>
        <p:txBody>
          <a:bodyPr/>
          <a:lstStyle/>
          <a:p>
            <a:fld id="{5BCAD085-E8A6-8845-BD4E-CB4CCA059FC4}" type="datetimeFigureOut">
              <a:rPr lang="en-US" smtClean="0"/>
              <a:t>1/8/2026</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
        <p:nvSpPr>
          <p:cNvPr id="24" name="TextBox 23"/>
          <p:cNvSpPr txBox="1"/>
          <p:nvPr/>
        </p:nvSpPr>
        <p:spPr>
          <a:xfrm>
            <a:off x="482711" y="790378"/>
            <a:ext cx="457319" cy="584776"/>
          </a:xfrm>
          <a:prstGeom prst="rect">
            <a:avLst/>
          </a:prstGeom>
        </p:spPr>
        <p:txBody>
          <a:bodyPr vert="horz" lIns="91440" tIns="45720" rIns="91440" bIns="45720" rtlCol="0" anchor="ctr">
            <a:noAutofit/>
          </a:bodyPr>
          <a:lstStyle/>
          <a:p>
            <a:pPr lvl="0"/>
            <a:r>
              <a:rPr lang="en-US" sz="8000" baseline="0" dirty="0">
                <a:ln w="3175" cmpd="sng">
                  <a:noFill/>
                </a:ln>
                <a:solidFill>
                  <a:schemeClr val="accent1">
                    <a:lumMod val="60000"/>
                    <a:lumOff val="40000"/>
                  </a:schemeClr>
                </a:solidFill>
                <a:effectLst/>
                <a:latin typeface="Arial"/>
              </a:rPr>
              <a:t>“</a:t>
            </a:r>
          </a:p>
        </p:txBody>
      </p:sp>
      <p:sp>
        <p:nvSpPr>
          <p:cNvPr id="25" name="TextBox 24"/>
          <p:cNvSpPr txBox="1"/>
          <p:nvPr/>
        </p:nvSpPr>
        <p:spPr>
          <a:xfrm>
            <a:off x="6747699" y="2886556"/>
            <a:ext cx="457319" cy="584776"/>
          </a:xfrm>
          <a:prstGeom prst="rect">
            <a:avLst/>
          </a:prstGeom>
        </p:spPr>
        <p:txBody>
          <a:bodyPr vert="horz" lIns="91440" tIns="45720" rIns="91440" bIns="45720" rtlCol="0" anchor="ctr">
            <a:noAutofit/>
          </a:bodyPr>
          <a:lstStyle/>
          <a:p>
            <a:pPr lvl="0"/>
            <a:r>
              <a:rPr lang="en-US" sz="8000" baseline="0" dirty="0">
                <a:ln w="3175" cmpd="sng">
                  <a:noFill/>
                </a:ln>
                <a:solidFill>
                  <a:schemeClr val="accent1">
                    <a:lumMod val="60000"/>
                    <a:lumOff val="40000"/>
                  </a:schemeClr>
                </a:solidFill>
                <a:effectLst/>
                <a:latin typeface="Arial"/>
              </a:rPr>
              <a:t>”</a:t>
            </a:r>
          </a:p>
        </p:txBody>
      </p:sp>
    </p:spTree>
    <p:extLst>
      <p:ext uri="{BB962C8B-B14F-4D97-AF65-F5344CB8AC3E}">
        <p14:creationId xmlns:p14="http://schemas.microsoft.com/office/powerpoint/2010/main" val="2544869564"/>
      </p:ext>
    </p:extLst>
  </p:cSld>
  <p:clrMapOvr>
    <a:masterClrMapping/>
  </p:clrMapOvr>
</p:sldLayout>
</file>

<file path=ppt/slideLayouts/slideLayout14.xml><?xml version="1.0" encoding="utf-8"?>
<p:sldLayout xmlns:a="http://schemas.openxmlformats.org/drawingml/2006/main" xmlns:r="http://schemas.openxmlformats.org/officeDocument/2006/relationships" xmlns:p="http://schemas.openxmlformats.org/presentationml/2006/main" preserve="1">
  <p:cSld name="True or False">
    <p:spTree>
      <p:nvGrpSpPr>
        <p:cNvPr id="1" name=""/>
        <p:cNvGrpSpPr/>
        <p:nvPr/>
      </p:nvGrpSpPr>
      <p:grpSpPr>
        <a:xfrm>
          <a:off x="0" y="0"/>
          <a:ext cx="0" cy="0"/>
          <a:chOff x="0" y="0"/>
          <a:chExt cx="0" cy="0"/>
        </a:xfrm>
      </p:grpSpPr>
      <p:sp>
        <p:nvSpPr>
          <p:cNvPr id="2" name="Title 1"/>
          <p:cNvSpPr>
            <a:spLocks noGrp="1"/>
          </p:cNvSpPr>
          <p:nvPr>
            <p:ph type="title"/>
          </p:nvPr>
        </p:nvSpPr>
        <p:spPr>
          <a:xfrm>
            <a:off x="615848" y="609600"/>
            <a:ext cx="6341465" cy="3022600"/>
          </a:xfrm>
        </p:spPr>
        <p:txBody>
          <a:bodyPr anchor="ctr">
            <a:normAutofit/>
          </a:bodyPr>
          <a:lstStyle>
            <a:lvl1pPr algn="l">
              <a:defRPr sz="4400" b="0" cap="none"/>
            </a:lvl1pPr>
          </a:lstStyle>
          <a:p>
            <a:r>
              <a:rPr lang="en-US"/>
              <a:t>Click to edit Master title style</a:t>
            </a:r>
            <a:endParaRPr lang="en-US" dirty="0"/>
          </a:p>
        </p:txBody>
      </p:sp>
      <p:sp>
        <p:nvSpPr>
          <p:cNvPr id="23" name="Text Placeholder 9"/>
          <p:cNvSpPr>
            <a:spLocks noGrp="1"/>
          </p:cNvSpPr>
          <p:nvPr>
            <p:ph type="body" sz="quarter" idx="13"/>
          </p:nvPr>
        </p:nvSpPr>
        <p:spPr>
          <a:xfrm>
            <a:off x="609597" y="4013200"/>
            <a:ext cx="6347716" cy="514248"/>
          </a:xfrm>
        </p:spPr>
        <p:txBody>
          <a:bodyPr anchor="b">
            <a:noAutofit/>
          </a:bodyPr>
          <a:lstStyle>
            <a:lvl1pPr marL="0" indent="0">
              <a:buFontTx/>
              <a:buNone/>
              <a:defRPr sz="2400">
                <a:solidFill>
                  <a:schemeClr val="accent1"/>
                </a:solidFill>
              </a:defRPr>
            </a:lvl1pPr>
            <a:lvl2pPr marL="457200" indent="0">
              <a:buFontTx/>
              <a:buNone/>
              <a:defRPr/>
            </a:lvl2pPr>
            <a:lvl3pPr marL="914400" indent="0">
              <a:buFontTx/>
              <a:buNone/>
              <a:defRPr/>
            </a:lvl3pPr>
            <a:lvl4pPr marL="1371600" indent="0">
              <a:buFontTx/>
              <a:buNone/>
              <a:defRPr/>
            </a:lvl4pPr>
            <a:lvl5pPr marL="1828800" indent="0">
              <a:buFontTx/>
              <a:buNone/>
              <a:defRPr/>
            </a:lvl5pPr>
          </a:lstStyle>
          <a:p>
            <a:pPr lvl="0"/>
            <a:r>
              <a:rPr lang="en-US"/>
              <a:t>Click to edit Master text styles</a:t>
            </a:r>
          </a:p>
        </p:txBody>
      </p:sp>
      <p:sp>
        <p:nvSpPr>
          <p:cNvPr id="3" name="Text Placeholder 2"/>
          <p:cNvSpPr>
            <a:spLocks noGrp="1"/>
          </p:cNvSpPr>
          <p:nvPr>
            <p:ph type="body" idx="1"/>
          </p:nvPr>
        </p:nvSpPr>
        <p:spPr>
          <a:xfrm>
            <a:off x="609598" y="4527448"/>
            <a:ext cx="6347715" cy="1513914"/>
          </a:xfrm>
        </p:spPr>
        <p:txBody>
          <a:bodyPr anchor="t">
            <a:normAutofit/>
          </a:bodyPr>
          <a:lstStyle>
            <a:lvl1pPr marL="0" indent="0" algn="l">
              <a:buNone/>
              <a:defRPr sz="1800">
                <a:solidFill>
                  <a:schemeClr val="tx1">
                    <a:lumMod val="50000"/>
                    <a:lumOff val="50000"/>
                  </a:schemeClr>
                </a:solidFill>
              </a:defRPr>
            </a:lvl1pPr>
            <a:lvl2pPr marL="457200" indent="0">
              <a:buNone/>
              <a:defRPr sz="1800">
                <a:solidFill>
                  <a:schemeClr val="tx1">
                    <a:tint val="75000"/>
                  </a:schemeClr>
                </a:solidFill>
              </a:defRPr>
            </a:lvl2pPr>
            <a:lvl3pPr marL="914400" indent="0">
              <a:buNone/>
              <a:defRPr sz="1600">
                <a:solidFill>
                  <a:schemeClr val="tx1">
                    <a:tint val="75000"/>
                  </a:schemeClr>
                </a:solidFill>
              </a:defRPr>
            </a:lvl3pPr>
            <a:lvl4pPr marL="1371600" indent="0">
              <a:buNone/>
              <a:defRPr sz="1400">
                <a:solidFill>
                  <a:schemeClr val="tx1">
                    <a:tint val="75000"/>
                  </a:schemeClr>
                </a:solidFill>
              </a:defRPr>
            </a:lvl4pPr>
            <a:lvl5pPr marL="1828800" indent="0">
              <a:buNone/>
              <a:defRPr sz="1400">
                <a:solidFill>
                  <a:schemeClr val="tx1">
                    <a:tint val="75000"/>
                  </a:schemeClr>
                </a:solidFill>
              </a:defRPr>
            </a:lvl5pPr>
            <a:lvl6pPr marL="2286000" indent="0">
              <a:buNone/>
              <a:defRPr sz="1400">
                <a:solidFill>
                  <a:schemeClr val="tx1">
                    <a:tint val="75000"/>
                  </a:schemeClr>
                </a:solidFill>
              </a:defRPr>
            </a:lvl6pPr>
            <a:lvl7pPr marL="2743200" indent="0">
              <a:buNone/>
              <a:defRPr sz="1400">
                <a:solidFill>
                  <a:schemeClr val="tx1">
                    <a:tint val="75000"/>
                  </a:schemeClr>
                </a:solidFill>
              </a:defRPr>
            </a:lvl7pPr>
            <a:lvl8pPr marL="3200400" indent="0">
              <a:buNone/>
              <a:defRPr sz="1400">
                <a:solidFill>
                  <a:schemeClr val="tx1">
                    <a:tint val="75000"/>
                  </a:schemeClr>
                </a:solidFill>
              </a:defRPr>
            </a:lvl8pPr>
            <a:lvl9pPr marL="3657600" indent="0">
              <a:buNone/>
              <a:defRPr sz="1400">
                <a:solidFill>
                  <a:schemeClr val="tx1">
                    <a:tint val="75000"/>
                  </a:schemeClr>
                </a:solidFill>
              </a:defRPr>
            </a:lvl9pPr>
          </a:lstStyle>
          <a:p>
            <a:pPr lvl="0"/>
            <a:r>
              <a:rPr lang="en-US"/>
              <a:t>Click to edit Master text styles</a:t>
            </a:r>
          </a:p>
        </p:txBody>
      </p:sp>
      <p:sp>
        <p:nvSpPr>
          <p:cNvPr id="4" name="Date Placeholder 3"/>
          <p:cNvSpPr>
            <a:spLocks noGrp="1"/>
          </p:cNvSpPr>
          <p:nvPr>
            <p:ph type="dt" sz="half" idx="10"/>
          </p:nvPr>
        </p:nvSpPr>
        <p:spPr/>
        <p:txBody>
          <a:bodyPr/>
          <a:lstStyle/>
          <a:p>
            <a:fld id="{5BCAD085-E8A6-8845-BD4E-CB4CCA059FC4}" type="datetimeFigureOut">
              <a:rPr lang="en-US" smtClean="0"/>
              <a:t>1/8/2026</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202233349"/>
      </p:ext>
    </p:extLst>
  </p:cSld>
  <p:clrMapOvr>
    <a:masterClrMapping/>
  </p:clrMapOvr>
</p:sldLayout>
</file>

<file path=ppt/slideLayouts/slideLayout15.xml><?xml version="1.0" encoding="utf-8"?>
<p:sldLayout xmlns:a="http://schemas.openxmlformats.org/drawingml/2006/main" xmlns:r="http://schemas.openxmlformats.org/officeDocument/2006/relationships" xmlns:p="http://schemas.openxmlformats.org/presentationml/2006/main" type="vertTx" preserve="1">
  <p:cSld name="Title and Vertical Tex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a:t>Click to edit Master title style</a:t>
            </a:r>
            <a:endParaRPr lang="en-US" dirty="0"/>
          </a:p>
        </p:txBody>
      </p:sp>
      <p:sp>
        <p:nvSpPr>
          <p:cNvPr id="3" name="Vertical Text Placeholder 2"/>
          <p:cNvSpPr>
            <a:spLocks noGrp="1"/>
          </p:cNvSpPr>
          <p:nvPr>
            <p:ph type="body" orient="vert" idx="1"/>
          </p:nvPr>
        </p:nvSpPr>
        <p:spPr/>
        <p:txBody>
          <a:bodyPr vert="eaVert"/>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endParaRPr lang="en-US" dirty="0"/>
          </a:p>
        </p:txBody>
      </p:sp>
      <p:sp>
        <p:nvSpPr>
          <p:cNvPr id="4" name="Date Placeholder 3"/>
          <p:cNvSpPr>
            <a:spLocks noGrp="1"/>
          </p:cNvSpPr>
          <p:nvPr>
            <p:ph type="dt" sz="half" idx="10"/>
          </p:nvPr>
        </p:nvSpPr>
        <p:spPr/>
        <p:txBody>
          <a:bodyPr/>
          <a:lstStyle/>
          <a:p>
            <a:fld id="{5BCAD085-E8A6-8845-BD4E-CB4CCA059FC4}" type="datetimeFigureOut">
              <a:rPr lang="en-US" smtClean="0"/>
              <a:t>1/8/2026</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108016119"/>
      </p:ext>
    </p:extLst>
  </p:cSld>
  <p:clrMapOvr>
    <a:masterClrMapping/>
  </p:clrMapOvr>
</p:sldLayout>
</file>

<file path=ppt/slideLayouts/slideLayout16.xml><?xml version="1.0" encoding="utf-8"?>
<p:sldLayout xmlns:a="http://schemas.openxmlformats.org/drawingml/2006/main" xmlns:r="http://schemas.openxmlformats.org/officeDocument/2006/relationships" xmlns:p="http://schemas.openxmlformats.org/presentationml/2006/main" type="vertTitleAndTx" preserve="1">
  <p:cSld name="Vertical Title and Text">
    <p:spTree>
      <p:nvGrpSpPr>
        <p:cNvPr id="1" name=""/>
        <p:cNvGrpSpPr/>
        <p:nvPr/>
      </p:nvGrpSpPr>
      <p:grpSpPr>
        <a:xfrm>
          <a:off x="0" y="0"/>
          <a:ext cx="0" cy="0"/>
          <a:chOff x="0" y="0"/>
          <a:chExt cx="0" cy="0"/>
        </a:xfrm>
      </p:grpSpPr>
      <p:sp>
        <p:nvSpPr>
          <p:cNvPr id="2" name="Vertical Title 1"/>
          <p:cNvSpPr>
            <a:spLocks noGrp="1"/>
          </p:cNvSpPr>
          <p:nvPr>
            <p:ph type="title" orient="vert"/>
          </p:nvPr>
        </p:nvSpPr>
        <p:spPr>
          <a:xfrm>
            <a:off x="5977312" y="609600"/>
            <a:ext cx="978812" cy="5251451"/>
          </a:xfrm>
        </p:spPr>
        <p:txBody>
          <a:bodyPr vert="eaVert" anchor="ctr"/>
          <a:lstStyle/>
          <a:p>
            <a:r>
              <a:rPr lang="en-US"/>
              <a:t>Click to edit Master title style</a:t>
            </a:r>
            <a:endParaRPr lang="en-US" dirty="0"/>
          </a:p>
        </p:txBody>
      </p:sp>
      <p:sp>
        <p:nvSpPr>
          <p:cNvPr id="3" name="Vertical Text Placeholder 2"/>
          <p:cNvSpPr>
            <a:spLocks noGrp="1"/>
          </p:cNvSpPr>
          <p:nvPr>
            <p:ph type="body" orient="vert" idx="1"/>
          </p:nvPr>
        </p:nvSpPr>
        <p:spPr>
          <a:xfrm>
            <a:off x="609599" y="609600"/>
            <a:ext cx="5195026" cy="5251451"/>
          </a:xfrm>
        </p:spPr>
        <p:txBody>
          <a:bodyPr vert="eaVert"/>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endParaRPr lang="en-US" dirty="0"/>
          </a:p>
        </p:txBody>
      </p:sp>
      <p:sp>
        <p:nvSpPr>
          <p:cNvPr id="4" name="Date Placeholder 3"/>
          <p:cNvSpPr>
            <a:spLocks noGrp="1"/>
          </p:cNvSpPr>
          <p:nvPr>
            <p:ph type="dt" sz="half" idx="10"/>
          </p:nvPr>
        </p:nvSpPr>
        <p:spPr/>
        <p:txBody>
          <a:bodyPr/>
          <a:lstStyle/>
          <a:p>
            <a:fld id="{5BCAD085-E8A6-8845-BD4E-CB4CCA059FC4}" type="datetimeFigureOut">
              <a:rPr lang="en-US" smtClean="0"/>
              <a:t>1/8/2026</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960967429"/>
      </p:ext>
    </p:extLst>
  </p:cSld>
  <p:clrMapOvr>
    <a:masterClrMapping/>
  </p:clrMapOvr>
</p:sldLayout>
</file>

<file path=ppt/slideMasters/_rels/slideMaster1.xml.rels><?xml version="1.0" encoding="UTF-8" standalone="yes"?>
<Relationships xmlns="http://schemas.openxmlformats.org/package/2006/relationships"><Relationship Id="rId8" Type="http://schemas.openxmlformats.org/officeDocument/2006/relationships/slideLayout" Target="../slideLayouts/slideLayout8.xml"/><Relationship Id="rId13" Type="http://schemas.openxmlformats.org/officeDocument/2006/relationships/slideLayout" Target="../slideLayouts/slideLayout13.xml"/><Relationship Id="rId3" Type="http://schemas.openxmlformats.org/officeDocument/2006/relationships/slideLayout" Target="../slideLayouts/slideLayout3.xml"/><Relationship Id="rId7" Type="http://schemas.openxmlformats.org/officeDocument/2006/relationships/slideLayout" Target="../slideLayouts/slideLayout7.xml"/><Relationship Id="rId12" Type="http://schemas.openxmlformats.org/officeDocument/2006/relationships/slideLayout" Target="../slideLayouts/slideLayout12.xml"/><Relationship Id="rId17" Type="http://schemas.openxmlformats.org/officeDocument/2006/relationships/theme" Target="../theme/theme1.xml"/><Relationship Id="rId2" Type="http://schemas.openxmlformats.org/officeDocument/2006/relationships/slideLayout" Target="../slideLayouts/slideLayout2.xml"/><Relationship Id="rId16" Type="http://schemas.openxmlformats.org/officeDocument/2006/relationships/slideLayout" Target="../slideLayouts/slideLayout16.xml"/><Relationship Id="rId1" Type="http://schemas.openxmlformats.org/officeDocument/2006/relationships/slideLayout" Target="../slideLayouts/slideLayout1.xml"/><Relationship Id="rId6" Type="http://schemas.openxmlformats.org/officeDocument/2006/relationships/slideLayout" Target="../slideLayouts/slideLayout6.xml"/><Relationship Id="rId11" Type="http://schemas.openxmlformats.org/officeDocument/2006/relationships/slideLayout" Target="../slideLayouts/slideLayout11.xml"/><Relationship Id="rId5" Type="http://schemas.openxmlformats.org/officeDocument/2006/relationships/slideLayout" Target="../slideLayouts/slideLayout5.xml"/><Relationship Id="rId15" Type="http://schemas.openxmlformats.org/officeDocument/2006/relationships/slideLayout" Target="../slideLayouts/slideLayout15.xml"/><Relationship Id="rId10" Type="http://schemas.openxmlformats.org/officeDocument/2006/relationships/slideLayout" Target="../slideLayouts/slideLayout10.xml"/><Relationship Id="rId4" Type="http://schemas.openxmlformats.org/officeDocument/2006/relationships/slideLayout" Target="../slideLayouts/slideLayout4.xml"/><Relationship Id="rId9" Type="http://schemas.openxmlformats.org/officeDocument/2006/relationships/slideLayout" Target="../slideLayouts/slideLayout9.xml"/><Relationship Id="rId14" Type="http://schemas.openxmlformats.org/officeDocument/2006/relationships/slideLayout" Target="../slideLayouts/slideLayout14.xml"/></Relationships>
</file>

<file path=ppt/slideMasters/slideMaster1.xml><?xml version="1.0" encoding="utf-8"?>
<p:sld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grpSp>
        <p:nvGrpSpPr>
          <p:cNvPr id="17" name="Group 16"/>
          <p:cNvGrpSpPr/>
          <p:nvPr/>
        </p:nvGrpSpPr>
        <p:grpSpPr>
          <a:xfrm>
            <a:off x="-8467" y="-8468"/>
            <a:ext cx="9169805" cy="6874935"/>
            <a:chOff x="-8467" y="-8468"/>
            <a:chExt cx="9169805" cy="6874935"/>
          </a:xfrm>
        </p:grpSpPr>
        <p:sp>
          <p:nvSpPr>
            <p:cNvPr id="7" name="Freeform 6"/>
            <p:cNvSpPr/>
            <p:nvPr/>
          </p:nvSpPr>
          <p:spPr>
            <a:xfrm>
              <a:off x="-8467" y="4013200"/>
              <a:ext cx="457200" cy="2853267"/>
            </a:xfrm>
            <a:custGeom>
              <a:avLst/>
              <a:gdLst/>
              <a:ahLst/>
              <a:cxnLst/>
              <a:rect l="l" t="t" r="r" b="b"/>
              <a:pathLst>
                <a:path w="457200" h="2853267">
                  <a:moveTo>
                    <a:pt x="0" y="0"/>
                  </a:moveTo>
                  <a:lnTo>
                    <a:pt x="457200" y="2853267"/>
                  </a:lnTo>
                  <a:lnTo>
                    <a:pt x="0" y="2844800"/>
                  </a:lnTo>
                  <a:cubicBezTo>
                    <a:pt x="2822" y="1905000"/>
                    <a:pt x="5645" y="965200"/>
                    <a:pt x="0" y="0"/>
                  </a:cubicBezTo>
                  <a:close/>
                </a:path>
              </a:pathLst>
            </a:custGeom>
            <a:solidFill>
              <a:schemeClr val="accent1">
                <a:alpha val="85000"/>
              </a:schemeClr>
            </a:solidFill>
            <a:ln>
              <a:noFill/>
            </a:ln>
            <a:effectLst/>
          </p:spPr>
          <p:style>
            <a:lnRef idx="1">
              <a:schemeClr val="accent1"/>
            </a:lnRef>
            <a:fillRef idx="3">
              <a:schemeClr val="accent1"/>
            </a:fillRef>
            <a:effectRef idx="2">
              <a:schemeClr val="accent1"/>
            </a:effectRef>
            <a:fontRef idx="minor">
              <a:schemeClr val="lt1"/>
            </a:fontRef>
          </p:style>
          <p:txBody>
            <a:bodyPr/>
            <a:lstStyle/>
            <a:p>
              <a:endParaRPr lang="en-US"/>
            </a:p>
          </p:txBody>
        </p:sp>
        <p:cxnSp>
          <p:nvCxnSpPr>
            <p:cNvPr id="8" name="Straight Connector 7"/>
            <p:cNvCxnSpPr/>
            <p:nvPr/>
          </p:nvCxnSpPr>
          <p:spPr>
            <a:xfrm flipV="1">
              <a:off x="5130830" y="4175605"/>
              <a:ext cx="4022475" cy="2682396"/>
            </a:xfrm>
            <a:prstGeom prst="line">
              <a:avLst/>
            </a:prstGeom>
            <a:ln w="9525">
              <a:solidFill>
                <a:schemeClr val="bg1">
                  <a:lumMod val="85000"/>
                </a:schemeClr>
              </a:solidFill>
            </a:ln>
          </p:spPr>
          <p:style>
            <a:lnRef idx="2">
              <a:schemeClr val="accent1"/>
            </a:lnRef>
            <a:fillRef idx="0">
              <a:schemeClr val="accent1"/>
            </a:fillRef>
            <a:effectRef idx="1">
              <a:schemeClr val="accent1"/>
            </a:effectRef>
            <a:fontRef idx="minor">
              <a:schemeClr val="tx1"/>
            </a:fontRef>
          </p:style>
        </p:cxnSp>
        <p:cxnSp>
          <p:nvCxnSpPr>
            <p:cNvPr id="9" name="Straight Connector 8"/>
            <p:cNvCxnSpPr/>
            <p:nvPr/>
          </p:nvCxnSpPr>
          <p:spPr>
            <a:xfrm>
              <a:off x="7042707" y="0"/>
              <a:ext cx="1219200" cy="6858000"/>
            </a:xfrm>
            <a:prstGeom prst="line">
              <a:avLst/>
            </a:prstGeom>
            <a:ln w="9525">
              <a:solidFill>
                <a:schemeClr val="bg1">
                  <a:lumMod val="75000"/>
                </a:schemeClr>
              </a:solidFill>
            </a:ln>
          </p:spPr>
          <p:style>
            <a:lnRef idx="2">
              <a:schemeClr val="accent1"/>
            </a:lnRef>
            <a:fillRef idx="0">
              <a:schemeClr val="accent1"/>
            </a:fillRef>
            <a:effectRef idx="1">
              <a:schemeClr val="accent1"/>
            </a:effectRef>
            <a:fontRef idx="minor">
              <a:schemeClr val="tx1"/>
            </a:fontRef>
          </p:style>
        </p:cxnSp>
        <p:sp>
          <p:nvSpPr>
            <p:cNvPr id="10" name="Freeform 9"/>
            <p:cNvSpPr/>
            <p:nvPr/>
          </p:nvSpPr>
          <p:spPr>
            <a:xfrm>
              <a:off x="6891896" y="1"/>
              <a:ext cx="2269442" cy="6866466"/>
            </a:xfrm>
            <a:custGeom>
              <a:avLst/>
              <a:gdLst/>
              <a:ahLst/>
              <a:cxnLst/>
              <a:rect l="l" t="t" r="r" b="b"/>
              <a:pathLst>
                <a:path w="2269442" h="6866466">
                  <a:moveTo>
                    <a:pt x="2023534" y="0"/>
                  </a:moveTo>
                  <a:lnTo>
                    <a:pt x="0" y="6858000"/>
                  </a:lnTo>
                  <a:lnTo>
                    <a:pt x="2269067" y="6866466"/>
                  </a:lnTo>
                  <a:cubicBezTo>
                    <a:pt x="2271889" y="4580466"/>
                    <a:pt x="2257778" y="2294466"/>
                    <a:pt x="2260600" y="8466"/>
                  </a:cubicBezTo>
                  <a:lnTo>
                    <a:pt x="2023534" y="0"/>
                  </a:lnTo>
                  <a:close/>
                </a:path>
              </a:pathLst>
            </a:custGeom>
            <a:solidFill>
              <a:schemeClr val="accent1">
                <a:alpha val="30000"/>
              </a:schemeClr>
            </a:solidFill>
            <a:ln>
              <a:noFill/>
            </a:ln>
            <a:effectLst/>
          </p:spPr>
          <p:style>
            <a:lnRef idx="1">
              <a:schemeClr val="accent1"/>
            </a:lnRef>
            <a:fillRef idx="3">
              <a:schemeClr val="accent1"/>
            </a:fillRef>
            <a:effectRef idx="2">
              <a:schemeClr val="accent1"/>
            </a:effectRef>
            <a:fontRef idx="minor">
              <a:schemeClr val="lt1"/>
            </a:fontRef>
          </p:style>
          <p:txBody>
            <a:bodyPr/>
            <a:lstStyle/>
            <a:p>
              <a:endParaRPr lang="en-US"/>
            </a:p>
          </p:txBody>
        </p:sp>
        <p:sp>
          <p:nvSpPr>
            <p:cNvPr id="11" name="Freeform 10"/>
            <p:cNvSpPr/>
            <p:nvPr/>
          </p:nvSpPr>
          <p:spPr>
            <a:xfrm>
              <a:off x="7205158" y="-8467"/>
              <a:ext cx="1948147" cy="6866467"/>
            </a:xfrm>
            <a:custGeom>
              <a:avLst/>
              <a:gdLst/>
              <a:ahLst/>
              <a:cxnLst/>
              <a:rect l="l" t="t" r="r" b="b"/>
              <a:pathLst>
                <a:path w="1948147" h="6866467">
                  <a:moveTo>
                    <a:pt x="0" y="0"/>
                  </a:moveTo>
                  <a:lnTo>
                    <a:pt x="1202267" y="6866467"/>
                  </a:lnTo>
                  <a:lnTo>
                    <a:pt x="1947333" y="6866467"/>
                  </a:lnTo>
                  <a:cubicBezTo>
                    <a:pt x="1944511" y="4577645"/>
                    <a:pt x="1950155" y="2288822"/>
                    <a:pt x="1947333" y="0"/>
                  </a:cubicBezTo>
                  <a:lnTo>
                    <a:pt x="0" y="0"/>
                  </a:lnTo>
                  <a:close/>
                </a:path>
              </a:pathLst>
            </a:custGeom>
            <a:solidFill>
              <a:schemeClr val="accent1">
                <a:alpha val="20000"/>
              </a:schemeClr>
            </a:solidFill>
            <a:ln>
              <a:noFill/>
            </a:ln>
            <a:effectLst/>
          </p:spPr>
          <p:style>
            <a:lnRef idx="1">
              <a:schemeClr val="accent1"/>
            </a:lnRef>
            <a:fillRef idx="3">
              <a:schemeClr val="accent1"/>
            </a:fillRef>
            <a:effectRef idx="2">
              <a:schemeClr val="accent1"/>
            </a:effectRef>
            <a:fontRef idx="minor">
              <a:schemeClr val="lt1"/>
            </a:fontRef>
          </p:style>
          <p:txBody>
            <a:bodyPr/>
            <a:lstStyle/>
            <a:p>
              <a:endParaRPr lang="en-US"/>
            </a:p>
          </p:txBody>
        </p:sp>
        <p:sp>
          <p:nvSpPr>
            <p:cNvPr id="12" name="Freeform 11"/>
            <p:cNvSpPr/>
            <p:nvPr/>
          </p:nvSpPr>
          <p:spPr>
            <a:xfrm>
              <a:off x="6637896" y="3920066"/>
              <a:ext cx="2513565" cy="2937933"/>
            </a:xfrm>
            <a:custGeom>
              <a:avLst/>
              <a:gdLst/>
              <a:ahLst/>
              <a:cxnLst/>
              <a:rect l="l" t="t" r="r" b="b"/>
              <a:pathLst>
                <a:path w="3259667" h="3810000">
                  <a:moveTo>
                    <a:pt x="0" y="3810000"/>
                  </a:moveTo>
                  <a:lnTo>
                    <a:pt x="3251200" y="0"/>
                  </a:lnTo>
                  <a:cubicBezTo>
                    <a:pt x="3254022" y="1270000"/>
                    <a:pt x="3256845" y="2540000"/>
                    <a:pt x="3259667" y="3810000"/>
                  </a:cubicBezTo>
                  <a:lnTo>
                    <a:pt x="0" y="3810000"/>
                  </a:lnTo>
                  <a:close/>
                </a:path>
              </a:pathLst>
            </a:custGeom>
            <a:solidFill>
              <a:schemeClr val="accent2">
                <a:alpha val="72000"/>
              </a:schemeClr>
            </a:solidFill>
            <a:ln>
              <a:noFill/>
            </a:ln>
            <a:effectLst/>
          </p:spPr>
          <p:style>
            <a:lnRef idx="1">
              <a:schemeClr val="accent1"/>
            </a:lnRef>
            <a:fillRef idx="3">
              <a:schemeClr val="accent1"/>
            </a:fillRef>
            <a:effectRef idx="2">
              <a:schemeClr val="accent1"/>
            </a:effectRef>
            <a:fontRef idx="minor">
              <a:schemeClr val="lt1"/>
            </a:fontRef>
          </p:style>
          <p:txBody>
            <a:bodyPr/>
            <a:lstStyle/>
            <a:p>
              <a:endParaRPr lang="en-US"/>
            </a:p>
          </p:txBody>
        </p:sp>
        <p:sp>
          <p:nvSpPr>
            <p:cNvPr id="13" name="Freeform 12"/>
            <p:cNvSpPr/>
            <p:nvPr/>
          </p:nvSpPr>
          <p:spPr>
            <a:xfrm>
              <a:off x="7010429" y="-8467"/>
              <a:ext cx="2142876" cy="6866467"/>
            </a:xfrm>
            <a:custGeom>
              <a:avLst/>
              <a:gdLst/>
              <a:ahLst/>
              <a:cxnLst/>
              <a:rect l="l" t="t" r="r" b="b"/>
              <a:pathLst>
                <a:path w="2853267" h="6866467">
                  <a:moveTo>
                    <a:pt x="0" y="0"/>
                  </a:moveTo>
                  <a:lnTo>
                    <a:pt x="2472267" y="6866467"/>
                  </a:lnTo>
                  <a:lnTo>
                    <a:pt x="2853267" y="6858000"/>
                  </a:lnTo>
                  <a:lnTo>
                    <a:pt x="2853267" y="0"/>
                  </a:lnTo>
                  <a:lnTo>
                    <a:pt x="0" y="0"/>
                  </a:lnTo>
                  <a:close/>
                </a:path>
              </a:pathLst>
            </a:custGeom>
            <a:solidFill>
              <a:schemeClr val="accent2">
                <a:lumMod val="75000"/>
                <a:alpha val="70000"/>
              </a:schemeClr>
            </a:solidFill>
            <a:ln>
              <a:noFill/>
            </a:ln>
            <a:effectLst/>
          </p:spPr>
          <p:style>
            <a:lnRef idx="1">
              <a:schemeClr val="accent1"/>
            </a:lnRef>
            <a:fillRef idx="3">
              <a:schemeClr val="accent1"/>
            </a:fillRef>
            <a:effectRef idx="2">
              <a:schemeClr val="accent1"/>
            </a:effectRef>
            <a:fontRef idx="minor">
              <a:schemeClr val="lt1"/>
            </a:fontRef>
          </p:style>
          <p:txBody>
            <a:bodyPr/>
            <a:lstStyle/>
            <a:p>
              <a:endParaRPr lang="en-US"/>
            </a:p>
          </p:txBody>
        </p:sp>
        <p:sp>
          <p:nvSpPr>
            <p:cNvPr id="14" name="Freeform 13"/>
            <p:cNvSpPr/>
            <p:nvPr/>
          </p:nvSpPr>
          <p:spPr>
            <a:xfrm>
              <a:off x="8295776" y="-8467"/>
              <a:ext cx="857530" cy="6866467"/>
            </a:xfrm>
            <a:custGeom>
              <a:avLst/>
              <a:gdLst/>
              <a:ahLst/>
              <a:cxnLst/>
              <a:rect l="l" t="t" r="r" b="b"/>
              <a:pathLst>
                <a:path w="1286933" h="6866467">
                  <a:moveTo>
                    <a:pt x="1016000" y="0"/>
                  </a:moveTo>
                  <a:lnTo>
                    <a:pt x="0" y="6866467"/>
                  </a:lnTo>
                  <a:lnTo>
                    <a:pt x="1286933" y="6866467"/>
                  </a:lnTo>
                  <a:cubicBezTo>
                    <a:pt x="1284111" y="4577645"/>
                    <a:pt x="1281288" y="2288822"/>
                    <a:pt x="1278466" y="0"/>
                  </a:cubicBezTo>
                  <a:lnTo>
                    <a:pt x="1016000" y="0"/>
                  </a:lnTo>
                  <a:close/>
                </a:path>
              </a:pathLst>
            </a:custGeom>
            <a:solidFill>
              <a:schemeClr val="accent1">
                <a:lumMod val="60000"/>
                <a:lumOff val="40000"/>
                <a:alpha val="70000"/>
              </a:schemeClr>
            </a:solidFill>
            <a:ln>
              <a:noFill/>
            </a:ln>
            <a:effectLst/>
          </p:spPr>
          <p:style>
            <a:lnRef idx="1">
              <a:schemeClr val="accent1"/>
            </a:lnRef>
            <a:fillRef idx="3">
              <a:schemeClr val="accent1"/>
            </a:fillRef>
            <a:effectRef idx="2">
              <a:schemeClr val="accent1"/>
            </a:effectRef>
            <a:fontRef idx="minor">
              <a:schemeClr val="lt1"/>
            </a:fontRef>
          </p:style>
          <p:txBody>
            <a:bodyPr/>
            <a:lstStyle/>
            <a:p>
              <a:endParaRPr lang="en-US"/>
            </a:p>
          </p:txBody>
        </p:sp>
        <p:sp>
          <p:nvSpPr>
            <p:cNvPr id="15" name="Freeform 14"/>
            <p:cNvSpPr/>
            <p:nvPr/>
          </p:nvSpPr>
          <p:spPr>
            <a:xfrm>
              <a:off x="8077231" y="-8468"/>
              <a:ext cx="1066770" cy="6866467"/>
            </a:xfrm>
            <a:custGeom>
              <a:avLst/>
              <a:gdLst/>
              <a:ahLst/>
              <a:cxnLst/>
              <a:rect l="l" t="t" r="r" b="b"/>
              <a:pathLst>
                <a:path w="1270244" h="6866467">
                  <a:moveTo>
                    <a:pt x="0" y="0"/>
                  </a:moveTo>
                  <a:lnTo>
                    <a:pt x="1117600" y="6866467"/>
                  </a:lnTo>
                  <a:lnTo>
                    <a:pt x="1270000" y="6866467"/>
                  </a:lnTo>
                  <a:cubicBezTo>
                    <a:pt x="1272822" y="4574822"/>
                    <a:pt x="1250245" y="2291645"/>
                    <a:pt x="1253067" y="0"/>
                  </a:cubicBezTo>
                  <a:lnTo>
                    <a:pt x="0" y="0"/>
                  </a:lnTo>
                  <a:close/>
                </a:path>
              </a:pathLst>
            </a:custGeom>
            <a:solidFill>
              <a:schemeClr val="accent1">
                <a:alpha val="65000"/>
              </a:schemeClr>
            </a:solidFill>
            <a:ln>
              <a:noFill/>
            </a:ln>
            <a:effectLst/>
          </p:spPr>
          <p:style>
            <a:lnRef idx="1">
              <a:schemeClr val="accent1"/>
            </a:lnRef>
            <a:fillRef idx="3">
              <a:schemeClr val="accent1"/>
            </a:fillRef>
            <a:effectRef idx="2">
              <a:schemeClr val="accent1"/>
            </a:effectRef>
            <a:fontRef idx="minor">
              <a:schemeClr val="lt1"/>
            </a:fontRef>
          </p:style>
          <p:txBody>
            <a:bodyPr/>
            <a:lstStyle/>
            <a:p>
              <a:endParaRPr lang="en-US"/>
            </a:p>
          </p:txBody>
        </p:sp>
        <p:sp>
          <p:nvSpPr>
            <p:cNvPr id="16" name="Freeform 15"/>
            <p:cNvSpPr/>
            <p:nvPr/>
          </p:nvSpPr>
          <p:spPr>
            <a:xfrm>
              <a:off x="8060297" y="4893733"/>
              <a:ext cx="1094086" cy="1964267"/>
            </a:xfrm>
            <a:custGeom>
              <a:avLst/>
              <a:gdLst/>
              <a:ahLst/>
              <a:cxnLst/>
              <a:rect l="l" t="t" r="r" b="b"/>
              <a:pathLst>
                <a:path w="1820333" h="3268133">
                  <a:moveTo>
                    <a:pt x="0" y="3268133"/>
                  </a:moveTo>
                  <a:lnTo>
                    <a:pt x="1811866" y="0"/>
                  </a:lnTo>
                  <a:cubicBezTo>
                    <a:pt x="1814688" y="1086555"/>
                    <a:pt x="1817511" y="2173111"/>
                    <a:pt x="1820333" y="3259666"/>
                  </a:cubicBezTo>
                  <a:lnTo>
                    <a:pt x="0" y="3268133"/>
                  </a:lnTo>
                  <a:close/>
                </a:path>
              </a:pathLst>
            </a:custGeom>
            <a:solidFill>
              <a:schemeClr val="accent1">
                <a:alpha val="80000"/>
              </a:schemeClr>
            </a:solidFill>
            <a:ln>
              <a:noFill/>
            </a:ln>
            <a:effectLst/>
          </p:spPr>
          <p:style>
            <a:lnRef idx="1">
              <a:schemeClr val="accent1"/>
            </a:lnRef>
            <a:fillRef idx="3">
              <a:schemeClr val="accent1"/>
            </a:fillRef>
            <a:effectRef idx="2">
              <a:schemeClr val="accent1"/>
            </a:effectRef>
            <a:fontRef idx="minor">
              <a:schemeClr val="lt1"/>
            </a:fontRef>
          </p:style>
          <p:txBody>
            <a:bodyPr/>
            <a:lstStyle/>
            <a:p>
              <a:endParaRPr lang="en-US"/>
            </a:p>
          </p:txBody>
        </p:sp>
      </p:grpSp>
      <p:sp>
        <p:nvSpPr>
          <p:cNvPr id="2" name="Title Placeholder 1"/>
          <p:cNvSpPr>
            <a:spLocks noGrp="1"/>
          </p:cNvSpPr>
          <p:nvPr>
            <p:ph type="title"/>
          </p:nvPr>
        </p:nvSpPr>
        <p:spPr>
          <a:xfrm>
            <a:off x="609599" y="609600"/>
            <a:ext cx="6347713" cy="1320800"/>
          </a:xfrm>
          <a:prstGeom prst="rect">
            <a:avLst/>
          </a:prstGeom>
        </p:spPr>
        <p:txBody>
          <a:bodyPr vert="horz" lIns="91440" tIns="45720" rIns="91440" bIns="45720" rtlCol="0" anchor="t">
            <a:normAutofit/>
          </a:bodyPr>
          <a:lstStyle/>
          <a:p>
            <a:r>
              <a:rPr lang="en-US"/>
              <a:t>Click to edit Master title style</a:t>
            </a:r>
            <a:endParaRPr lang="en-US" dirty="0"/>
          </a:p>
        </p:txBody>
      </p:sp>
      <p:sp>
        <p:nvSpPr>
          <p:cNvPr id="3" name="Text Placeholder 2"/>
          <p:cNvSpPr>
            <a:spLocks noGrp="1"/>
          </p:cNvSpPr>
          <p:nvPr>
            <p:ph type="body" idx="1"/>
          </p:nvPr>
        </p:nvSpPr>
        <p:spPr>
          <a:xfrm>
            <a:off x="609599" y="2160590"/>
            <a:ext cx="6347714" cy="3880773"/>
          </a:xfrm>
          <a:prstGeom prst="rect">
            <a:avLst/>
          </a:prstGeom>
        </p:spPr>
        <p:txBody>
          <a:bodyPr vert="horz" lIns="91440" tIns="45720" rIns="91440" bIns="45720" rtlCol="0">
            <a:normAutofit/>
          </a:body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endParaRPr lang="en-US" dirty="0"/>
          </a:p>
        </p:txBody>
      </p:sp>
      <p:sp>
        <p:nvSpPr>
          <p:cNvPr id="4" name="Date Placeholder 3"/>
          <p:cNvSpPr>
            <a:spLocks noGrp="1"/>
          </p:cNvSpPr>
          <p:nvPr>
            <p:ph type="dt" sz="half" idx="2"/>
          </p:nvPr>
        </p:nvSpPr>
        <p:spPr>
          <a:xfrm>
            <a:off x="5405258" y="6041363"/>
            <a:ext cx="684132" cy="365125"/>
          </a:xfrm>
          <a:prstGeom prst="rect">
            <a:avLst/>
          </a:prstGeom>
        </p:spPr>
        <p:txBody>
          <a:bodyPr vert="horz" lIns="91440" tIns="45720" rIns="91440" bIns="45720" rtlCol="0" anchor="ctr"/>
          <a:lstStyle>
            <a:lvl1pPr algn="r">
              <a:defRPr sz="900">
                <a:solidFill>
                  <a:schemeClr val="tx1">
                    <a:tint val="75000"/>
                  </a:schemeClr>
                </a:solidFill>
              </a:defRPr>
            </a:lvl1pPr>
          </a:lstStyle>
          <a:p>
            <a:fld id="{5BCAD085-E8A6-8845-BD4E-CB4CCA059FC4}" type="datetimeFigureOut">
              <a:rPr lang="en-US" smtClean="0"/>
              <a:t>1/8/2026</a:t>
            </a:fld>
            <a:endParaRPr lang="en-US"/>
          </a:p>
        </p:txBody>
      </p:sp>
      <p:sp>
        <p:nvSpPr>
          <p:cNvPr id="5" name="Footer Placeholder 4"/>
          <p:cNvSpPr>
            <a:spLocks noGrp="1"/>
          </p:cNvSpPr>
          <p:nvPr>
            <p:ph type="ftr" sz="quarter" idx="3"/>
          </p:nvPr>
        </p:nvSpPr>
        <p:spPr>
          <a:xfrm>
            <a:off x="609599" y="6041363"/>
            <a:ext cx="4622973" cy="365125"/>
          </a:xfrm>
          <a:prstGeom prst="rect">
            <a:avLst/>
          </a:prstGeom>
        </p:spPr>
        <p:txBody>
          <a:bodyPr vert="horz" lIns="91440" tIns="45720" rIns="91440" bIns="45720" rtlCol="0" anchor="ctr"/>
          <a:lstStyle>
            <a:lvl1pPr algn="l">
              <a:defRPr sz="900">
                <a:solidFill>
                  <a:schemeClr val="tx1">
                    <a:tint val="75000"/>
                  </a:schemeClr>
                </a:solidFill>
              </a:defRPr>
            </a:lvl1pPr>
          </a:lstStyle>
          <a:p>
            <a:endParaRPr lang="en-US"/>
          </a:p>
        </p:txBody>
      </p:sp>
      <p:sp>
        <p:nvSpPr>
          <p:cNvPr id="6" name="Slide Number Placeholder 5"/>
          <p:cNvSpPr>
            <a:spLocks noGrp="1"/>
          </p:cNvSpPr>
          <p:nvPr>
            <p:ph type="sldNum" sz="quarter" idx="4"/>
          </p:nvPr>
        </p:nvSpPr>
        <p:spPr>
          <a:xfrm>
            <a:off x="6444676" y="6041363"/>
            <a:ext cx="512638" cy="365125"/>
          </a:xfrm>
          <a:prstGeom prst="rect">
            <a:avLst/>
          </a:prstGeom>
        </p:spPr>
        <p:txBody>
          <a:bodyPr vert="horz" lIns="91440" tIns="45720" rIns="91440" bIns="45720" rtlCol="0" anchor="ctr"/>
          <a:lstStyle>
            <a:lvl1pPr algn="r">
              <a:defRPr sz="900">
                <a:solidFill>
                  <a:schemeClr val="accent1"/>
                </a:solidFill>
              </a:defRPr>
            </a:lvl1pPr>
          </a:lstStyle>
          <a:p>
            <a:fld id="{C1FF6DA9-008F-8B48-92A6-B652298478BF}" type="slidenum">
              <a:rPr lang="en-US" smtClean="0"/>
              <a:t>‹#›</a:t>
            </a:fld>
            <a:endParaRPr lang="en-US"/>
          </a:p>
        </p:txBody>
      </p:sp>
    </p:spTree>
    <p:extLst>
      <p:ext uri="{BB962C8B-B14F-4D97-AF65-F5344CB8AC3E}">
        <p14:creationId xmlns:p14="http://schemas.microsoft.com/office/powerpoint/2010/main" val="2686147018"/>
      </p:ext>
    </p:extLst>
  </p:cSld>
  <p:clrMap bg1="lt1" tx1="dk1" bg2="lt2" tx2="dk2" accent1="accent1" accent2="accent2" accent3="accent3" accent4="accent4" accent5="accent5" accent6="accent6" hlink="hlink" folHlink="folHlink"/>
  <p:sldLayoutIdLst>
    <p:sldLayoutId id="2147483661" r:id="rId1"/>
    <p:sldLayoutId id="2147483662" r:id="rId2"/>
    <p:sldLayoutId id="2147483663" r:id="rId3"/>
    <p:sldLayoutId id="2147483664" r:id="rId4"/>
    <p:sldLayoutId id="2147483665" r:id="rId5"/>
    <p:sldLayoutId id="2147483666" r:id="rId6"/>
    <p:sldLayoutId id="2147483667" r:id="rId7"/>
    <p:sldLayoutId id="2147483668" r:id="rId8"/>
    <p:sldLayoutId id="2147483669" r:id="rId9"/>
    <p:sldLayoutId id="2147483670" r:id="rId10"/>
    <p:sldLayoutId id="2147483671" r:id="rId11"/>
    <p:sldLayoutId id="2147483672" r:id="rId12"/>
    <p:sldLayoutId id="2147483673" r:id="rId13"/>
    <p:sldLayoutId id="2147483674" r:id="rId14"/>
    <p:sldLayoutId id="2147483675" r:id="rId15"/>
    <p:sldLayoutId id="2147483676" r:id="rId16"/>
  </p:sldLayoutIdLst>
  <p:txStyles>
    <p:titleStyle>
      <a:lvl1pPr algn="l" defTabSz="457200" rtl="0" eaLnBrk="1" latinLnBrk="0" hangingPunct="1">
        <a:spcBef>
          <a:spcPct val="0"/>
        </a:spcBef>
        <a:buNone/>
        <a:defRPr sz="3600" kern="1200">
          <a:solidFill>
            <a:schemeClr val="accent1"/>
          </a:solidFill>
          <a:latin typeface="+mj-lt"/>
          <a:ea typeface="+mj-ea"/>
          <a:cs typeface="+mj-cs"/>
        </a:defRPr>
      </a:lvl1pPr>
      <a:lvl2pPr eaLnBrk="1" hangingPunct="1">
        <a:defRPr>
          <a:solidFill>
            <a:schemeClr val="tx2"/>
          </a:solidFill>
        </a:defRPr>
      </a:lvl2pPr>
      <a:lvl3pPr eaLnBrk="1" hangingPunct="1">
        <a:defRPr>
          <a:solidFill>
            <a:schemeClr val="tx2"/>
          </a:solidFill>
        </a:defRPr>
      </a:lvl3pPr>
      <a:lvl4pPr eaLnBrk="1" hangingPunct="1">
        <a:defRPr>
          <a:solidFill>
            <a:schemeClr val="tx2"/>
          </a:solidFill>
        </a:defRPr>
      </a:lvl4pPr>
      <a:lvl5pPr eaLnBrk="1" hangingPunct="1">
        <a:defRPr>
          <a:solidFill>
            <a:schemeClr val="tx2"/>
          </a:solidFill>
        </a:defRPr>
      </a:lvl5pPr>
      <a:lvl6pPr eaLnBrk="1" hangingPunct="1">
        <a:defRPr>
          <a:solidFill>
            <a:schemeClr val="tx2"/>
          </a:solidFill>
        </a:defRPr>
      </a:lvl6pPr>
      <a:lvl7pPr eaLnBrk="1" hangingPunct="1">
        <a:defRPr>
          <a:solidFill>
            <a:schemeClr val="tx2"/>
          </a:solidFill>
        </a:defRPr>
      </a:lvl7pPr>
      <a:lvl8pPr eaLnBrk="1" hangingPunct="1">
        <a:defRPr>
          <a:solidFill>
            <a:schemeClr val="tx2"/>
          </a:solidFill>
        </a:defRPr>
      </a:lvl8pPr>
      <a:lvl9pPr eaLnBrk="1" hangingPunct="1">
        <a:defRPr>
          <a:solidFill>
            <a:schemeClr val="tx2"/>
          </a:solidFill>
        </a:defRPr>
      </a:lvl9pPr>
    </p:titleStyle>
    <p:bodyStyle>
      <a:lvl1pPr marL="342900" indent="-342900" algn="l" defTabSz="457200" rtl="0" eaLnBrk="1" latinLnBrk="0" hangingPunct="1">
        <a:spcBef>
          <a:spcPts val="1000"/>
        </a:spcBef>
        <a:spcAft>
          <a:spcPts val="0"/>
        </a:spcAft>
        <a:buClr>
          <a:schemeClr val="accent1"/>
        </a:buClr>
        <a:buSzPct val="80000"/>
        <a:buFont typeface="Wingdings 3" charset="2"/>
        <a:buChar char=""/>
        <a:defRPr sz="1800" kern="1200">
          <a:solidFill>
            <a:schemeClr val="tx1">
              <a:lumMod val="75000"/>
              <a:lumOff val="25000"/>
            </a:schemeClr>
          </a:solidFill>
          <a:latin typeface="+mn-lt"/>
          <a:ea typeface="+mn-ea"/>
          <a:cs typeface="+mn-cs"/>
        </a:defRPr>
      </a:lvl1pPr>
      <a:lvl2pPr marL="742950" indent="-285750" algn="l" defTabSz="457200" rtl="0" eaLnBrk="1" latinLnBrk="0" hangingPunct="1">
        <a:spcBef>
          <a:spcPts val="1000"/>
        </a:spcBef>
        <a:spcAft>
          <a:spcPts val="0"/>
        </a:spcAft>
        <a:buClr>
          <a:schemeClr val="accent1"/>
        </a:buClr>
        <a:buSzPct val="80000"/>
        <a:buFont typeface="Wingdings 3" charset="2"/>
        <a:buChar char=""/>
        <a:defRPr sz="1600" kern="1200">
          <a:solidFill>
            <a:schemeClr val="tx1">
              <a:lumMod val="75000"/>
              <a:lumOff val="25000"/>
            </a:schemeClr>
          </a:solidFill>
          <a:latin typeface="+mn-lt"/>
          <a:ea typeface="+mn-ea"/>
          <a:cs typeface="+mn-cs"/>
        </a:defRPr>
      </a:lvl2pPr>
      <a:lvl3pPr marL="1143000" indent="-228600" algn="l" defTabSz="457200" rtl="0" eaLnBrk="1" latinLnBrk="0" hangingPunct="1">
        <a:spcBef>
          <a:spcPts val="1000"/>
        </a:spcBef>
        <a:spcAft>
          <a:spcPts val="0"/>
        </a:spcAft>
        <a:buClr>
          <a:schemeClr val="accent1"/>
        </a:buClr>
        <a:buSzPct val="80000"/>
        <a:buFont typeface="Wingdings 3" charset="2"/>
        <a:buChar char=""/>
        <a:defRPr sz="1400" kern="1200">
          <a:solidFill>
            <a:schemeClr val="tx1">
              <a:lumMod val="75000"/>
              <a:lumOff val="25000"/>
            </a:schemeClr>
          </a:solidFill>
          <a:latin typeface="+mn-lt"/>
          <a:ea typeface="+mn-ea"/>
          <a:cs typeface="+mn-cs"/>
        </a:defRPr>
      </a:lvl3pPr>
      <a:lvl4pPr marL="1600200" indent="-228600" algn="l" defTabSz="457200" rtl="0" eaLnBrk="1" latinLnBrk="0" hangingPunct="1">
        <a:spcBef>
          <a:spcPts val="1000"/>
        </a:spcBef>
        <a:spcAft>
          <a:spcPts val="0"/>
        </a:spcAft>
        <a:buClr>
          <a:schemeClr val="accent1"/>
        </a:buClr>
        <a:buSzPct val="80000"/>
        <a:buFont typeface="Wingdings 3" charset="2"/>
        <a:buChar char=""/>
        <a:defRPr sz="1200" kern="1200">
          <a:solidFill>
            <a:schemeClr val="tx1">
              <a:lumMod val="75000"/>
              <a:lumOff val="25000"/>
            </a:schemeClr>
          </a:solidFill>
          <a:latin typeface="+mn-lt"/>
          <a:ea typeface="+mn-ea"/>
          <a:cs typeface="+mn-cs"/>
        </a:defRPr>
      </a:lvl4pPr>
      <a:lvl5pPr marL="2057400" indent="-228600" algn="l" defTabSz="457200" rtl="0" eaLnBrk="1" latinLnBrk="0" hangingPunct="1">
        <a:spcBef>
          <a:spcPts val="1000"/>
        </a:spcBef>
        <a:spcAft>
          <a:spcPts val="0"/>
        </a:spcAft>
        <a:buClr>
          <a:schemeClr val="accent1"/>
        </a:buClr>
        <a:buSzPct val="80000"/>
        <a:buFont typeface="Wingdings 3" charset="2"/>
        <a:buChar char=""/>
        <a:defRPr sz="1200" kern="1200">
          <a:solidFill>
            <a:schemeClr val="tx1">
              <a:lumMod val="75000"/>
              <a:lumOff val="25000"/>
            </a:schemeClr>
          </a:solidFill>
          <a:latin typeface="+mn-lt"/>
          <a:ea typeface="+mn-ea"/>
          <a:cs typeface="+mn-cs"/>
        </a:defRPr>
      </a:lvl5pPr>
      <a:lvl6pPr marL="2514600" indent="-228600" algn="l" defTabSz="457200" rtl="0" eaLnBrk="1" latinLnBrk="0" hangingPunct="1">
        <a:spcBef>
          <a:spcPts val="1000"/>
        </a:spcBef>
        <a:spcAft>
          <a:spcPts val="0"/>
        </a:spcAft>
        <a:buClr>
          <a:schemeClr val="accent1"/>
        </a:buClr>
        <a:buSzPct val="80000"/>
        <a:buFont typeface="Wingdings 3" charset="2"/>
        <a:buChar char=""/>
        <a:defRPr sz="1200" kern="1200">
          <a:solidFill>
            <a:schemeClr val="tx1">
              <a:lumMod val="75000"/>
              <a:lumOff val="25000"/>
            </a:schemeClr>
          </a:solidFill>
          <a:latin typeface="+mn-lt"/>
          <a:ea typeface="+mn-ea"/>
          <a:cs typeface="+mn-cs"/>
        </a:defRPr>
      </a:lvl6pPr>
      <a:lvl7pPr marL="2971800" indent="-228600" algn="l" defTabSz="457200" rtl="0" eaLnBrk="1" latinLnBrk="0" hangingPunct="1">
        <a:spcBef>
          <a:spcPts val="1000"/>
        </a:spcBef>
        <a:spcAft>
          <a:spcPts val="0"/>
        </a:spcAft>
        <a:buClr>
          <a:schemeClr val="accent1"/>
        </a:buClr>
        <a:buSzPct val="80000"/>
        <a:buFont typeface="Wingdings 3" charset="2"/>
        <a:buChar char=""/>
        <a:defRPr sz="1200" kern="1200">
          <a:solidFill>
            <a:schemeClr val="tx1">
              <a:lumMod val="75000"/>
              <a:lumOff val="25000"/>
            </a:schemeClr>
          </a:solidFill>
          <a:latin typeface="+mn-lt"/>
          <a:ea typeface="+mn-ea"/>
          <a:cs typeface="+mn-cs"/>
        </a:defRPr>
      </a:lvl7pPr>
      <a:lvl8pPr marL="3429000" indent="-228600" algn="l" defTabSz="457200" rtl="0" eaLnBrk="1" latinLnBrk="0" hangingPunct="1">
        <a:spcBef>
          <a:spcPts val="1000"/>
        </a:spcBef>
        <a:spcAft>
          <a:spcPts val="0"/>
        </a:spcAft>
        <a:buClr>
          <a:schemeClr val="accent1"/>
        </a:buClr>
        <a:buSzPct val="80000"/>
        <a:buFont typeface="Wingdings 3" charset="2"/>
        <a:buChar char=""/>
        <a:defRPr sz="1200" kern="1200">
          <a:solidFill>
            <a:schemeClr val="tx1">
              <a:lumMod val="75000"/>
              <a:lumOff val="25000"/>
            </a:schemeClr>
          </a:solidFill>
          <a:latin typeface="+mn-lt"/>
          <a:ea typeface="+mn-ea"/>
          <a:cs typeface="+mn-cs"/>
        </a:defRPr>
      </a:lvl8pPr>
      <a:lvl9pPr marL="3886200" indent="-228600" algn="l" defTabSz="457200" rtl="0" eaLnBrk="1" latinLnBrk="0" hangingPunct="1">
        <a:spcBef>
          <a:spcPts val="1000"/>
        </a:spcBef>
        <a:spcAft>
          <a:spcPts val="0"/>
        </a:spcAft>
        <a:buClr>
          <a:schemeClr val="accent1"/>
        </a:buClr>
        <a:buSzPct val="80000"/>
        <a:buFont typeface="Wingdings 3" charset="2"/>
        <a:buChar char=""/>
        <a:defRPr sz="1200" kern="1200">
          <a:solidFill>
            <a:schemeClr val="tx1">
              <a:lumMod val="75000"/>
              <a:lumOff val="25000"/>
            </a:schemeClr>
          </a:solidFill>
          <a:latin typeface="+mn-lt"/>
          <a:ea typeface="+mn-ea"/>
          <a:cs typeface="+mn-cs"/>
        </a:defRPr>
      </a:lvl9pPr>
    </p:bodyStyle>
    <p:otherStyle>
      <a:defPPr>
        <a:defRPr lang="en-US"/>
      </a:defPPr>
      <a:lvl1pPr marL="0" algn="l" defTabSz="457200" rtl="0" eaLnBrk="1" latinLnBrk="0" hangingPunct="1">
        <a:defRPr sz="1800" kern="1200">
          <a:solidFill>
            <a:schemeClr val="tx1"/>
          </a:solidFill>
          <a:latin typeface="+mn-lt"/>
          <a:ea typeface="+mn-ea"/>
          <a:cs typeface="+mn-cs"/>
        </a:defRPr>
      </a:lvl1pPr>
      <a:lvl2pPr marL="457200" algn="l" defTabSz="457200" rtl="0" eaLnBrk="1" latinLnBrk="0" hangingPunct="1">
        <a:defRPr sz="1800" kern="1200">
          <a:solidFill>
            <a:schemeClr val="tx1"/>
          </a:solidFill>
          <a:latin typeface="+mn-lt"/>
          <a:ea typeface="+mn-ea"/>
          <a:cs typeface="+mn-cs"/>
        </a:defRPr>
      </a:lvl2pPr>
      <a:lvl3pPr marL="914400" algn="l" defTabSz="457200" rtl="0" eaLnBrk="1" latinLnBrk="0" hangingPunct="1">
        <a:defRPr sz="1800" kern="1200">
          <a:solidFill>
            <a:schemeClr val="tx1"/>
          </a:solidFill>
          <a:latin typeface="+mn-lt"/>
          <a:ea typeface="+mn-ea"/>
          <a:cs typeface="+mn-cs"/>
        </a:defRPr>
      </a:lvl3pPr>
      <a:lvl4pPr marL="1371600" algn="l" defTabSz="457200" rtl="0" eaLnBrk="1" latinLnBrk="0" hangingPunct="1">
        <a:defRPr sz="1800" kern="1200">
          <a:solidFill>
            <a:schemeClr val="tx1"/>
          </a:solidFill>
          <a:latin typeface="+mn-lt"/>
          <a:ea typeface="+mn-ea"/>
          <a:cs typeface="+mn-cs"/>
        </a:defRPr>
      </a:lvl4pPr>
      <a:lvl5pPr marL="1828800" algn="l" defTabSz="457200" rtl="0" eaLnBrk="1" latinLnBrk="0" hangingPunct="1">
        <a:defRPr sz="1800" kern="1200">
          <a:solidFill>
            <a:schemeClr val="tx1"/>
          </a:solidFill>
          <a:latin typeface="+mn-lt"/>
          <a:ea typeface="+mn-ea"/>
          <a:cs typeface="+mn-cs"/>
        </a:defRPr>
      </a:lvl5pPr>
      <a:lvl6pPr marL="2286000" algn="l" defTabSz="457200" rtl="0" eaLnBrk="1" latinLnBrk="0" hangingPunct="1">
        <a:defRPr sz="1800" kern="1200">
          <a:solidFill>
            <a:schemeClr val="tx1"/>
          </a:solidFill>
          <a:latin typeface="+mn-lt"/>
          <a:ea typeface="+mn-ea"/>
          <a:cs typeface="+mn-cs"/>
        </a:defRPr>
      </a:lvl6pPr>
      <a:lvl7pPr marL="2743200" algn="l" defTabSz="457200" rtl="0" eaLnBrk="1" latinLnBrk="0" hangingPunct="1">
        <a:defRPr sz="1800" kern="1200">
          <a:solidFill>
            <a:schemeClr val="tx1"/>
          </a:solidFill>
          <a:latin typeface="+mn-lt"/>
          <a:ea typeface="+mn-ea"/>
          <a:cs typeface="+mn-cs"/>
        </a:defRPr>
      </a:lvl7pPr>
      <a:lvl8pPr marL="3200400" algn="l" defTabSz="457200" rtl="0" eaLnBrk="1" latinLnBrk="0" hangingPunct="1">
        <a:defRPr sz="1800" kern="1200">
          <a:solidFill>
            <a:schemeClr val="tx1"/>
          </a:solidFill>
          <a:latin typeface="+mn-lt"/>
          <a:ea typeface="+mn-ea"/>
          <a:cs typeface="+mn-cs"/>
        </a:defRPr>
      </a:lvl8pPr>
      <a:lvl9pPr marL="3657600" algn="l" defTabSz="457200" rtl="0" eaLnBrk="1" latinLnBrk="0" hangingPunct="1">
        <a:defRPr sz="1800" kern="1200">
          <a:solidFill>
            <a:schemeClr val="tx1"/>
          </a:solidFill>
          <a:latin typeface="+mn-lt"/>
          <a:ea typeface="+mn-ea"/>
          <a:cs typeface="+mn-cs"/>
        </a:defRPr>
      </a:lvl9pPr>
    </p:otherStyle>
  </p:txStyles>
</p:sldMaster>
</file>

<file path=ppt/slides/_rels/slide1.xml.rels><?xml version="1.0" encoding="UTF-8" standalone="yes"?>
<Relationships xmlns="http://schemas.openxmlformats.org/package/2006/relationships"><Relationship Id="rId2" Type="http://schemas.openxmlformats.org/officeDocument/2006/relationships/notesSlide" Target="../notesSlides/notesSlide1.xml"/><Relationship Id="rId1" Type="http://schemas.openxmlformats.org/officeDocument/2006/relationships/slideLayout" Target="../slideLayouts/slideLayout7.xml"/></Relationships>
</file>

<file path=ppt/slides/_rels/slide2.xml.rels><?xml version="1.0" encoding="UTF-8" standalone="yes"?>
<Relationships xmlns="http://schemas.openxmlformats.org/package/2006/relationships"><Relationship Id="rId3" Type="http://schemas.openxmlformats.org/officeDocument/2006/relationships/diagramLayout" Target="../diagrams/layout1.xml"/><Relationship Id="rId2" Type="http://schemas.openxmlformats.org/officeDocument/2006/relationships/diagramData" Target="../diagrams/data1.xml"/><Relationship Id="rId1" Type="http://schemas.openxmlformats.org/officeDocument/2006/relationships/slideLayout" Target="../slideLayouts/slideLayout7.xml"/><Relationship Id="rId6" Type="http://schemas.microsoft.com/office/2007/relationships/diagramDrawing" Target="../diagrams/drawing1.xml"/><Relationship Id="rId5" Type="http://schemas.openxmlformats.org/officeDocument/2006/relationships/diagramColors" Target="../diagrams/colors1.xml"/><Relationship Id="rId4" Type="http://schemas.openxmlformats.org/officeDocument/2006/relationships/diagramQuickStyle" Target="../diagrams/quickStyle1.xml"/></Relationships>
</file>

<file path=ppt/slides/_rels/slide3.xml.rels><?xml version="1.0" encoding="UTF-8" standalone="yes"?>
<Relationships xmlns="http://schemas.openxmlformats.org/package/2006/relationships"><Relationship Id="rId2" Type="http://schemas.openxmlformats.org/officeDocument/2006/relationships/notesSlide" Target="../notesSlides/notesSlide2.xml"/><Relationship Id="rId1" Type="http://schemas.openxmlformats.org/officeDocument/2006/relationships/slideLayout" Target="../slideLayouts/slideLayout7.xml"/></Relationships>
</file>

<file path=ppt/slides/_rels/slide4.xml.rels><?xml version="1.0" encoding="UTF-8" standalone="yes"?>
<Relationships xmlns="http://schemas.openxmlformats.org/package/2006/relationships"><Relationship Id="rId2" Type="http://schemas.openxmlformats.org/officeDocument/2006/relationships/notesSlide" Target="../notesSlides/notesSlide3.xml"/><Relationship Id="rId1" Type="http://schemas.openxmlformats.org/officeDocument/2006/relationships/slideLayout" Target="../slideLayouts/slideLayout7.xml"/></Relationships>
</file>

<file path=ppt/slides/_rels/slide5.xml.rels><?xml version="1.0" encoding="UTF-8" standalone="yes"?>
<Relationships xmlns="http://schemas.openxmlformats.org/package/2006/relationships"><Relationship Id="rId2" Type="http://schemas.openxmlformats.org/officeDocument/2006/relationships/notesSlide" Target="../notesSlides/notesSlide4.xml"/><Relationship Id="rId1" Type="http://schemas.openxmlformats.org/officeDocument/2006/relationships/slideLayout" Target="../slideLayouts/slideLayout7.xml"/></Relationships>
</file>

<file path=ppt/slides/_rels/slide6.xml.rels><?xml version="1.0" encoding="UTF-8" standalone="yes"?>
<Relationships xmlns="http://schemas.openxmlformats.org/package/2006/relationships"><Relationship Id="rId2" Type="http://schemas.openxmlformats.org/officeDocument/2006/relationships/notesSlide" Target="../notesSlides/notesSlide5.xml"/><Relationship Id="rId1" Type="http://schemas.openxmlformats.org/officeDocument/2006/relationships/slideLayout" Target="../slideLayouts/slideLayout7.xml"/></Relationships>
</file>

<file path=ppt/slides/_rels/slide7.xml.rels><?xml version="1.0" encoding="UTF-8" standalone="yes"?>
<Relationships xmlns="http://schemas.openxmlformats.org/package/2006/relationships"><Relationship Id="rId2" Type="http://schemas.openxmlformats.org/officeDocument/2006/relationships/notesSlide" Target="../notesSlides/notesSlide6.xml"/><Relationship Id="rId1" Type="http://schemas.openxmlformats.org/officeDocument/2006/relationships/slideLayout" Target="../slideLayouts/slideLayout7.xml"/></Relationships>
</file>

<file path=ppt/slides/_rels/slide8.xml.rels><?xml version="1.0" encoding="UTF-8" standalone="yes"?>
<Relationships xmlns="http://schemas.openxmlformats.org/package/2006/relationships"><Relationship Id="rId2" Type="http://schemas.openxmlformats.org/officeDocument/2006/relationships/notesSlide" Target="../notesSlides/notesSlide7.xml"/><Relationship Id="rId1" Type="http://schemas.openxmlformats.org/officeDocument/2006/relationships/slideLayout" Target="../slideLayouts/slideLayout7.xml"/></Relationships>
</file>

<file path=ppt/slides/_rels/slide9.xml.rels><?xml version="1.0" encoding="UTF-8" standalone="yes"?>
<Relationships xmlns="http://schemas.openxmlformats.org/package/2006/relationships"><Relationship Id="rId2" Type="http://schemas.openxmlformats.org/officeDocument/2006/relationships/notesSlide" Target="../notesSlides/notesSlide8.xml"/><Relationship Id="rId1" Type="http://schemas.openxmlformats.org/officeDocument/2006/relationships/slideLayout" Target="../slideLayouts/slideLayout7.xml"/></Relationships>
</file>

<file path=ppt/slides/_rels/slide10.xml.rels><?xml version="1.0" encoding="UTF-8" standalone="yes"?>
<Relationships xmlns="http://schemas.openxmlformats.org/package/2006/relationships"><Relationship Id="rId2" Type="http://schemas.openxmlformats.org/officeDocument/2006/relationships/notesSlide" Target="../notesSlides/notesSlide9.xml"/><Relationship Id="rId1" Type="http://schemas.openxmlformats.org/officeDocument/2006/relationships/slideLayout" Target="../slideLayouts/slideLayout7.xml"/></Relationships>
</file>

<file path=ppt/slides/_rels/slide11.xml.rels><?xml version="1.0" encoding="UTF-8" standalone="yes"?>
<Relationships xmlns="http://schemas.openxmlformats.org/package/2006/relationships"><Relationship Id="rId2" Type="http://schemas.openxmlformats.org/officeDocument/2006/relationships/notesSlide" Target="../notesSlides/notesSlide10.xml"/><Relationship Id="rId1" Type="http://schemas.openxmlformats.org/officeDocument/2006/relationships/slideLayout" Target="../slideLayouts/slideLayout7.xml"/></Relationships>
</file>

<file path=ppt/slides/slide1.xml><?xml version="1.0" encoding="utf-8"?>
<p:sld xmlns:a="http://schemas.openxmlformats.org/drawingml/2006/main" xmlns:r="http://schemas.openxmlformats.org/officeDocument/2006/relationships" xmlns:p="http://schemas.openxmlformats.org/presentationml/2006/main">
  <p:cSld>
    <p:bg>
      <p:bgPr>
        <a:solidFill>
          <a:schemeClr val="accent1"/>
        </a:solidFill>
        <a:effectLst/>
      </p:bgPr>
    </p:bg>
    <p:spTree>
      <p:nvGrpSpPr>
        <p:cNvPr id="1" name=""/>
        <p:cNvGrpSpPr/>
        <p:nvPr/>
      </p:nvGrpSpPr>
      <p:grpSpPr>
        <a:xfrm>
          <a:off x="0" y="0"/>
          <a:ext cx="0" cy="0"/>
          <a:chOff x="0" y="0"/>
          <a:chExt cx="0" cy="0"/>
        </a:xfrm>
      </p:grpSpPr>
      <p:grpSp>
        <p:nvGrpSpPr>
          <p:cNvPr id="67" name="Group 66">
            <a:extLst>
              <a:ext uri="{FF2B5EF4-FFF2-40B4-BE49-F238E27FC236}">
                <a16:creationId xmlns:a16="http://schemas.microsoft.com/office/drawing/2014/main" id="{28460BD8-AE3F-4AC9-9D0B-717052AA5D3A}"/>
              </a:ext>
              <a:ext uri="{C183D7F6-B498-43B3-948B-1728B52AA6E4}">
                <adec:decorative xmlns:adec="http://schemas.microsoft.com/office/drawing/2017/decorative" val="1"/>
              </a:ext>
            </a:extLst>
          </p:cNvPr>
          <p:cNvGrpSpPr>
            <a:grpSpLocks noGrp="1" noUngrp="1" noRot="1" noChangeAspect="1" noMove="1" noResize="1"/>
          </p:cNvGrpSpPr>
          <p:nvPr>
            <p:extLst>
              <p:ext uri="{386F3935-93C4-4BCD-93E2-E3B085C9AB24}">
                <p16:designElem xmlns:p16="http://schemas.microsoft.com/office/powerpoint/2015/main" val="1"/>
              </p:ext>
            </p:extLst>
          </p:nvPr>
        </p:nvGrpSpPr>
        <p:grpSpPr>
          <a:xfrm>
            <a:off x="0" y="-8467"/>
            <a:ext cx="9144001" cy="6866467"/>
            <a:chOff x="0" y="-8467"/>
            <a:chExt cx="12192000" cy="6866467"/>
          </a:xfrm>
        </p:grpSpPr>
        <p:cxnSp>
          <p:nvCxnSpPr>
            <p:cNvPr id="44" name="Straight Connector 43">
              <a:extLst>
                <a:ext uri="{FF2B5EF4-FFF2-40B4-BE49-F238E27FC236}">
                  <a16:creationId xmlns:a16="http://schemas.microsoft.com/office/drawing/2014/main" id="{54420CFE-F482-466E-9E1E-C78513C0B85D}"/>
                </a:ext>
                <a:ext uri="{C183D7F6-B498-43B3-948B-1728B52AA6E4}">
                  <adec:decorative xmlns:adec="http://schemas.microsoft.com/office/drawing/2017/decorative" val="1"/>
                </a:ext>
              </a:extLst>
            </p:cNvPr>
            <p:cNvCxnSpPr/>
            <p:nvPr>
              <p:extLst>
                <p:ext uri="{386F3935-93C4-4BCD-93E2-E3B085C9AB24}">
                  <p16:designElem xmlns:p16="http://schemas.microsoft.com/office/powerpoint/2015/main" val="1"/>
                </p:ext>
              </p:extLst>
            </p:nvPr>
          </p:nvCxnSpPr>
          <p:spPr>
            <a:xfrm>
              <a:off x="9371012" y="0"/>
              <a:ext cx="1219200" cy="6858000"/>
            </a:xfrm>
            <a:prstGeom prst="line">
              <a:avLst/>
            </a:prstGeom>
            <a:ln w="9525">
              <a:solidFill>
                <a:schemeClr val="bg1">
                  <a:lumMod val="75000"/>
                </a:schemeClr>
              </a:solidFill>
            </a:ln>
          </p:spPr>
          <p:style>
            <a:lnRef idx="2">
              <a:schemeClr val="accent1"/>
            </a:lnRef>
            <a:fillRef idx="0">
              <a:schemeClr val="accent1"/>
            </a:fillRef>
            <a:effectRef idx="1">
              <a:schemeClr val="accent1"/>
            </a:effectRef>
            <a:fontRef idx="minor">
              <a:schemeClr val="tx1"/>
            </a:fontRef>
          </p:style>
        </p:cxnSp>
        <p:cxnSp>
          <p:nvCxnSpPr>
            <p:cNvPr id="45" name="Straight Connector 44">
              <a:extLst>
                <a:ext uri="{FF2B5EF4-FFF2-40B4-BE49-F238E27FC236}">
                  <a16:creationId xmlns:a16="http://schemas.microsoft.com/office/drawing/2014/main" id="{5331032B-BD21-4BDA-920C-12E358052567}"/>
                </a:ext>
                <a:ext uri="{C183D7F6-B498-43B3-948B-1728B52AA6E4}">
                  <adec:decorative xmlns:adec="http://schemas.microsoft.com/office/drawing/2017/decorative" val="1"/>
                </a:ext>
              </a:extLst>
            </p:cNvPr>
            <p:cNvCxnSpPr/>
            <p:nvPr>
              <p:extLst>
                <p:ext uri="{386F3935-93C4-4BCD-93E2-E3B085C9AB24}">
                  <p16:designElem xmlns:p16="http://schemas.microsoft.com/office/powerpoint/2015/main" val="1"/>
                </p:ext>
              </p:extLst>
            </p:nvPr>
          </p:nvCxnSpPr>
          <p:spPr>
            <a:xfrm flipH="1">
              <a:off x="7425267" y="3681413"/>
              <a:ext cx="4763558" cy="3176587"/>
            </a:xfrm>
            <a:prstGeom prst="line">
              <a:avLst/>
            </a:prstGeom>
            <a:ln w="9525">
              <a:solidFill>
                <a:schemeClr val="bg1">
                  <a:lumMod val="85000"/>
                </a:schemeClr>
              </a:solidFill>
            </a:ln>
          </p:spPr>
          <p:style>
            <a:lnRef idx="2">
              <a:schemeClr val="accent1"/>
            </a:lnRef>
            <a:fillRef idx="0">
              <a:schemeClr val="accent1"/>
            </a:fillRef>
            <a:effectRef idx="1">
              <a:schemeClr val="accent1"/>
            </a:effectRef>
            <a:fontRef idx="minor">
              <a:schemeClr val="tx1"/>
            </a:fontRef>
          </p:style>
        </p:cxnSp>
        <p:sp>
          <p:nvSpPr>
            <p:cNvPr id="68" name="Rectangle 23">
              <a:extLst>
                <a:ext uri="{FF2B5EF4-FFF2-40B4-BE49-F238E27FC236}">
                  <a16:creationId xmlns:a16="http://schemas.microsoft.com/office/drawing/2014/main" id="{E7514DA3-59E7-409E-8A3B-AD097F6E5644}"/>
                </a:ext>
                <a:ext uri="{C183D7F6-B498-43B3-948B-1728B52AA6E4}">
                  <adec:decorative xmlns:adec="http://schemas.microsoft.com/office/drawing/2017/decorative" val="1"/>
                </a:ext>
              </a:extLst>
            </p:cNvPr>
            <p:cNvSpPr/>
            <p:nvPr>
              <p:extLst>
                <p:ext uri="{386F3935-93C4-4BCD-93E2-E3B085C9AB24}">
                  <p16:designElem xmlns:p16="http://schemas.microsoft.com/office/powerpoint/2015/main" val="1"/>
                </p:ext>
              </p:extLst>
            </p:nvPr>
          </p:nvSpPr>
          <p:spPr>
            <a:xfrm>
              <a:off x="9181476" y="-8467"/>
              <a:ext cx="3007349" cy="6866467"/>
            </a:xfrm>
            <a:custGeom>
              <a:avLst/>
              <a:gdLst/>
              <a:ahLst/>
              <a:cxnLst/>
              <a:rect l="l" t="t" r="r" b="b"/>
              <a:pathLst>
                <a:path w="3007349" h="6866467">
                  <a:moveTo>
                    <a:pt x="2045532" y="0"/>
                  </a:moveTo>
                  <a:lnTo>
                    <a:pt x="3007349" y="0"/>
                  </a:lnTo>
                  <a:lnTo>
                    <a:pt x="3007349" y="6866467"/>
                  </a:lnTo>
                  <a:lnTo>
                    <a:pt x="0" y="6866467"/>
                  </a:lnTo>
                  <a:lnTo>
                    <a:pt x="2045532" y="0"/>
                  </a:lnTo>
                  <a:close/>
                </a:path>
              </a:pathLst>
            </a:custGeom>
            <a:solidFill>
              <a:schemeClr val="accent1">
                <a:alpha val="30000"/>
              </a:schemeClr>
            </a:solidFill>
            <a:ln>
              <a:noFill/>
            </a:ln>
            <a:effectLst/>
          </p:spPr>
          <p:style>
            <a:lnRef idx="1">
              <a:schemeClr val="accent1"/>
            </a:lnRef>
            <a:fillRef idx="3">
              <a:schemeClr val="accent1"/>
            </a:fillRef>
            <a:effectRef idx="2">
              <a:schemeClr val="accent1"/>
            </a:effectRef>
            <a:fontRef idx="minor">
              <a:schemeClr val="lt1"/>
            </a:fontRef>
          </p:style>
          <p:txBody>
            <a:bodyPr/>
            <a:lstStyle/>
            <a:p>
              <a:endParaRPr lang="en-US"/>
            </a:p>
          </p:txBody>
        </p:sp>
        <p:sp>
          <p:nvSpPr>
            <p:cNvPr id="69" name="Rectangle 25">
              <a:extLst>
                <a:ext uri="{FF2B5EF4-FFF2-40B4-BE49-F238E27FC236}">
                  <a16:creationId xmlns:a16="http://schemas.microsoft.com/office/drawing/2014/main" id="{57B9A2A6-3BE4-4599-9364-F71C5BFD61F8}"/>
                </a:ext>
                <a:ext uri="{C183D7F6-B498-43B3-948B-1728B52AA6E4}">
                  <adec:decorative xmlns:adec="http://schemas.microsoft.com/office/drawing/2017/decorative" val="1"/>
                </a:ext>
              </a:extLst>
            </p:cNvPr>
            <p:cNvSpPr/>
            <p:nvPr>
              <p:extLst>
                <p:ext uri="{386F3935-93C4-4BCD-93E2-E3B085C9AB24}">
                  <p16:designElem xmlns:p16="http://schemas.microsoft.com/office/powerpoint/2015/main" val="1"/>
                </p:ext>
              </p:extLst>
            </p:nvPr>
          </p:nvSpPr>
          <p:spPr>
            <a:xfrm>
              <a:off x="9603442" y="-8467"/>
              <a:ext cx="2588558" cy="6866467"/>
            </a:xfrm>
            <a:custGeom>
              <a:avLst/>
              <a:gdLst/>
              <a:ahLst/>
              <a:cxnLst/>
              <a:rect l="l" t="t" r="r" b="b"/>
              <a:pathLst>
                <a:path w="2573311" h="6866467">
                  <a:moveTo>
                    <a:pt x="0" y="0"/>
                  </a:moveTo>
                  <a:lnTo>
                    <a:pt x="2573311" y="0"/>
                  </a:lnTo>
                  <a:lnTo>
                    <a:pt x="2573311" y="6866467"/>
                  </a:lnTo>
                  <a:lnTo>
                    <a:pt x="1202336" y="6866467"/>
                  </a:lnTo>
                  <a:lnTo>
                    <a:pt x="0" y="0"/>
                  </a:lnTo>
                  <a:close/>
                </a:path>
              </a:pathLst>
            </a:custGeom>
            <a:solidFill>
              <a:schemeClr val="accent1">
                <a:alpha val="20000"/>
              </a:schemeClr>
            </a:solidFill>
            <a:ln>
              <a:noFill/>
            </a:ln>
            <a:effectLst/>
          </p:spPr>
          <p:style>
            <a:lnRef idx="1">
              <a:schemeClr val="accent1"/>
            </a:lnRef>
            <a:fillRef idx="3">
              <a:schemeClr val="accent1"/>
            </a:fillRef>
            <a:effectRef idx="2">
              <a:schemeClr val="accent1"/>
            </a:effectRef>
            <a:fontRef idx="minor">
              <a:schemeClr val="lt1"/>
            </a:fontRef>
          </p:style>
          <p:txBody>
            <a:bodyPr/>
            <a:lstStyle/>
            <a:p>
              <a:endParaRPr lang="en-US"/>
            </a:p>
          </p:txBody>
        </p:sp>
        <p:sp>
          <p:nvSpPr>
            <p:cNvPr id="70" name="Isosceles Triangle 69">
              <a:extLst>
                <a:ext uri="{FF2B5EF4-FFF2-40B4-BE49-F238E27FC236}">
                  <a16:creationId xmlns:a16="http://schemas.microsoft.com/office/drawing/2014/main" id="{4FD744C6-4ED8-4BC9-BF68-6BDF701C5DB4}"/>
                </a:ext>
                <a:ext uri="{C183D7F6-B498-43B3-948B-1728B52AA6E4}">
                  <adec:decorative xmlns:adec="http://schemas.microsoft.com/office/drawing/2017/decorative" val="1"/>
                </a:ext>
              </a:extLst>
            </p:cNvPr>
            <p:cNvSpPr/>
            <p:nvPr>
              <p:extLst>
                <p:ext uri="{386F3935-93C4-4BCD-93E2-E3B085C9AB24}">
                  <p16:designElem xmlns:p16="http://schemas.microsoft.com/office/powerpoint/2015/main" val="1"/>
                </p:ext>
              </p:extLst>
            </p:nvPr>
          </p:nvSpPr>
          <p:spPr>
            <a:xfrm>
              <a:off x="8932333" y="3048000"/>
              <a:ext cx="3259667" cy="3810000"/>
            </a:xfrm>
            <a:prstGeom prst="triangle">
              <a:avLst>
                <a:gd name="adj" fmla="val 100000"/>
              </a:avLst>
            </a:prstGeom>
            <a:solidFill>
              <a:schemeClr val="accent2">
                <a:alpha val="72000"/>
              </a:schemeClr>
            </a:solidFill>
            <a:ln>
              <a:noFill/>
            </a:ln>
            <a:effectLst/>
          </p:spPr>
          <p:style>
            <a:lnRef idx="1">
              <a:schemeClr val="accent1"/>
            </a:lnRef>
            <a:fillRef idx="3">
              <a:schemeClr val="accent1"/>
            </a:fillRef>
            <a:effectRef idx="2">
              <a:schemeClr val="accent1"/>
            </a:effectRef>
            <a:fontRef idx="minor">
              <a:schemeClr val="lt1"/>
            </a:fontRef>
          </p:style>
          <p:txBody>
            <a:bodyPr/>
            <a:lstStyle/>
            <a:p>
              <a:endParaRPr lang="en-US"/>
            </a:p>
          </p:txBody>
        </p:sp>
        <p:sp>
          <p:nvSpPr>
            <p:cNvPr id="71" name="Rectangle 27">
              <a:extLst>
                <a:ext uri="{FF2B5EF4-FFF2-40B4-BE49-F238E27FC236}">
                  <a16:creationId xmlns:a16="http://schemas.microsoft.com/office/drawing/2014/main" id="{092C5BAD-C911-4F8F-A1C5-470268BE668B}"/>
                </a:ext>
                <a:ext uri="{C183D7F6-B498-43B3-948B-1728B52AA6E4}">
                  <adec:decorative xmlns:adec="http://schemas.microsoft.com/office/drawing/2017/decorative" val="1"/>
                </a:ext>
              </a:extLst>
            </p:cNvPr>
            <p:cNvSpPr/>
            <p:nvPr>
              <p:extLst>
                <p:ext uri="{386F3935-93C4-4BCD-93E2-E3B085C9AB24}">
                  <p16:designElem xmlns:p16="http://schemas.microsoft.com/office/powerpoint/2015/main" val="1"/>
                </p:ext>
              </p:extLst>
            </p:nvPr>
          </p:nvSpPr>
          <p:spPr>
            <a:xfrm>
              <a:off x="9334500" y="-8467"/>
              <a:ext cx="2854326" cy="6866467"/>
            </a:xfrm>
            <a:custGeom>
              <a:avLst/>
              <a:gdLst/>
              <a:ahLst/>
              <a:cxnLst/>
              <a:rect l="l" t="t" r="r" b="b"/>
              <a:pathLst>
                <a:path w="2858013" h="6866467">
                  <a:moveTo>
                    <a:pt x="0" y="0"/>
                  </a:moveTo>
                  <a:lnTo>
                    <a:pt x="2858013" y="0"/>
                  </a:lnTo>
                  <a:lnTo>
                    <a:pt x="2858013" y="6866467"/>
                  </a:lnTo>
                  <a:lnTo>
                    <a:pt x="2473942" y="6866467"/>
                  </a:lnTo>
                  <a:lnTo>
                    <a:pt x="0" y="0"/>
                  </a:lnTo>
                  <a:close/>
                </a:path>
              </a:pathLst>
            </a:custGeom>
            <a:solidFill>
              <a:schemeClr val="accent2">
                <a:lumMod val="75000"/>
                <a:alpha val="70000"/>
              </a:schemeClr>
            </a:solidFill>
            <a:ln>
              <a:noFill/>
            </a:ln>
            <a:effectLst/>
          </p:spPr>
          <p:style>
            <a:lnRef idx="1">
              <a:schemeClr val="accent1"/>
            </a:lnRef>
            <a:fillRef idx="3">
              <a:schemeClr val="accent1"/>
            </a:fillRef>
            <a:effectRef idx="2">
              <a:schemeClr val="accent1"/>
            </a:effectRef>
            <a:fontRef idx="minor">
              <a:schemeClr val="lt1"/>
            </a:fontRef>
          </p:style>
          <p:txBody>
            <a:bodyPr/>
            <a:lstStyle/>
            <a:p>
              <a:endParaRPr lang="en-US"/>
            </a:p>
          </p:txBody>
        </p:sp>
        <p:sp>
          <p:nvSpPr>
            <p:cNvPr id="72" name="Rectangle 28">
              <a:extLst>
                <a:ext uri="{FF2B5EF4-FFF2-40B4-BE49-F238E27FC236}">
                  <a16:creationId xmlns:a16="http://schemas.microsoft.com/office/drawing/2014/main" id="{B133D0C8-4EC4-424F-8E70-0482D5B1B653}"/>
                </a:ext>
                <a:ext uri="{C183D7F6-B498-43B3-948B-1728B52AA6E4}">
                  <adec:decorative xmlns:adec="http://schemas.microsoft.com/office/drawing/2017/decorative" val="1"/>
                </a:ext>
              </a:extLst>
            </p:cNvPr>
            <p:cNvSpPr/>
            <p:nvPr>
              <p:extLst>
                <p:ext uri="{386F3935-93C4-4BCD-93E2-E3B085C9AB24}">
                  <p16:designElem xmlns:p16="http://schemas.microsoft.com/office/powerpoint/2015/main" val="1"/>
                </p:ext>
              </p:extLst>
            </p:nvPr>
          </p:nvSpPr>
          <p:spPr>
            <a:xfrm>
              <a:off x="10898730" y="-8467"/>
              <a:ext cx="1290094" cy="6866467"/>
            </a:xfrm>
            <a:custGeom>
              <a:avLst/>
              <a:gdLst/>
              <a:ahLst/>
              <a:cxnLst/>
              <a:rect l="l" t="t" r="r" b="b"/>
              <a:pathLst>
                <a:path w="1290094" h="6858000">
                  <a:moveTo>
                    <a:pt x="1019735" y="0"/>
                  </a:moveTo>
                  <a:lnTo>
                    <a:pt x="1290094" y="0"/>
                  </a:lnTo>
                  <a:lnTo>
                    <a:pt x="1290094" y="6858000"/>
                  </a:lnTo>
                  <a:lnTo>
                    <a:pt x="0" y="6858000"/>
                  </a:lnTo>
                  <a:lnTo>
                    <a:pt x="1019735" y="0"/>
                  </a:lnTo>
                  <a:close/>
                </a:path>
              </a:pathLst>
            </a:custGeom>
            <a:solidFill>
              <a:schemeClr val="accent1">
                <a:lumMod val="60000"/>
                <a:lumOff val="40000"/>
                <a:alpha val="70000"/>
              </a:schemeClr>
            </a:solidFill>
            <a:ln>
              <a:noFill/>
            </a:ln>
            <a:effectLst/>
          </p:spPr>
          <p:style>
            <a:lnRef idx="1">
              <a:schemeClr val="accent1"/>
            </a:lnRef>
            <a:fillRef idx="3">
              <a:schemeClr val="accent1"/>
            </a:fillRef>
            <a:effectRef idx="2">
              <a:schemeClr val="accent1"/>
            </a:effectRef>
            <a:fontRef idx="minor">
              <a:schemeClr val="lt1"/>
            </a:fontRef>
          </p:style>
          <p:txBody>
            <a:bodyPr/>
            <a:lstStyle/>
            <a:p>
              <a:endParaRPr lang="en-US"/>
            </a:p>
          </p:txBody>
        </p:sp>
        <p:sp>
          <p:nvSpPr>
            <p:cNvPr id="73" name="Rectangle 29">
              <a:extLst>
                <a:ext uri="{FF2B5EF4-FFF2-40B4-BE49-F238E27FC236}">
                  <a16:creationId xmlns:a16="http://schemas.microsoft.com/office/drawing/2014/main" id="{7B1532A0-F4B3-4DE8-B18F-740CAAD25AC4}"/>
                </a:ext>
                <a:ext uri="{C183D7F6-B498-43B3-948B-1728B52AA6E4}">
                  <adec:decorative xmlns:adec="http://schemas.microsoft.com/office/drawing/2017/decorative" val="1"/>
                </a:ext>
              </a:extLst>
            </p:cNvPr>
            <p:cNvSpPr/>
            <p:nvPr>
              <p:extLst>
                <p:ext uri="{386F3935-93C4-4BCD-93E2-E3B085C9AB24}">
                  <p16:designElem xmlns:p16="http://schemas.microsoft.com/office/powerpoint/2015/main" val="1"/>
                </p:ext>
              </p:extLst>
            </p:nvPr>
          </p:nvSpPr>
          <p:spPr>
            <a:xfrm>
              <a:off x="10938999" y="-8467"/>
              <a:ext cx="1249825" cy="6866467"/>
            </a:xfrm>
            <a:custGeom>
              <a:avLst/>
              <a:gdLst/>
              <a:ahLst/>
              <a:cxnLst/>
              <a:rect l="l" t="t" r="r" b="b"/>
              <a:pathLst>
                <a:path w="1249825" h="6858000">
                  <a:moveTo>
                    <a:pt x="0" y="0"/>
                  </a:moveTo>
                  <a:lnTo>
                    <a:pt x="1249825" y="0"/>
                  </a:lnTo>
                  <a:lnTo>
                    <a:pt x="1249825" y="6858000"/>
                  </a:lnTo>
                  <a:lnTo>
                    <a:pt x="1109382" y="6858000"/>
                  </a:lnTo>
                  <a:lnTo>
                    <a:pt x="0" y="0"/>
                  </a:lnTo>
                  <a:close/>
                </a:path>
              </a:pathLst>
            </a:custGeom>
            <a:solidFill>
              <a:schemeClr val="accent1">
                <a:alpha val="65000"/>
              </a:schemeClr>
            </a:solidFill>
            <a:ln>
              <a:noFill/>
            </a:ln>
            <a:effectLst/>
          </p:spPr>
          <p:style>
            <a:lnRef idx="1">
              <a:schemeClr val="accent1"/>
            </a:lnRef>
            <a:fillRef idx="3">
              <a:schemeClr val="accent1"/>
            </a:fillRef>
            <a:effectRef idx="2">
              <a:schemeClr val="accent1"/>
            </a:effectRef>
            <a:fontRef idx="minor">
              <a:schemeClr val="lt1"/>
            </a:fontRef>
          </p:style>
          <p:txBody>
            <a:bodyPr/>
            <a:lstStyle/>
            <a:p>
              <a:endParaRPr lang="en-US"/>
            </a:p>
          </p:txBody>
        </p:sp>
        <p:sp>
          <p:nvSpPr>
            <p:cNvPr id="74" name="Isosceles Triangle 73">
              <a:extLst>
                <a:ext uri="{FF2B5EF4-FFF2-40B4-BE49-F238E27FC236}">
                  <a16:creationId xmlns:a16="http://schemas.microsoft.com/office/drawing/2014/main" id="{8EFDD162-BBBA-4062-8BBF-53DBA1091374}"/>
                </a:ext>
                <a:ext uri="{C183D7F6-B498-43B3-948B-1728B52AA6E4}">
                  <adec:decorative xmlns:adec="http://schemas.microsoft.com/office/drawing/2017/decorative" val="1"/>
                </a:ext>
              </a:extLst>
            </p:cNvPr>
            <p:cNvSpPr/>
            <p:nvPr>
              <p:extLst>
                <p:ext uri="{386F3935-93C4-4BCD-93E2-E3B085C9AB24}">
                  <p16:designElem xmlns:p16="http://schemas.microsoft.com/office/powerpoint/2015/main" val="1"/>
                </p:ext>
              </p:extLst>
            </p:nvPr>
          </p:nvSpPr>
          <p:spPr>
            <a:xfrm>
              <a:off x="10371666" y="3589867"/>
              <a:ext cx="1817159" cy="3268133"/>
            </a:xfrm>
            <a:prstGeom prst="triangle">
              <a:avLst>
                <a:gd name="adj" fmla="val 100000"/>
              </a:avLst>
            </a:prstGeom>
            <a:solidFill>
              <a:schemeClr val="accent1">
                <a:alpha val="80000"/>
              </a:schemeClr>
            </a:solidFill>
            <a:ln>
              <a:noFill/>
            </a:ln>
            <a:effectLst/>
          </p:spPr>
          <p:style>
            <a:lnRef idx="1">
              <a:schemeClr val="accent1"/>
            </a:lnRef>
            <a:fillRef idx="3">
              <a:schemeClr val="accent1"/>
            </a:fillRef>
            <a:effectRef idx="2">
              <a:schemeClr val="accent1"/>
            </a:effectRef>
            <a:fontRef idx="minor">
              <a:schemeClr val="lt1"/>
            </a:fontRef>
          </p:style>
          <p:txBody>
            <a:bodyPr/>
            <a:lstStyle/>
            <a:p>
              <a:endParaRPr lang="en-US"/>
            </a:p>
          </p:txBody>
        </p:sp>
        <p:sp>
          <p:nvSpPr>
            <p:cNvPr id="75" name="Isosceles Triangle 74">
              <a:extLst>
                <a:ext uri="{FF2B5EF4-FFF2-40B4-BE49-F238E27FC236}">
                  <a16:creationId xmlns:a16="http://schemas.microsoft.com/office/drawing/2014/main" id="{DCFC9E65-3E19-4483-B952-25D29683CA56}"/>
                </a:ext>
                <a:ext uri="{C183D7F6-B498-43B3-948B-1728B52AA6E4}">
                  <adec:decorative xmlns:adec="http://schemas.microsoft.com/office/drawing/2017/decorative" val="1"/>
                </a:ext>
              </a:extLst>
            </p:cNvPr>
            <p:cNvSpPr/>
            <p:nvPr>
              <p:extLst>
                <p:ext uri="{386F3935-93C4-4BCD-93E2-E3B085C9AB24}">
                  <p16:designElem xmlns:p16="http://schemas.microsoft.com/office/powerpoint/2015/main" val="1"/>
                </p:ext>
              </p:extLst>
            </p:nvPr>
          </p:nvSpPr>
          <p:spPr>
            <a:xfrm rot="10800000">
              <a:off x="0" y="0"/>
              <a:ext cx="842596" cy="5666154"/>
            </a:xfrm>
            <a:prstGeom prst="triangle">
              <a:avLst>
                <a:gd name="adj" fmla="val 100000"/>
              </a:avLst>
            </a:prstGeom>
            <a:solidFill>
              <a:schemeClr val="accent1">
                <a:alpha val="85000"/>
              </a:schemeClr>
            </a:solidFill>
            <a:ln>
              <a:noFill/>
            </a:ln>
            <a:effectLst/>
          </p:spPr>
          <p:style>
            <a:lnRef idx="1">
              <a:schemeClr val="accent1"/>
            </a:lnRef>
            <a:fillRef idx="3">
              <a:schemeClr val="accent1"/>
            </a:fillRef>
            <a:effectRef idx="2">
              <a:schemeClr val="accent1"/>
            </a:effectRef>
            <a:fontRef idx="minor">
              <a:schemeClr val="lt1"/>
            </a:fontRef>
          </p:style>
          <p:txBody>
            <a:bodyPr/>
            <a:lstStyle/>
            <a:p>
              <a:endParaRPr lang="en-US"/>
            </a:p>
          </p:txBody>
        </p:sp>
      </p:grpSp>
      <p:sp>
        <p:nvSpPr>
          <p:cNvPr id="76" name="Rectangle 75">
            <a:extLst>
              <a:ext uri="{FF2B5EF4-FFF2-40B4-BE49-F238E27FC236}">
                <a16:creationId xmlns:a16="http://schemas.microsoft.com/office/drawing/2014/main" id="{9B8A5A16-7BE9-4AA1-9B5E-00FAFA5C8647}"/>
              </a:ext>
              <a:ext uri="{C183D7F6-B498-43B3-948B-1728B52AA6E4}">
                <adec:decorative xmlns:adec="http://schemas.microsoft.com/office/drawing/2017/decorative" val="1"/>
              </a:ext>
            </a:extLst>
          </p:cNvPr>
          <p:cNvSpPr>
            <a:spLocks noGrp="1" noRot="1" noChangeAspect="1" noMove="1" noResize="1" noEditPoints="1" noAdjustHandles="1" noChangeArrowheads="1" noChangeShapeType="1" noTextEdit="1"/>
          </p:cNvSpPr>
          <p:nvPr>
            <p:extLst>
              <p:ext uri="{386F3935-93C4-4BCD-93E2-E3B085C9AB24}">
                <p16:designElem xmlns:p16="http://schemas.microsoft.com/office/powerpoint/2015/main" val="1"/>
              </p:ext>
            </p:extLst>
          </p:nvPr>
        </p:nvSpPr>
        <p:spPr>
          <a:xfrm>
            <a:off x="0" y="0"/>
            <a:ext cx="9144000" cy="6858000"/>
          </a:xfrm>
          <a:prstGeom prst="rect">
            <a:avLst/>
          </a:prstGeom>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grpSp>
        <p:nvGrpSpPr>
          <p:cNvPr id="77" name="Group 76">
            <a:extLst>
              <a:ext uri="{FF2B5EF4-FFF2-40B4-BE49-F238E27FC236}">
                <a16:creationId xmlns:a16="http://schemas.microsoft.com/office/drawing/2014/main" id="{C55D27F9-7623-4A6E-89FF-87E6C4E0D908}"/>
              </a:ext>
              <a:ext uri="{C183D7F6-B498-43B3-948B-1728B52AA6E4}">
                <adec:decorative xmlns:adec="http://schemas.microsoft.com/office/drawing/2017/decorative" val="1"/>
              </a:ext>
            </a:extLst>
          </p:cNvPr>
          <p:cNvGrpSpPr>
            <a:grpSpLocks noGrp="1" noUngrp="1" noRot="1" noChangeAspect="1" noMove="1" noResize="1"/>
          </p:cNvGrpSpPr>
          <p:nvPr>
            <p:extLst>
              <p:ext uri="{386F3935-93C4-4BCD-93E2-E3B085C9AB24}">
                <p16:designElem xmlns:p16="http://schemas.microsoft.com/office/powerpoint/2015/main" val="1"/>
              </p:ext>
            </p:extLst>
          </p:nvPr>
        </p:nvGrpSpPr>
        <p:grpSpPr>
          <a:xfrm>
            <a:off x="0" y="-8467"/>
            <a:ext cx="9144001" cy="6866467"/>
            <a:chOff x="0" y="-8467"/>
            <a:chExt cx="12192000" cy="6866467"/>
          </a:xfrm>
        </p:grpSpPr>
        <p:cxnSp>
          <p:nvCxnSpPr>
            <p:cNvPr id="58" name="Straight Connector 57">
              <a:extLst>
                <a:ext uri="{FF2B5EF4-FFF2-40B4-BE49-F238E27FC236}">
                  <a16:creationId xmlns:a16="http://schemas.microsoft.com/office/drawing/2014/main" id="{67B7CFC0-1E17-41C5-BF93-16E99B1F8974}"/>
                </a:ext>
                <a:ext uri="{C183D7F6-B498-43B3-948B-1728B52AA6E4}">
                  <adec:decorative xmlns:adec="http://schemas.microsoft.com/office/drawing/2017/decorative" val="1"/>
                </a:ext>
              </a:extLst>
            </p:cNvPr>
            <p:cNvCxnSpPr/>
            <p:nvPr>
              <p:extLst>
                <p:ext uri="{386F3935-93C4-4BCD-93E2-E3B085C9AB24}">
                  <p16:designElem xmlns:p16="http://schemas.microsoft.com/office/powerpoint/2015/main" val="1"/>
                </p:ext>
              </p:extLst>
            </p:nvPr>
          </p:nvCxnSpPr>
          <p:spPr>
            <a:xfrm flipH="1">
              <a:off x="7425267" y="3681413"/>
              <a:ext cx="4763558" cy="3176587"/>
            </a:xfrm>
            <a:prstGeom prst="line">
              <a:avLst/>
            </a:prstGeom>
            <a:ln w="9525">
              <a:solidFill>
                <a:srgbClr val="FFFFFF">
                  <a:alpha val="80000"/>
                </a:srgbClr>
              </a:solidFill>
            </a:ln>
          </p:spPr>
          <p:style>
            <a:lnRef idx="2">
              <a:schemeClr val="accent1"/>
            </a:lnRef>
            <a:fillRef idx="0">
              <a:schemeClr val="accent1"/>
            </a:fillRef>
            <a:effectRef idx="1">
              <a:schemeClr val="accent1"/>
            </a:effectRef>
            <a:fontRef idx="minor">
              <a:schemeClr val="tx1"/>
            </a:fontRef>
          </p:style>
        </p:cxnSp>
        <p:sp>
          <p:nvSpPr>
            <p:cNvPr id="78" name="Rectangle 23">
              <a:extLst>
                <a:ext uri="{FF2B5EF4-FFF2-40B4-BE49-F238E27FC236}">
                  <a16:creationId xmlns:a16="http://schemas.microsoft.com/office/drawing/2014/main" id="{8640594F-E37B-4D91-8E95-9DA62A9B9657}"/>
                </a:ext>
                <a:ext uri="{C183D7F6-B498-43B3-948B-1728B52AA6E4}">
                  <adec:decorative xmlns:adec="http://schemas.microsoft.com/office/drawing/2017/decorative" val="1"/>
                </a:ext>
              </a:extLst>
            </p:cNvPr>
            <p:cNvSpPr/>
            <p:nvPr>
              <p:extLst>
                <p:ext uri="{386F3935-93C4-4BCD-93E2-E3B085C9AB24}">
                  <p16:designElem xmlns:p16="http://schemas.microsoft.com/office/powerpoint/2015/main" val="1"/>
                </p:ext>
              </p:extLst>
            </p:nvPr>
          </p:nvSpPr>
          <p:spPr>
            <a:xfrm>
              <a:off x="9181476" y="-8467"/>
              <a:ext cx="3007349" cy="6866467"/>
            </a:xfrm>
            <a:custGeom>
              <a:avLst/>
              <a:gdLst/>
              <a:ahLst/>
              <a:cxnLst/>
              <a:rect l="l" t="t" r="r" b="b"/>
              <a:pathLst>
                <a:path w="3007349" h="6866467">
                  <a:moveTo>
                    <a:pt x="2045532" y="0"/>
                  </a:moveTo>
                  <a:lnTo>
                    <a:pt x="3007349" y="0"/>
                  </a:lnTo>
                  <a:lnTo>
                    <a:pt x="3007349" y="6866467"/>
                  </a:lnTo>
                  <a:lnTo>
                    <a:pt x="0" y="6866467"/>
                  </a:lnTo>
                  <a:lnTo>
                    <a:pt x="2045532" y="0"/>
                  </a:lnTo>
                  <a:close/>
                </a:path>
              </a:pathLst>
            </a:custGeom>
            <a:solidFill>
              <a:schemeClr val="accent1">
                <a:alpha val="30000"/>
              </a:schemeClr>
            </a:solidFill>
            <a:ln>
              <a:noFill/>
            </a:ln>
            <a:effectLst/>
          </p:spPr>
          <p:style>
            <a:lnRef idx="1">
              <a:schemeClr val="accent1"/>
            </a:lnRef>
            <a:fillRef idx="3">
              <a:schemeClr val="accent1"/>
            </a:fillRef>
            <a:effectRef idx="2">
              <a:schemeClr val="accent1"/>
            </a:effectRef>
            <a:fontRef idx="minor">
              <a:schemeClr val="lt1"/>
            </a:fontRef>
          </p:style>
          <p:txBody>
            <a:bodyPr/>
            <a:lstStyle/>
            <a:p>
              <a:endParaRPr lang="en-US"/>
            </a:p>
          </p:txBody>
        </p:sp>
        <p:sp>
          <p:nvSpPr>
            <p:cNvPr id="60" name="Rectangle 25">
              <a:extLst>
                <a:ext uri="{FF2B5EF4-FFF2-40B4-BE49-F238E27FC236}">
                  <a16:creationId xmlns:a16="http://schemas.microsoft.com/office/drawing/2014/main" id="{93C9D004-5359-4937-9D4B-EC89888063B2}"/>
                </a:ext>
                <a:ext uri="{C183D7F6-B498-43B3-948B-1728B52AA6E4}">
                  <adec:decorative xmlns:adec="http://schemas.microsoft.com/office/drawing/2017/decorative" val="1"/>
                </a:ext>
              </a:extLst>
            </p:cNvPr>
            <p:cNvSpPr/>
            <p:nvPr>
              <p:extLst>
                <p:ext uri="{386F3935-93C4-4BCD-93E2-E3B085C9AB24}">
                  <p16:designElem xmlns:p16="http://schemas.microsoft.com/office/powerpoint/2015/main" val="1"/>
                </p:ext>
              </p:extLst>
            </p:nvPr>
          </p:nvSpPr>
          <p:spPr>
            <a:xfrm>
              <a:off x="9603442" y="-8467"/>
              <a:ext cx="2588558" cy="6866467"/>
            </a:xfrm>
            <a:custGeom>
              <a:avLst/>
              <a:gdLst/>
              <a:ahLst/>
              <a:cxnLst/>
              <a:rect l="l" t="t" r="r" b="b"/>
              <a:pathLst>
                <a:path w="2573311" h="6866467">
                  <a:moveTo>
                    <a:pt x="0" y="0"/>
                  </a:moveTo>
                  <a:lnTo>
                    <a:pt x="2573311" y="0"/>
                  </a:lnTo>
                  <a:lnTo>
                    <a:pt x="2573311" y="6866467"/>
                  </a:lnTo>
                  <a:lnTo>
                    <a:pt x="1202336" y="6866467"/>
                  </a:lnTo>
                  <a:lnTo>
                    <a:pt x="0" y="0"/>
                  </a:lnTo>
                  <a:close/>
                </a:path>
              </a:pathLst>
            </a:custGeom>
            <a:solidFill>
              <a:schemeClr val="accent1">
                <a:alpha val="20000"/>
              </a:schemeClr>
            </a:solidFill>
            <a:ln>
              <a:noFill/>
            </a:ln>
            <a:effectLst/>
          </p:spPr>
          <p:style>
            <a:lnRef idx="1">
              <a:schemeClr val="accent1"/>
            </a:lnRef>
            <a:fillRef idx="3">
              <a:schemeClr val="accent1"/>
            </a:fillRef>
            <a:effectRef idx="2">
              <a:schemeClr val="accent1"/>
            </a:effectRef>
            <a:fontRef idx="minor">
              <a:schemeClr val="lt1"/>
            </a:fontRef>
          </p:style>
          <p:txBody>
            <a:bodyPr/>
            <a:lstStyle/>
            <a:p>
              <a:endParaRPr lang="en-US"/>
            </a:p>
          </p:txBody>
        </p:sp>
        <p:sp>
          <p:nvSpPr>
            <p:cNvPr id="79" name="Isosceles Triangle 78">
              <a:extLst>
                <a:ext uri="{FF2B5EF4-FFF2-40B4-BE49-F238E27FC236}">
                  <a16:creationId xmlns:a16="http://schemas.microsoft.com/office/drawing/2014/main" id="{0DE8B4BF-A71A-4324-A033-7886CF70A07E}"/>
                </a:ext>
                <a:ext uri="{C183D7F6-B498-43B3-948B-1728B52AA6E4}">
                  <adec:decorative xmlns:adec="http://schemas.microsoft.com/office/drawing/2017/decorative" val="1"/>
                </a:ext>
              </a:extLst>
            </p:cNvPr>
            <p:cNvSpPr/>
            <p:nvPr>
              <p:extLst>
                <p:ext uri="{386F3935-93C4-4BCD-93E2-E3B085C9AB24}">
                  <p16:designElem xmlns:p16="http://schemas.microsoft.com/office/powerpoint/2015/main" val="1"/>
                </p:ext>
              </p:extLst>
            </p:nvPr>
          </p:nvSpPr>
          <p:spPr>
            <a:xfrm>
              <a:off x="8932333" y="3048000"/>
              <a:ext cx="3259667" cy="3810000"/>
            </a:xfrm>
            <a:prstGeom prst="triangle">
              <a:avLst>
                <a:gd name="adj" fmla="val 100000"/>
              </a:avLst>
            </a:prstGeom>
            <a:solidFill>
              <a:schemeClr val="accent2">
                <a:alpha val="72000"/>
              </a:schemeClr>
            </a:solidFill>
            <a:ln>
              <a:noFill/>
            </a:ln>
            <a:effectLst/>
          </p:spPr>
          <p:style>
            <a:lnRef idx="1">
              <a:schemeClr val="accent1"/>
            </a:lnRef>
            <a:fillRef idx="3">
              <a:schemeClr val="accent1"/>
            </a:fillRef>
            <a:effectRef idx="2">
              <a:schemeClr val="accent1"/>
            </a:effectRef>
            <a:fontRef idx="minor">
              <a:schemeClr val="lt1"/>
            </a:fontRef>
          </p:style>
          <p:txBody>
            <a:bodyPr/>
            <a:lstStyle/>
            <a:p>
              <a:endParaRPr lang="en-US"/>
            </a:p>
          </p:txBody>
        </p:sp>
        <p:sp>
          <p:nvSpPr>
            <p:cNvPr id="62" name="Rectangle 27">
              <a:extLst>
                <a:ext uri="{FF2B5EF4-FFF2-40B4-BE49-F238E27FC236}">
                  <a16:creationId xmlns:a16="http://schemas.microsoft.com/office/drawing/2014/main" id="{5697F627-1058-435C-96D4-98AB552C6A1E}"/>
                </a:ext>
                <a:ext uri="{C183D7F6-B498-43B3-948B-1728B52AA6E4}">
                  <adec:decorative xmlns:adec="http://schemas.microsoft.com/office/drawing/2017/decorative" val="1"/>
                </a:ext>
              </a:extLst>
            </p:cNvPr>
            <p:cNvSpPr/>
            <p:nvPr>
              <p:extLst>
                <p:ext uri="{386F3935-93C4-4BCD-93E2-E3B085C9AB24}">
                  <p16:designElem xmlns:p16="http://schemas.microsoft.com/office/powerpoint/2015/main" val="1"/>
                </p:ext>
              </p:extLst>
            </p:nvPr>
          </p:nvSpPr>
          <p:spPr>
            <a:xfrm>
              <a:off x="9334500" y="-8467"/>
              <a:ext cx="2854326" cy="6866467"/>
            </a:xfrm>
            <a:custGeom>
              <a:avLst/>
              <a:gdLst/>
              <a:ahLst/>
              <a:cxnLst/>
              <a:rect l="l" t="t" r="r" b="b"/>
              <a:pathLst>
                <a:path w="2858013" h="6866467">
                  <a:moveTo>
                    <a:pt x="0" y="0"/>
                  </a:moveTo>
                  <a:lnTo>
                    <a:pt x="2858013" y="0"/>
                  </a:lnTo>
                  <a:lnTo>
                    <a:pt x="2858013" y="6866467"/>
                  </a:lnTo>
                  <a:lnTo>
                    <a:pt x="2473942" y="6866467"/>
                  </a:lnTo>
                  <a:lnTo>
                    <a:pt x="0" y="0"/>
                  </a:lnTo>
                  <a:close/>
                </a:path>
              </a:pathLst>
            </a:custGeom>
            <a:solidFill>
              <a:schemeClr val="accent2">
                <a:lumMod val="75000"/>
                <a:alpha val="70000"/>
              </a:schemeClr>
            </a:solidFill>
            <a:ln>
              <a:noFill/>
            </a:ln>
            <a:effectLst/>
          </p:spPr>
          <p:style>
            <a:lnRef idx="1">
              <a:schemeClr val="accent1"/>
            </a:lnRef>
            <a:fillRef idx="3">
              <a:schemeClr val="accent1"/>
            </a:fillRef>
            <a:effectRef idx="2">
              <a:schemeClr val="accent1"/>
            </a:effectRef>
            <a:fontRef idx="minor">
              <a:schemeClr val="lt1"/>
            </a:fontRef>
          </p:style>
          <p:txBody>
            <a:bodyPr/>
            <a:lstStyle/>
            <a:p>
              <a:endParaRPr lang="en-US"/>
            </a:p>
          </p:txBody>
        </p:sp>
        <p:cxnSp>
          <p:nvCxnSpPr>
            <p:cNvPr id="80" name="Straight Connector 79">
              <a:extLst>
                <a:ext uri="{FF2B5EF4-FFF2-40B4-BE49-F238E27FC236}">
                  <a16:creationId xmlns:a16="http://schemas.microsoft.com/office/drawing/2014/main" id="{492EF457-D744-4C61-8670-518EC1D2D524}"/>
                </a:ext>
                <a:ext uri="{C183D7F6-B498-43B3-948B-1728B52AA6E4}">
                  <adec:decorative xmlns:adec="http://schemas.microsoft.com/office/drawing/2017/decorative" val="1"/>
                </a:ext>
              </a:extLst>
            </p:cNvPr>
            <p:cNvCxnSpPr/>
            <p:nvPr>
              <p:extLst>
                <p:ext uri="{386F3935-93C4-4BCD-93E2-E3B085C9AB24}">
                  <p16:designElem xmlns:p16="http://schemas.microsoft.com/office/powerpoint/2015/main" val="1"/>
                </p:ext>
              </p:extLst>
            </p:nvPr>
          </p:nvCxnSpPr>
          <p:spPr>
            <a:xfrm>
              <a:off x="9645924" y="0"/>
              <a:ext cx="1219200" cy="6858000"/>
            </a:xfrm>
            <a:prstGeom prst="line">
              <a:avLst/>
            </a:prstGeom>
            <a:ln w="9525">
              <a:solidFill>
                <a:srgbClr val="FFFFFF"/>
              </a:solidFill>
            </a:ln>
          </p:spPr>
          <p:style>
            <a:lnRef idx="2">
              <a:schemeClr val="accent1"/>
            </a:lnRef>
            <a:fillRef idx="0">
              <a:schemeClr val="accent1"/>
            </a:fillRef>
            <a:effectRef idx="1">
              <a:schemeClr val="accent1"/>
            </a:effectRef>
            <a:fontRef idx="minor">
              <a:schemeClr val="tx1"/>
            </a:fontRef>
          </p:style>
        </p:cxnSp>
        <p:sp>
          <p:nvSpPr>
            <p:cNvPr id="64" name="Rectangle 29">
              <a:extLst>
                <a:ext uri="{FF2B5EF4-FFF2-40B4-BE49-F238E27FC236}">
                  <a16:creationId xmlns:a16="http://schemas.microsoft.com/office/drawing/2014/main" id="{49E61018-BC96-47DC-B47F-FFBA96BAD8D7}"/>
                </a:ext>
                <a:ext uri="{C183D7F6-B498-43B3-948B-1728B52AA6E4}">
                  <adec:decorative xmlns:adec="http://schemas.microsoft.com/office/drawing/2017/decorative" val="1"/>
                </a:ext>
              </a:extLst>
            </p:cNvPr>
            <p:cNvSpPr/>
            <p:nvPr>
              <p:extLst>
                <p:ext uri="{386F3935-93C4-4BCD-93E2-E3B085C9AB24}">
                  <p16:designElem xmlns:p16="http://schemas.microsoft.com/office/powerpoint/2015/main" val="1"/>
                </p:ext>
              </p:extLst>
            </p:nvPr>
          </p:nvSpPr>
          <p:spPr>
            <a:xfrm>
              <a:off x="10938999" y="-8467"/>
              <a:ext cx="1249825" cy="6866467"/>
            </a:xfrm>
            <a:custGeom>
              <a:avLst/>
              <a:gdLst/>
              <a:ahLst/>
              <a:cxnLst/>
              <a:rect l="l" t="t" r="r" b="b"/>
              <a:pathLst>
                <a:path w="1249825" h="6858000">
                  <a:moveTo>
                    <a:pt x="0" y="0"/>
                  </a:moveTo>
                  <a:lnTo>
                    <a:pt x="1249825" y="0"/>
                  </a:lnTo>
                  <a:lnTo>
                    <a:pt x="1249825" y="6858000"/>
                  </a:lnTo>
                  <a:lnTo>
                    <a:pt x="1109382" y="6858000"/>
                  </a:lnTo>
                  <a:lnTo>
                    <a:pt x="0" y="0"/>
                  </a:lnTo>
                  <a:close/>
                </a:path>
              </a:pathLst>
            </a:custGeom>
            <a:solidFill>
              <a:schemeClr val="accent1">
                <a:alpha val="65000"/>
              </a:schemeClr>
            </a:solidFill>
            <a:ln>
              <a:noFill/>
            </a:ln>
            <a:effectLst/>
          </p:spPr>
          <p:style>
            <a:lnRef idx="1">
              <a:schemeClr val="accent1"/>
            </a:lnRef>
            <a:fillRef idx="3">
              <a:schemeClr val="accent1"/>
            </a:fillRef>
            <a:effectRef idx="2">
              <a:schemeClr val="accent1"/>
            </a:effectRef>
            <a:fontRef idx="minor">
              <a:schemeClr val="lt1"/>
            </a:fontRef>
          </p:style>
          <p:txBody>
            <a:bodyPr/>
            <a:lstStyle/>
            <a:p>
              <a:endParaRPr lang="en-US"/>
            </a:p>
          </p:txBody>
        </p:sp>
        <p:sp>
          <p:nvSpPr>
            <p:cNvPr id="81" name="Isosceles Triangle 80">
              <a:extLst>
                <a:ext uri="{FF2B5EF4-FFF2-40B4-BE49-F238E27FC236}">
                  <a16:creationId xmlns:a16="http://schemas.microsoft.com/office/drawing/2014/main" id="{3CA434EC-618C-4787-86BA-1BF47478EEAC}"/>
                </a:ext>
                <a:ext uri="{C183D7F6-B498-43B3-948B-1728B52AA6E4}">
                  <adec:decorative xmlns:adec="http://schemas.microsoft.com/office/drawing/2017/decorative" val="1"/>
                </a:ext>
              </a:extLst>
            </p:cNvPr>
            <p:cNvSpPr/>
            <p:nvPr>
              <p:extLst>
                <p:ext uri="{386F3935-93C4-4BCD-93E2-E3B085C9AB24}">
                  <p16:designElem xmlns:p16="http://schemas.microsoft.com/office/powerpoint/2015/main" val="1"/>
                </p:ext>
              </p:extLst>
            </p:nvPr>
          </p:nvSpPr>
          <p:spPr>
            <a:xfrm>
              <a:off x="10371666" y="3589867"/>
              <a:ext cx="1817159" cy="3268133"/>
            </a:xfrm>
            <a:prstGeom prst="triangle">
              <a:avLst>
                <a:gd name="adj" fmla="val 100000"/>
              </a:avLst>
            </a:prstGeom>
            <a:solidFill>
              <a:schemeClr val="accent1">
                <a:alpha val="80000"/>
              </a:schemeClr>
            </a:solidFill>
            <a:ln>
              <a:noFill/>
            </a:ln>
            <a:effectLst/>
          </p:spPr>
          <p:style>
            <a:lnRef idx="1">
              <a:schemeClr val="accent1"/>
            </a:lnRef>
            <a:fillRef idx="3">
              <a:schemeClr val="accent1"/>
            </a:fillRef>
            <a:effectRef idx="2">
              <a:schemeClr val="accent1"/>
            </a:effectRef>
            <a:fontRef idx="minor">
              <a:schemeClr val="lt1"/>
            </a:fontRef>
          </p:style>
          <p:txBody>
            <a:bodyPr/>
            <a:lstStyle/>
            <a:p>
              <a:endParaRPr lang="en-US"/>
            </a:p>
          </p:txBody>
        </p:sp>
        <p:sp>
          <p:nvSpPr>
            <p:cNvPr id="66" name="Isosceles Triangle 65">
              <a:extLst>
                <a:ext uri="{FF2B5EF4-FFF2-40B4-BE49-F238E27FC236}">
                  <a16:creationId xmlns:a16="http://schemas.microsoft.com/office/drawing/2014/main" id="{97378863-CDB3-4B0F-A65C-98A1252DD06F}"/>
                </a:ext>
                <a:ext uri="{C183D7F6-B498-43B3-948B-1728B52AA6E4}">
                  <adec:decorative xmlns:adec="http://schemas.microsoft.com/office/drawing/2017/decorative" val="1"/>
                </a:ext>
              </a:extLst>
            </p:cNvPr>
            <p:cNvSpPr/>
            <p:nvPr>
              <p:extLst>
                <p:ext uri="{386F3935-93C4-4BCD-93E2-E3B085C9AB24}">
                  <p16:designElem xmlns:p16="http://schemas.microsoft.com/office/powerpoint/2015/main" val="1"/>
                </p:ext>
              </p:extLst>
            </p:nvPr>
          </p:nvSpPr>
          <p:spPr>
            <a:xfrm rot="10800000">
              <a:off x="0" y="0"/>
              <a:ext cx="842596" cy="5666154"/>
            </a:xfrm>
            <a:prstGeom prst="triangle">
              <a:avLst>
                <a:gd name="adj" fmla="val 100000"/>
              </a:avLst>
            </a:prstGeom>
            <a:solidFill>
              <a:schemeClr val="accent1">
                <a:alpha val="85000"/>
              </a:schemeClr>
            </a:solidFill>
            <a:ln>
              <a:noFill/>
            </a:ln>
            <a:effectLst/>
          </p:spPr>
          <p:style>
            <a:lnRef idx="1">
              <a:schemeClr val="accent1"/>
            </a:lnRef>
            <a:fillRef idx="3">
              <a:schemeClr val="accent1"/>
            </a:fillRef>
            <a:effectRef idx="2">
              <a:schemeClr val="accent1"/>
            </a:effectRef>
            <a:fontRef idx="minor">
              <a:schemeClr val="lt1"/>
            </a:fontRef>
          </p:style>
          <p:txBody>
            <a:bodyPr/>
            <a:lstStyle/>
            <a:p>
              <a:endParaRPr lang="en-US"/>
            </a:p>
          </p:txBody>
        </p:sp>
      </p:grpSp>
      <p:sp>
        <p:nvSpPr>
          <p:cNvPr id="3" name="TextBox 2"/>
          <p:cNvSpPr txBox="1"/>
          <p:nvPr/>
        </p:nvSpPr>
        <p:spPr>
          <a:xfrm>
            <a:off x="1130300" y="4050833"/>
            <a:ext cx="5825202" cy="1096899"/>
          </a:xfrm>
          <a:prstGeom prst="rect">
            <a:avLst/>
          </a:prstGeom>
        </p:spPr>
        <p:txBody>
          <a:bodyPr vert="horz" lIns="91440" tIns="45720" rIns="91440" bIns="45720" rtlCol="0" anchor="t">
            <a:normAutofit/>
          </a:bodyPr>
          <a:lstStyle/>
          <a:p>
            <a:pPr algn="r">
              <a:spcBef>
                <a:spcPts val="1000"/>
              </a:spcBef>
              <a:buClr>
                <a:schemeClr val="accent1"/>
              </a:buClr>
              <a:buSzPct val="80000"/>
              <a:defRPr sz="2400">
                <a:solidFill>
                  <a:srgbClr val="FF5722"/>
                </a:solidFill>
              </a:defRPr>
            </a:pPr>
            <a:r>
              <a:rPr lang="en-US" sz="2400">
                <a:solidFill>
                  <a:srgbClr val="FFFFFF"/>
                </a:solidFill>
              </a:rPr>
              <a:t>From Technical Debt to Enterprise Architecture</a:t>
            </a:r>
          </a:p>
        </p:txBody>
      </p:sp>
      <p:sp>
        <p:nvSpPr>
          <p:cNvPr id="2" name="TextBox 1"/>
          <p:cNvSpPr txBox="1"/>
          <p:nvPr/>
        </p:nvSpPr>
        <p:spPr>
          <a:xfrm>
            <a:off x="1130300" y="1267012"/>
            <a:ext cx="5825202" cy="2783824"/>
          </a:xfrm>
          <a:prstGeom prst="rect">
            <a:avLst/>
          </a:prstGeom>
        </p:spPr>
        <p:txBody>
          <a:bodyPr vert="horz" lIns="91440" tIns="45720" rIns="91440" bIns="45720" rtlCol="0" anchor="b">
            <a:normAutofit/>
          </a:bodyPr>
          <a:lstStyle/>
          <a:p>
            <a:pPr algn="r">
              <a:spcBef>
                <a:spcPct val="0"/>
              </a:spcBef>
              <a:spcAft>
                <a:spcPts val="600"/>
              </a:spcAft>
              <a:defRPr sz="4400" b="1">
                <a:solidFill>
                  <a:srgbClr val="1F4E79"/>
                </a:solidFill>
              </a:defRPr>
            </a:pPr>
            <a:r>
              <a:rPr lang="en-US" sz="5400">
                <a:solidFill>
                  <a:srgbClr val="FFFFFF"/>
                </a:solidFill>
                <a:latin typeface="+mj-lt"/>
                <a:ea typeface="+mj-ea"/>
                <a:cs typeface="+mj-cs"/>
              </a:rPr>
              <a:t>SESSION 2: Refactoring &amp; QA Expansion</a:t>
            </a:r>
          </a:p>
        </p:txBody>
      </p:sp>
    </p:spTree>
  </p:cSld>
  <p:clrMapOvr>
    <a:masterClrMapping/>
  </p:clrMapOvr>
</p:sld>
</file>

<file path=ppt/slides/slide2.xml><?xml version="1.0" encoding="utf-8"?>
<p:sld xmlns:a="http://schemas.openxmlformats.org/drawingml/2006/main" xmlns:r="http://schemas.openxmlformats.org/officeDocument/2006/relationships" xmlns:p="http://schemas.openxmlformats.org/presentationml/2006/main">
  <p:cSld>
    <p:bg>
      <p:bgPr>
        <a:solidFill>
          <a:schemeClr val="bg1"/>
        </a:solidFill>
        <a:effectLst/>
      </p:bgPr>
    </p:bg>
    <p:spTree>
      <p:nvGrpSpPr>
        <p:cNvPr id="1" name=""/>
        <p:cNvGrpSpPr/>
        <p:nvPr/>
      </p:nvGrpSpPr>
      <p:grpSpPr>
        <a:xfrm>
          <a:off x="0" y="0"/>
          <a:ext cx="0" cy="0"/>
          <a:chOff x="0" y="0"/>
          <a:chExt cx="0" cy="0"/>
        </a:xfrm>
      </p:grpSpPr>
      <p:grpSp>
        <p:nvGrpSpPr>
          <p:cNvPr id="10" name="Group 9">
            <a:extLst>
              <a:ext uri="{FF2B5EF4-FFF2-40B4-BE49-F238E27FC236}">
                <a16:creationId xmlns:a16="http://schemas.microsoft.com/office/drawing/2014/main" id="{D920209C-E85B-4D6F-A56F-724F5ADA811C}"/>
              </a:ext>
              <a:ext uri="{C183D7F6-B498-43B3-948B-1728B52AA6E4}">
                <adec:decorative xmlns:adec="http://schemas.microsoft.com/office/drawing/2017/decorative" val="1"/>
              </a:ext>
            </a:extLst>
          </p:cNvPr>
          <p:cNvGrpSpPr>
            <a:grpSpLocks noGrp="1" noUngrp="1" noRot="1" noChangeAspect="1" noMove="1" noResize="1"/>
          </p:cNvGrpSpPr>
          <p:nvPr>
            <p:extLst>
              <p:ext uri="{386F3935-93C4-4BCD-93E2-E3B085C9AB24}">
                <p16:designElem xmlns:p16="http://schemas.microsoft.com/office/powerpoint/2015/main" val="1"/>
              </p:ext>
            </p:extLst>
          </p:nvPr>
        </p:nvGrpSpPr>
        <p:grpSpPr>
          <a:xfrm>
            <a:off x="0" y="-8467"/>
            <a:ext cx="9144001" cy="6866467"/>
            <a:chOff x="0" y="-8467"/>
            <a:chExt cx="12192000" cy="6866467"/>
          </a:xfrm>
        </p:grpSpPr>
        <p:cxnSp>
          <p:nvCxnSpPr>
            <p:cNvPr id="11" name="Straight Connector 10">
              <a:extLst>
                <a:ext uri="{FF2B5EF4-FFF2-40B4-BE49-F238E27FC236}">
                  <a16:creationId xmlns:a16="http://schemas.microsoft.com/office/drawing/2014/main" id="{9125522E-1DFD-4F78-912B-B922A2D39DAE}"/>
                </a:ext>
                <a:ext uri="{C183D7F6-B498-43B3-948B-1728B52AA6E4}">
                  <adec:decorative xmlns:adec="http://schemas.microsoft.com/office/drawing/2017/decorative" val="1"/>
                </a:ext>
              </a:extLst>
            </p:cNvPr>
            <p:cNvCxnSpPr/>
            <p:nvPr>
              <p:extLst>
                <p:ext uri="{386F3935-93C4-4BCD-93E2-E3B085C9AB24}">
                  <p16:designElem xmlns:p16="http://schemas.microsoft.com/office/powerpoint/2015/main" val="1"/>
                </p:ext>
              </p:extLst>
            </p:nvPr>
          </p:nvCxnSpPr>
          <p:spPr>
            <a:xfrm>
              <a:off x="9371012" y="0"/>
              <a:ext cx="1219200" cy="6858000"/>
            </a:xfrm>
            <a:prstGeom prst="line">
              <a:avLst/>
            </a:prstGeom>
            <a:ln w="9525">
              <a:solidFill>
                <a:schemeClr val="bg1">
                  <a:lumMod val="75000"/>
                </a:schemeClr>
              </a:solidFill>
            </a:ln>
          </p:spPr>
          <p:style>
            <a:lnRef idx="2">
              <a:schemeClr val="accent1"/>
            </a:lnRef>
            <a:fillRef idx="0">
              <a:schemeClr val="accent1"/>
            </a:fillRef>
            <a:effectRef idx="1">
              <a:schemeClr val="accent1"/>
            </a:effectRef>
            <a:fontRef idx="minor">
              <a:schemeClr val="tx1"/>
            </a:fontRef>
          </p:style>
        </p:cxnSp>
        <p:cxnSp>
          <p:nvCxnSpPr>
            <p:cNvPr id="12" name="Straight Connector 11">
              <a:extLst>
                <a:ext uri="{FF2B5EF4-FFF2-40B4-BE49-F238E27FC236}">
                  <a16:creationId xmlns:a16="http://schemas.microsoft.com/office/drawing/2014/main" id="{FDA72C10-FE9D-49B3-80CB-A7EE8BCB38F9}"/>
                </a:ext>
                <a:ext uri="{C183D7F6-B498-43B3-948B-1728B52AA6E4}">
                  <adec:decorative xmlns:adec="http://schemas.microsoft.com/office/drawing/2017/decorative" val="1"/>
                </a:ext>
              </a:extLst>
            </p:cNvPr>
            <p:cNvCxnSpPr/>
            <p:nvPr>
              <p:extLst>
                <p:ext uri="{386F3935-93C4-4BCD-93E2-E3B085C9AB24}">
                  <p16:designElem xmlns:p16="http://schemas.microsoft.com/office/powerpoint/2015/main" val="1"/>
                </p:ext>
              </p:extLst>
            </p:nvPr>
          </p:nvCxnSpPr>
          <p:spPr>
            <a:xfrm flipH="1">
              <a:off x="7425267" y="3681413"/>
              <a:ext cx="4763558" cy="3176587"/>
            </a:xfrm>
            <a:prstGeom prst="line">
              <a:avLst/>
            </a:prstGeom>
            <a:ln w="9525">
              <a:solidFill>
                <a:schemeClr val="bg1">
                  <a:lumMod val="85000"/>
                </a:schemeClr>
              </a:solidFill>
            </a:ln>
          </p:spPr>
          <p:style>
            <a:lnRef idx="2">
              <a:schemeClr val="accent1"/>
            </a:lnRef>
            <a:fillRef idx="0">
              <a:schemeClr val="accent1"/>
            </a:fillRef>
            <a:effectRef idx="1">
              <a:schemeClr val="accent1"/>
            </a:effectRef>
            <a:fontRef idx="minor">
              <a:schemeClr val="tx1"/>
            </a:fontRef>
          </p:style>
        </p:cxnSp>
        <p:sp>
          <p:nvSpPr>
            <p:cNvPr id="13" name="Rectangle 23">
              <a:extLst>
                <a:ext uri="{FF2B5EF4-FFF2-40B4-BE49-F238E27FC236}">
                  <a16:creationId xmlns:a16="http://schemas.microsoft.com/office/drawing/2014/main" id="{6E7DF470-1055-45E4-AB9D-11E42EC53870}"/>
                </a:ext>
                <a:ext uri="{C183D7F6-B498-43B3-948B-1728B52AA6E4}">
                  <adec:decorative xmlns:adec="http://schemas.microsoft.com/office/drawing/2017/decorative" val="1"/>
                </a:ext>
              </a:extLst>
            </p:cNvPr>
            <p:cNvSpPr/>
            <p:nvPr>
              <p:extLst>
                <p:ext uri="{386F3935-93C4-4BCD-93E2-E3B085C9AB24}">
                  <p16:designElem xmlns:p16="http://schemas.microsoft.com/office/powerpoint/2015/main" val="1"/>
                </p:ext>
              </p:extLst>
            </p:nvPr>
          </p:nvSpPr>
          <p:spPr>
            <a:xfrm>
              <a:off x="9181476" y="-8467"/>
              <a:ext cx="3007349" cy="6866467"/>
            </a:xfrm>
            <a:custGeom>
              <a:avLst/>
              <a:gdLst/>
              <a:ahLst/>
              <a:cxnLst/>
              <a:rect l="l" t="t" r="r" b="b"/>
              <a:pathLst>
                <a:path w="3007349" h="6866467">
                  <a:moveTo>
                    <a:pt x="2045532" y="0"/>
                  </a:moveTo>
                  <a:lnTo>
                    <a:pt x="3007349" y="0"/>
                  </a:lnTo>
                  <a:lnTo>
                    <a:pt x="3007349" y="6866467"/>
                  </a:lnTo>
                  <a:lnTo>
                    <a:pt x="0" y="6866467"/>
                  </a:lnTo>
                  <a:lnTo>
                    <a:pt x="2045532" y="0"/>
                  </a:lnTo>
                  <a:close/>
                </a:path>
              </a:pathLst>
            </a:custGeom>
            <a:solidFill>
              <a:schemeClr val="accent1">
                <a:alpha val="30000"/>
              </a:schemeClr>
            </a:solidFill>
            <a:ln>
              <a:noFill/>
            </a:ln>
            <a:effectLst/>
          </p:spPr>
          <p:style>
            <a:lnRef idx="1">
              <a:schemeClr val="accent1"/>
            </a:lnRef>
            <a:fillRef idx="3">
              <a:schemeClr val="accent1"/>
            </a:fillRef>
            <a:effectRef idx="2">
              <a:schemeClr val="accent1"/>
            </a:effectRef>
            <a:fontRef idx="minor">
              <a:schemeClr val="lt1"/>
            </a:fontRef>
          </p:style>
          <p:txBody>
            <a:bodyPr/>
            <a:lstStyle/>
            <a:p>
              <a:endParaRPr lang="en-US"/>
            </a:p>
          </p:txBody>
        </p:sp>
        <p:sp>
          <p:nvSpPr>
            <p:cNvPr id="14" name="Rectangle 25">
              <a:extLst>
                <a:ext uri="{FF2B5EF4-FFF2-40B4-BE49-F238E27FC236}">
                  <a16:creationId xmlns:a16="http://schemas.microsoft.com/office/drawing/2014/main" id="{6AA35CFF-3837-4B7F-B875-718AC2E14EE7}"/>
                </a:ext>
                <a:ext uri="{C183D7F6-B498-43B3-948B-1728B52AA6E4}">
                  <adec:decorative xmlns:adec="http://schemas.microsoft.com/office/drawing/2017/decorative" val="1"/>
                </a:ext>
              </a:extLst>
            </p:cNvPr>
            <p:cNvSpPr/>
            <p:nvPr>
              <p:extLst>
                <p:ext uri="{386F3935-93C4-4BCD-93E2-E3B085C9AB24}">
                  <p16:designElem xmlns:p16="http://schemas.microsoft.com/office/powerpoint/2015/main" val="1"/>
                </p:ext>
              </p:extLst>
            </p:nvPr>
          </p:nvSpPr>
          <p:spPr>
            <a:xfrm>
              <a:off x="9603442" y="-8467"/>
              <a:ext cx="2588558" cy="6866467"/>
            </a:xfrm>
            <a:custGeom>
              <a:avLst/>
              <a:gdLst/>
              <a:ahLst/>
              <a:cxnLst/>
              <a:rect l="l" t="t" r="r" b="b"/>
              <a:pathLst>
                <a:path w="2573311" h="6866467">
                  <a:moveTo>
                    <a:pt x="0" y="0"/>
                  </a:moveTo>
                  <a:lnTo>
                    <a:pt x="2573311" y="0"/>
                  </a:lnTo>
                  <a:lnTo>
                    <a:pt x="2573311" y="6866467"/>
                  </a:lnTo>
                  <a:lnTo>
                    <a:pt x="1202336" y="6866467"/>
                  </a:lnTo>
                  <a:lnTo>
                    <a:pt x="0" y="0"/>
                  </a:lnTo>
                  <a:close/>
                </a:path>
              </a:pathLst>
            </a:custGeom>
            <a:solidFill>
              <a:schemeClr val="accent1">
                <a:alpha val="20000"/>
              </a:schemeClr>
            </a:solidFill>
            <a:ln>
              <a:noFill/>
            </a:ln>
            <a:effectLst/>
          </p:spPr>
          <p:style>
            <a:lnRef idx="1">
              <a:schemeClr val="accent1"/>
            </a:lnRef>
            <a:fillRef idx="3">
              <a:schemeClr val="accent1"/>
            </a:fillRef>
            <a:effectRef idx="2">
              <a:schemeClr val="accent1"/>
            </a:effectRef>
            <a:fontRef idx="minor">
              <a:schemeClr val="lt1"/>
            </a:fontRef>
          </p:style>
          <p:txBody>
            <a:bodyPr/>
            <a:lstStyle/>
            <a:p>
              <a:endParaRPr lang="en-US"/>
            </a:p>
          </p:txBody>
        </p:sp>
        <p:sp>
          <p:nvSpPr>
            <p:cNvPr id="15" name="Isosceles Triangle 14">
              <a:extLst>
                <a:ext uri="{FF2B5EF4-FFF2-40B4-BE49-F238E27FC236}">
                  <a16:creationId xmlns:a16="http://schemas.microsoft.com/office/drawing/2014/main" id="{62F41804-A347-47E3-8BD8-BD00CF2F6441}"/>
                </a:ext>
                <a:ext uri="{C183D7F6-B498-43B3-948B-1728B52AA6E4}">
                  <adec:decorative xmlns:adec="http://schemas.microsoft.com/office/drawing/2017/decorative" val="1"/>
                </a:ext>
              </a:extLst>
            </p:cNvPr>
            <p:cNvSpPr/>
            <p:nvPr>
              <p:extLst>
                <p:ext uri="{386F3935-93C4-4BCD-93E2-E3B085C9AB24}">
                  <p16:designElem xmlns:p16="http://schemas.microsoft.com/office/powerpoint/2015/main" val="1"/>
                </p:ext>
              </p:extLst>
            </p:nvPr>
          </p:nvSpPr>
          <p:spPr>
            <a:xfrm>
              <a:off x="8932333" y="3048000"/>
              <a:ext cx="3259667" cy="3810000"/>
            </a:xfrm>
            <a:prstGeom prst="triangle">
              <a:avLst>
                <a:gd name="adj" fmla="val 100000"/>
              </a:avLst>
            </a:prstGeom>
            <a:solidFill>
              <a:schemeClr val="accent2">
                <a:alpha val="72000"/>
              </a:schemeClr>
            </a:solidFill>
            <a:ln>
              <a:noFill/>
            </a:ln>
            <a:effectLst/>
          </p:spPr>
          <p:style>
            <a:lnRef idx="1">
              <a:schemeClr val="accent1"/>
            </a:lnRef>
            <a:fillRef idx="3">
              <a:schemeClr val="accent1"/>
            </a:fillRef>
            <a:effectRef idx="2">
              <a:schemeClr val="accent1"/>
            </a:effectRef>
            <a:fontRef idx="minor">
              <a:schemeClr val="lt1"/>
            </a:fontRef>
          </p:style>
          <p:txBody>
            <a:bodyPr/>
            <a:lstStyle/>
            <a:p>
              <a:endParaRPr lang="en-US"/>
            </a:p>
          </p:txBody>
        </p:sp>
        <p:sp>
          <p:nvSpPr>
            <p:cNvPr id="16" name="Rectangle 27">
              <a:extLst>
                <a:ext uri="{FF2B5EF4-FFF2-40B4-BE49-F238E27FC236}">
                  <a16:creationId xmlns:a16="http://schemas.microsoft.com/office/drawing/2014/main" id="{76894B81-EE9C-4546-BCFA-DD9ED2C0ADB6}"/>
                </a:ext>
                <a:ext uri="{C183D7F6-B498-43B3-948B-1728B52AA6E4}">
                  <adec:decorative xmlns:adec="http://schemas.microsoft.com/office/drawing/2017/decorative" val="1"/>
                </a:ext>
              </a:extLst>
            </p:cNvPr>
            <p:cNvSpPr/>
            <p:nvPr>
              <p:extLst>
                <p:ext uri="{386F3935-93C4-4BCD-93E2-E3B085C9AB24}">
                  <p16:designElem xmlns:p16="http://schemas.microsoft.com/office/powerpoint/2015/main" val="1"/>
                </p:ext>
              </p:extLst>
            </p:nvPr>
          </p:nvSpPr>
          <p:spPr>
            <a:xfrm>
              <a:off x="9334500" y="-8467"/>
              <a:ext cx="2854326" cy="6866467"/>
            </a:xfrm>
            <a:custGeom>
              <a:avLst/>
              <a:gdLst/>
              <a:ahLst/>
              <a:cxnLst/>
              <a:rect l="l" t="t" r="r" b="b"/>
              <a:pathLst>
                <a:path w="2858013" h="6866467">
                  <a:moveTo>
                    <a:pt x="0" y="0"/>
                  </a:moveTo>
                  <a:lnTo>
                    <a:pt x="2858013" y="0"/>
                  </a:lnTo>
                  <a:lnTo>
                    <a:pt x="2858013" y="6866467"/>
                  </a:lnTo>
                  <a:lnTo>
                    <a:pt x="2473942" y="6866467"/>
                  </a:lnTo>
                  <a:lnTo>
                    <a:pt x="0" y="0"/>
                  </a:lnTo>
                  <a:close/>
                </a:path>
              </a:pathLst>
            </a:custGeom>
            <a:solidFill>
              <a:schemeClr val="accent2">
                <a:lumMod val="75000"/>
                <a:alpha val="70000"/>
              </a:schemeClr>
            </a:solidFill>
            <a:ln>
              <a:noFill/>
            </a:ln>
            <a:effectLst/>
          </p:spPr>
          <p:style>
            <a:lnRef idx="1">
              <a:schemeClr val="accent1"/>
            </a:lnRef>
            <a:fillRef idx="3">
              <a:schemeClr val="accent1"/>
            </a:fillRef>
            <a:effectRef idx="2">
              <a:schemeClr val="accent1"/>
            </a:effectRef>
            <a:fontRef idx="minor">
              <a:schemeClr val="lt1"/>
            </a:fontRef>
          </p:style>
          <p:txBody>
            <a:bodyPr/>
            <a:lstStyle/>
            <a:p>
              <a:endParaRPr lang="en-US"/>
            </a:p>
          </p:txBody>
        </p:sp>
        <p:sp>
          <p:nvSpPr>
            <p:cNvPr id="17" name="Rectangle 28">
              <a:extLst>
                <a:ext uri="{FF2B5EF4-FFF2-40B4-BE49-F238E27FC236}">
                  <a16:creationId xmlns:a16="http://schemas.microsoft.com/office/drawing/2014/main" id="{3AF181D1-71AC-43D8-A6E1-D4C488D5DC56}"/>
                </a:ext>
                <a:ext uri="{C183D7F6-B498-43B3-948B-1728B52AA6E4}">
                  <adec:decorative xmlns:adec="http://schemas.microsoft.com/office/drawing/2017/decorative" val="1"/>
                </a:ext>
              </a:extLst>
            </p:cNvPr>
            <p:cNvSpPr/>
            <p:nvPr>
              <p:extLst>
                <p:ext uri="{386F3935-93C4-4BCD-93E2-E3B085C9AB24}">
                  <p16:designElem xmlns:p16="http://schemas.microsoft.com/office/powerpoint/2015/main" val="1"/>
                </p:ext>
              </p:extLst>
            </p:nvPr>
          </p:nvSpPr>
          <p:spPr>
            <a:xfrm>
              <a:off x="10898730" y="-8467"/>
              <a:ext cx="1290094" cy="6866467"/>
            </a:xfrm>
            <a:custGeom>
              <a:avLst/>
              <a:gdLst/>
              <a:ahLst/>
              <a:cxnLst/>
              <a:rect l="l" t="t" r="r" b="b"/>
              <a:pathLst>
                <a:path w="1290094" h="6858000">
                  <a:moveTo>
                    <a:pt x="1019735" y="0"/>
                  </a:moveTo>
                  <a:lnTo>
                    <a:pt x="1290094" y="0"/>
                  </a:lnTo>
                  <a:lnTo>
                    <a:pt x="1290094" y="6858000"/>
                  </a:lnTo>
                  <a:lnTo>
                    <a:pt x="0" y="6858000"/>
                  </a:lnTo>
                  <a:lnTo>
                    <a:pt x="1019735" y="0"/>
                  </a:lnTo>
                  <a:close/>
                </a:path>
              </a:pathLst>
            </a:custGeom>
            <a:solidFill>
              <a:schemeClr val="accent1">
                <a:lumMod val="60000"/>
                <a:lumOff val="40000"/>
                <a:alpha val="70000"/>
              </a:schemeClr>
            </a:solidFill>
            <a:ln>
              <a:noFill/>
            </a:ln>
            <a:effectLst/>
          </p:spPr>
          <p:style>
            <a:lnRef idx="1">
              <a:schemeClr val="accent1"/>
            </a:lnRef>
            <a:fillRef idx="3">
              <a:schemeClr val="accent1"/>
            </a:fillRef>
            <a:effectRef idx="2">
              <a:schemeClr val="accent1"/>
            </a:effectRef>
            <a:fontRef idx="minor">
              <a:schemeClr val="lt1"/>
            </a:fontRef>
          </p:style>
          <p:txBody>
            <a:bodyPr/>
            <a:lstStyle/>
            <a:p>
              <a:endParaRPr lang="en-US"/>
            </a:p>
          </p:txBody>
        </p:sp>
        <p:sp>
          <p:nvSpPr>
            <p:cNvPr id="18" name="Rectangle 29">
              <a:extLst>
                <a:ext uri="{FF2B5EF4-FFF2-40B4-BE49-F238E27FC236}">
                  <a16:creationId xmlns:a16="http://schemas.microsoft.com/office/drawing/2014/main" id="{4132D661-917C-4D2D-8E37-8590B55D91F8}"/>
                </a:ext>
                <a:ext uri="{C183D7F6-B498-43B3-948B-1728B52AA6E4}">
                  <adec:decorative xmlns:adec="http://schemas.microsoft.com/office/drawing/2017/decorative" val="1"/>
                </a:ext>
              </a:extLst>
            </p:cNvPr>
            <p:cNvSpPr/>
            <p:nvPr>
              <p:extLst>
                <p:ext uri="{386F3935-93C4-4BCD-93E2-E3B085C9AB24}">
                  <p16:designElem xmlns:p16="http://schemas.microsoft.com/office/powerpoint/2015/main" val="1"/>
                </p:ext>
              </p:extLst>
            </p:nvPr>
          </p:nvSpPr>
          <p:spPr>
            <a:xfrm>
              <a:off x="10938999" y="-8467"/>
              <a:ext cx="1249825" cy="6866467"/>
            </a:xfrm>
            <a:custGeom>
              <a:avLst/>
              <a:gdLst/>
              <a:ahLst/>
              <a:cxnLst/>
              <a:rect l="l" t="t" r="r" b="b"/>
              <a:pathLst>
                <a:path w="1249825" h="6858000">
                  <a:moveTo>
                    <a:pt x="0" y="0"/>
                  </a:moveTo>
                  <a:lnTo>
                    <a:pt x="1249825" y="0"/>
                  </a:lnTo>
                  <a:lnTo>
                    <a:pt x="1249825" y="6858000"/>
                  </a:lnTo>
                  <a:lnTo>
                    <a:pt x="1109382" y="6858000"/>
                  </a:lnTo>
                  <a:lnTo>
                    <a:pt x="0" y="0"/>
                  </a:lnTo>
                  <a:close/>
                </a:path>
              </a:pathLst>
            </a:custGeom>
            <a:solidFill>
              <a:schemeClr val="accent1">
                <a:alpha val="65000"/>
              </a:schemeClr>
            </a:solidFill>
            <a:ln>
              <a:noFill/>
            </a:ln>
            <a:effectLst/>
          </p:spPr>
          <p:style>
            <a:lnRef idx="1">
              <a:schemeClr val="accent1"/>
            </a:lnRef>
            <a:fillRef idx="3">
              <a:schemeClr val="accent1"/>
            </a:fillRef>
            <a:effectRef idx="2">
              <a:schemeClr val="accent1"/>
            </a:effectRef>
            <a:fontRef idx="minor">
              <a:schemeClr val="lt1"/>
            </a:fontRef>
          </p:style>
          <p:txBody>
            <a:bodyPr/>
            <a:lstStyle/>
            <a:p>
              <a:endParaRPr lang="en-US"/>
            </a:p>
          </p:txBody>
        </p:sp>
        <p:sp>
          <p:nvSpPr>
            <p:cNvPr id="19" name="Isosceles Triangle 18">
              <a:extLst>
                <a:ext uri="{FF2B5EF4-FFF2-40B4-BE49-F238E27FC236}">
                  <a16:creationId xmlns:a16="http://schemas.microsoft.com/office/drawing/2014/main" id="{7969643D-8B71-434D-A235-68CB241F9DCF}"/>
                </a:ext>
                <a:ext uri="{C183D7F6-B498-43B3-948B-1728B52AA6E4}">
                  <adec:decorative xmlns:adec="http://schemas.microsoft.com/office/drawing/2017/decorative" val="1"/>
                </a:ext>
              </a:extLst>
            </p:cNvPr>
            <p:cNvSpPr/>
            <p:nvPr>
              <p:extLst>
                <p:ext uri="{386F3935-93C4-4BCD-93E2-E3B085C9AB24}">
                  <p16:designElem xmlns:p16="http://schemas.microsoft.com/office/powerpoint/2015/main" val="1"/>
                </p:ext>
              </p:extLst>
            </p:nvPr>
          </p:nvSpPr>
          <p:spPr>
            <a:xfrm>
              <a:off x="10371666" y="3589867"/>
              <a:ext cx="1817159" cy="3268133"/>
            </a:xfrm>
            <a:prstGeom prst="triangle">
              <a:avLst>
                <a:gd name="adj" fmla="val 100000"/>
              </a:avLst>
            </a:prstGeom>
            <a:solidFill>
              <a:schemeClr val="accent1">
                <a:alpha val="80000"/>
              </a:schemeClr>
            </a:solidFill>
            <a:ln>
              <a:noFill/>
            </a:ln>
            <a:effectLst/>
          </p:spPr>
          <p:style>
            <a:lnRef idx="1">
              <a:schemeClr val="accent1"/>
            </a:lnRef>
            <a:fillRef idx="3">
              <a:schemeClr val="accent1"/>
            </a:fillRef>
            <a:effectRef idx="2">
              <a:schemeClr val="accent1"/>
            </a:effectRef>
            <a:fontRef idx="minor">
              <a:schemeClr val="lt1"/>
            </a:fontRef>
          </p:style>
          <p:txBody>
            <a:bodyPr/>
            <a:lstStyle/>
            <a:p>
              <a:endParaRPr lang="en-US"/>
            </a:p>
          </p:txBody>
        </p:sp>
        <p:sp>
          <p:nvSpPr>
            <p:cNvPr id="20" name="Isosceles Triangle 19">
              <a:extLst>
                <a:ext uri="{FF2B5EF4-FFF2-40B4-BE49-F238E27FC236}">
                  <a16:creationId xmlns:a16="http://schemas.microsoft.com/office/drawing/2014/main" id="{DF15C24A-4BCF-47C0-B2FA-76A0EF3384D1}"/>
                </a:ext>
                <a:ext uri="{C183D7F6-B498-43B3-948B-1728B52AA6E4}">
                  <adec:decorative xmlns:adec="http://schemas.microsoft.com/office/drawing/2017/decorative" val="1"/>
                </a:ext>
              </a:extLst>
            </p:cNvPr>
            <p:cNvSpPr/>
            <p:nvPr>
              <p:extLst>
                <p:ext uri="{386F3935-93C4-4BCD-93E2-E3B085C9AB24}">
                  <p16:designElem xmlns:p16="http://schemas.microsoft.com/office/powerpoint/2015/main" val="1"/>
                </p:ext>
              </p:extLst>
            </p:nvPr>
          </p:nvSpPr>
          <p:spPr>
            <a:xfrm>
              <a:off x="0" y="4013200"/>
              <a:ext cx="448733" cy="2844800"/>
            </a:xfrm>
            <a:prstGeom prst="triangle">
              <a:avLst>
                <a:gd name="adj" fmla="val 0"/>
              </a:avLst>
            </a:prstGeom>
            <a:solidFill>
              <a:schemeClr val="accent1">
                <a:alpha val="85000"/>
              </a:schemeClr>
            </a:solidFill>
            <a:ln>
              <a:noFill/>
            </a:ln>
            <a:effectLst/>
          </p:spPr>
          <p:style>
            <a:lnRef idx="1">
              <a:schemeClr val="accent1"/>
            </a:lnRef>
            <a:fillRef idx="3">
              <a:schemeClr val="accent1"/>
            </a:fillRef>
            <a:effectRef idx="2">
              <a:schemeClr val="accent1"/>
            </a:effectRef>
            <a:fontRef idx="minor">
              <a:schemeClr val="lt1"/>
            </a:fontRef>
          </p:style>
          <p:txBody>
            <a:bodyPr/>
            <a:lstStyle/>
            <a:p>
              <a:endParaRPr lang="en-US"/>
            </a:p>
          </p:txBody>
        </p:sp>
      </p:grpSp>
      <p:sp>
        <p:nvSpPr>
          <p:cNvPr id="22" name="Rectangle 21">
            <a:extLst>
              <a:ext uri="{FF2B5EF4-FFF2-40B4-BE49-F238E27FC236}">
                <a16:creationId xmlns:a16="http://schemas.microsoft.com/office/drawing/2014/main" id="{BD11ECC6-8551-4768-8DFD-CD41AF420A37}"/>
              </a:ext>
              <a:ext uri="{C183D7F6-B498-43B3-948B-1728B52AA6E4}">
                <adec:decorative xmlns:adec="http://schemas.microsoft.com/office/drawing/2017/decorative" val="1"/>
              </a:ext>
            </a:extLst>
          </p:cNvPr>
          <p:cNvSpPr>
            <a:spLocks noGrp="1" noRot="1" noChangeAspect="1" noMove="1" noResize="1" noEditPoints="1" noAdjustHandles="1" noChangeArrowheads="1" noChangeShapeType="1" noTextEdit="1"/>
          </p:cNvSpPr>
          <p:nvPr>
            <p:extLst>
              <p:ext uri="{386F3935-93C4-4BCD-93E2-E3B085C9AB24}">
                <p16:designElem xmlns:p16="http://schemas.microsoft.com/office/powerpoint/2015/main" val="1"/>
              </p:ext>
            </p:extLst>
          </p:nvPr>
        </p:nvSpPr>
        <p:spPr>
          <a:xfrm>
            <a:off x="0" y="4572001"/>
            <a:ext cx="9144000" cy="2285999"/>
          </a:xfrm>
          <a:prstGeom prst="rect">
            <a:avLst/>
          </a:prstGeom>
          <a:solidFill>
            <a:schemeClr val="tx1">
              <a:lumMod val="75000"/>
              <a:lumOff val="25000"/>
            </a:schemeClr>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solidFill>
                <a:schemeClr val="bg1"/>
              </a:solidFill>
            </a:endParaRPr>
          </a:p>
        </p:txBody>
      </p:sp>
      <p:grpSp>
        <p:nvGrpSpPr>
          <p:cNvPr id="24" name="Group 23">
            <a:extLst>
              <a:ext uri="{FF2B5EF4-FFF2-40B4-BE49-F238E27FC236}">
                <a16:creationId xmlns:a16="http://schemas.microsoft.com/office/drawing/2014/main" id="{93657592-CA60-4F45-B1A0-88AA77242087}"/>
              </a:ext>
              <a:ext uri="{C183D7F6-B498-43B3-948B-1728B52AA6E4}">
                <adec:decorative xmlns:adec="http://schemas.microsoft.com/office/drawing/2017/decorative" val="1"/>
              </a:ext>
            </a:extLst>
          </p:cNvPr>
          <p:cNvGrpSpPr>
            <a:grpSpLocks noGrp="1" noUngrp="1" noRot="1" noChangeAspect="1" noMove="1" noResize="1"/>
          </p:cNvGrpSpPr>
          <p:nvPr>
            <p:extLst>
              <p:ext uri="{386F3935-93C4-4BCD-93E2-E3B085C9AB24}">
                <p16:designElem xmlns:p16="http://schemas.microsoft.com/office/powerpoint/2015/main" val="1"/>
              </p:ext>
            </p:extLst>
          </p:nvPr>
        </p:nvGrpSpPr>
        <p:grpSpPr>
          <a:xfrm>
            <a:off x="5568955" y="-8467"/>
            <a:ext cx="3575053" cy="6866467"/>
            <a:chOff x="7425267" y="-8467"/>
            <a:chExt cx="4766733" cy="6866467"/>
          </a:xfrm>
        </p:grpSpPr>
        <p:cxnSp>
          <p:nvCxnSpPr>
            <p:cNvPr id="25" name="Straight Connector 24">
              <a:extLst>
                <a:ext uri="{FF2B5EF4-FFF2-40B4-BE49-F238E27FC236}">
                  <a16:creationId xmlns:a16="http://schemas.microsoft.com/office/drawing/2014/main" id="{6F47E2B4-7DA9-4312-A1F0-C48388B236A6}"/>
                </a:ext>
                <a:ext uri="{C183D7F6-B498-43B3-948B-1728B52AA6E4}">
                  <adec:decorative xmlns:adec="http://schemas.microsoft.com/office/drawing/2017/decorative" val="1"/>
                </a:ext>
              </a:extLst>
            </p:cNvPr>
            <p:cNvCxnSpPr>
              <a:cxnSpLocks/>
            </p:cNvCxnSpPr>
            <p:nvPr>
              <p:extLst>
                <p:ext uri="{386F3935-93C4-4BCD-93E2-E3B085C9AB24}">
                  <p16:designElem xmlns:p16="http://schemas.microsoft.com/office/powerpoint/2015/main" val="1"/>
                </p:ext>
              </p:extLst>
            </p:nvPr>
          </p:nvCxnSpPr>
          <p:spPr>
            <a:xfrm>
              <a:off x="10196547" y="4572001"/>
              <a:ext cx="393665" cy="2285999"/>
            </a:xfrm>
            <a:prstGeom prst="line">
              <a:avLst/>
            </a:prstGeom>
            <a:ln w="9525">
              <a:solidFill>
                <a:srgbClr val="BFBFBF">
                  <a:alpha val="70000"/>
                </a:srgbClr>
              </a:solidFill>
            </a:ln>
          </p:spPr>
          <p:style>
            <a:lnRef idx="2">
              <a:schemeClr val="accent1"/>
            </a:lnRef>
            <a:fillRef idx="0">
              <a:schemeClr val="accent1"/>
            </a:fillRef>
            <a:effectRef idx="1">
              <a:schemeClr val="accent1"/>
            </a:effectRef>
            <a:fontRef idx="minor">
              <a:schemeClr val="tx1"/>
            </a:fontRef>
          </p:style>
        </p:cxnSp>
        <p:cxnSp>
          <p:nvCxnSpPr>
            <p:cNvPr id="26" name="Straight Connector 25">
              <a:extLst>
                <a:ext uri="{FF2B5EF4-FFF2-40B4-BE49-F238E27FC236}">
                  <a16:creationId xmlns:a16="http://schemas.microsoft.com/office/drawing/2014/main" id="{35B274F7-039F-4BFC-AA98-B51B1D6CB692}"/>
                </a:ext>
                <a:ext uri="{C183D7F6-B498-43B3-948B-1728B52AA6E4}">
                  <adec:decorative xmlns:adec="http://schemas.microsoft.com/office/drawing/2017/decorative" val="1"/>
                </a:ext>
              </a:extLst>
            </p:cNvPr>
            <p:cNvCxnSpPr>
              <a:cxnSpLocks/>
            </p:cNvCxnSpPr>
            <p:nvPr>
              <p:extLst>
                <p:ext uri="{386F3935-93C4-4BCD-93E2-E3B085C9AB24}">
                  <p16:designElem xmlns:p16="http://schemas.microsoft.com/office/powerpoint/2015/main" val="1"/>
                </p:ext>
              </p:extLst>
            </p:nvPr>
          </p:nvCxnSpPr>
          <p:spPr>
            <a:xfrm flipH="1">
              <a:off x="7425267" y="4572001"/>
              <a:ext cx="3383073" cy="2285999"/>
            </a:xfrm>
            <a:prstGeom prst="line">
              <a:avLst/>
            </a:prstGeom>
            <a:ln w="9525">
              <a:solidFill>
                <a:srgbClr val="BFBFBF">
                  <a:alpha val="69804"/>
                </a:srgbClr>
              </a:solidFill>
            </a:ln>
          </p:spPr>
          <p:style>
            <a:lnRef idx="2">
              <a:schemeClr val="accent1"/>
            </a:lnRef>
            <a:fillRef idx="0">
              <a:schemeClr val="accent1"/>
            </a:fillRef>
            <a:effectRef idx="1">
              <a:schemeClr val="accent1"/>
            </a:effectRef>
            <a:fontRef idx="minor">
              <a:schemeClr val="tx1"/>
            </a:fontRef>
          </p:style>
        </p:cxnSp>
        <p:sp>
          <p:nvSpPr>
            <p:cNvPr id="27" name="Rectangle 23">
              <a:extLst>
                <a:ext uri="{FF2B5EF4-FFF2-40B4-BE49-F238E27FC236}">
                  <a16:creationId xmlns:a16="http://schemas.microsoft.com/office/drawing/2014/main" id="{11A31103-C703-46C9-9D26-497A1ACD50AF}"/>
                </a:ext>
                <a:ext uri="{C183D7F6-B498-43B3-948B-1728B52AA6E4}">
                  <adec:decorative xmlns:adec="http://schemas.microsoft.com/office/drawing/2017/decorative" val="1"/>
                </a:ext>
              </a:extLst>
            </p:cNvPr>
            <p:cNvSpPr/>
            <p:nvPr>
              <p:extLst>
                <p:ext uri="{386F3935-93C4-4BCD-93E2-E3B085C9AB24}">
                  <p16:designElem xmlns:p16="http://schemas.microsoft.com/office/powerpoint/2015/main" val="1"/>
                </p:ext>
              </p:extLst>
            </p:nvPr>
          </p:nvSpPr>
          <p:spPr>
            <a:xfrm>
              <a:off x="9181476" y="-8467"/>
              <a:ext cx="3007349" cy="6866467"/>
            </a:xfrm>
            <a:custGeom>
              <a:avLst/>
              <a:gdLst/>
              <a:ahLst/>
              <a:cxnLst/>
              <a:rect l="l" t="t" r="r" b="b"/>
              <a:pathLst>
                <a:path w="3007349" h="6866467">
                  <a:moveTo>
                    <a:pt x="2045532" y="0"/>
                  </a:moveTo>
                  <a:lnTo>
                    <a:pt x="3007349" y="0"/>
                  </a:lnTo>
                  <a:lnTo>
                    <a:pt x="3007349" y="6866467"/>
                  </a:lnTo>
                  <a:lnTo>
                    <a:pt x="0" y="6866467"/>
                  </a:lnTo>
                  <a:lnTo>
                    <a:pt x="2045532" y="0"/>
                  </a:lnTo>
                  <a:close/>
                </a:path>
              </a:pathLst>
            </a:custGeom>
            <a:solidFill>
              <a:schemeClr val="accent1">
                <a:alpha val="30000"/>
              </a:schemeClr>
            </a:solidFill>
            <a:ln>
              <a:noFill/>
            </a:ln>
            <a:effectLst/>
          </p:spPr>
          <p:style>
            <a:lnRef idx="1">
              <a:schemeClr val="accent1"/>
            </a:lnRef>
            <a:fillRef idx="3">
              <a:schemeClr val="accent1"/>
            </a:fillRef>
            <a:effectRef idx="2">
              <a:schemeClr val="accent1"/>
            </a:effectRef>
            <a:fontRef idx="minor">
              <a:schemeClr val="lt1"/>
            </a:fontRef>
          </p:style>
          <p:txBody>
            <a:bodyPr/>
            <a:lstStyle/>
            <a:p>
              <a:endParaRPr lang="en-US"/>
            </a:p>
          </p:txBody>
        </p:sp>
        <p:sp>
          <p:nvSpPr>
            <p:cNvPr id="28" name="Rectangle 25">
              <a:extLst>
                <a:ext uri="{FF2B5EF4-FFF2-40B4-BE49-F238E27FC236}">
                  <a16:creationId xmlns:a16="http://schemas.microsoft.com/office/drawing/2014/main" id="{382F955F-FC22-44B8-BDCF-B77580323B70}"/>
                </a:ext>
                <a:ext uri="{C183D7F6-B498-43B3-948B-1728B52AA6E4}">
                  <adec:decorative xmlns:adec="http://schemas.microsoft.com/office/drawing/2017/decorative" val="1"/>
                </a:ext>
              </a:extLst>
            </p:cNvPr>
            <p:cNvSpPr/>
            <p:nvPr>
              <p:extLst>
                <p:ext uri="{386F3935-93C4-4BCD-93E2-E3B085C9AB24}">
                  <p16:designElem xmlns:p16="http://schemas.microsoft.com/office/powerpoint/2015/main" val="1"/>
                </p:ext>
              </p:extLst>
            </p:nvPr>
          </p:nvSpPr>
          <p:spPr>
            <a:xfrm>
              <a:off x="9603442" y="-8467"/>
              <a:ext cx="2588558" cy="6866467"/>
            </a:xfrm>
            <a:custGeom>
              <a:avLst/>
              <a:gdLst/>
              <a:ahLst/>
              <a:cxnLst/>
              <a:rect l="l" t="t" r="r" b="b"/>
              <a:pathLst>
                <a:path w="2573311" h="6866467">
                  <a:moveTo>
                    <a:pt x="0" y="0"/>
                  </a:moveTo>
                  <a:lnTo>
                    <a:pt x="2573311" y="0"/>
                  </a:lnTo>
                  <a:lnTo>
                    <a:pt x="2573311" y="6866467"/>
                  </a:lnTo>
                  <a:lnTo>
                    <a:pt x="1202336" y="6866467"/>
                  </a:lnTo>
                  <a:lnTo>
                    <a:pt x="0" y="0"/>
                  </a:lnTo>
                  <a:close/>
                </a:path>
              </a:pathLst>
            </a:custGeom>
            <a:solidFill>
              <a:schemeClr val="accent1">
                <a:alpha val="20000"/>
              </a:schemeClr>
            </a:solidFill>
            <a:ln>
              <a:noFill/>
            </a:ln>
            <a:effectLst/>
          </p:spPr>
          <p:style>
            <a:lnRef idx="1">
              <a:schemeClr val="accent1"/>
            </a:lnRef>
            <a:fillRef idx="3">
              <a:schemeClr val="accent1"/>
            </a:fillRef>
            <a:effectRef idx="2">
              <a:schemeClr val="accent1"/>
            </a:effectRef>
            <a:fontRef idx="minor">
              <a:schemeClr val="lt1"/>
            </a:fontRef>
          </p:style>
          <p:txBody>
            <a:bodyPr/>
            <a:lstStyle/>
            <a:p>
              <a:endParaRPr lang="en-US"/>
            </a:p>
          </p:txBody>
        </p:sp>
        <p:sp>
          <p:nvSpPr>
            <p:cNvPr id="29" name="Isosceles Triangle 28">
              <a:extLst>
                <a:ext uri="{FF2B5EF4-FFF2-40B4-BE49-F238E27FC236}">
                  <a16:creationId xmlns:a16="http://schemas.microsoft.com/office/drawing/2014/main" id="{1F567692-F087-479A-8931-BD2869C3E4E6}"/>
                </a:ext>
                <a:ext uri="{C183D7F6-B498-43B3-948B-1728B52AA6E4}">
                  <adec:decorative xmlns:adec="http://schemas.microsoft.com/office/drawing/2017/decorative" val="1"/>
                </a:ext>
              </a:extLst>
            </p:cNvPr>
            <p:cNvSpPr/>
            <p:nvPr>
              <p:extLst>
                <p:ext uri="{386F3935-93C4-4BCD-93E2-E3B085C9AB24}">
                  <p16:designElem xmlns:p16="http://schemas.microsoft.com/office/powerpoint/2015/main" val="1"/>
                </p:ext>
              </p:extLst>
            </p:nvPr>
          </p:nvSpPr>
          <p:spPr>
            <a:xfrm>
              <a:off x="8932333" y="3048000"/>
              <a:ext cx="3259667" cy="3810000"/>
            </a:xfrm>
            <a:prstGeom prst="triangle">
              <a:avLst>
                <a:gd name="adj" fmla="val 100000"/>
              </a:avLst>
            </a:prstGeom>
            <a:solidFill>
              <a:schemeClr val="accent2">
                <a:alpha val="72000"/>
              </a:schemeClr>
            </a:solidFill>
            <a:ln>
              <a:noFill/>
            </a:ln>
            <a:effectLst/>
          </p:spPr>
          <p:style>
            <a:lnRef idx="1">
              <a:schemeClr val="accent1"/>
            </a:lnRef>
            <a:fillRef idx="3">
              <a:schemeClr val="accent1"/>
            </a:fillRef>
            <a:effectRef idx="2">
              <a:schemeClr val="accent1"/>
            </a:effectRef>
            <a:fontRef idx="minor">
              <a:schemeClr val="lt1"/>
            </a:fontRef>
          </p:style>
          <p:txBody>
            <a:bodyPr/>
            <a:lstStyle/>
            <a:p>
              <a:endParaRPr lang="en-US"/>
            </a:p>
          </p:txBody>
        </p:sp>
        <p:sp>
          <p:nvSpPr>
            <p:cNvPr id="30" name="Rectangle 27">
              <a:extLst>
                <a:ext uri="{FF2B5EF4-FFF2-40B4-BE49-F238E27FC236}">
                  <a16:creationId xmlns:a16="http://schemas.microsoft.com/office/drawing/2014/main" id="{49B3E4CD-0738-4B9D-A14F-1E8694DDF895}"/>
                </a:ext>
                <a:ext uri="{C183D7F6-B498-43B3-948B-1728B52AA6E4}">
                  <adec:decorative xmlns:adec="http://schemas.microsoft.com/office/drawing/2017/decorative" val="1"/>
                </a:ext>
              </a:extLst>
            </p:cNvPr>
            <p:cNvSpPr/>
            <p:nvPr>
              <p:extLst>
                <p:ext uri="{386F3935-93C4-4BCD-93E2-E3B085C9AB24}">
                  <p16:designElem xmlns:p16="http://schemas.microsoft.com/office/powerpoint/2015/main" val="1"/>
                </p:ext>
              </p:extLst>
            </p:nvPr>
          </p:nvSpPr>
          <p:spPr>
            <a:xfrm>
              <a:off x="9334500" y="-8467"/>
              <a:ext cx="2854326" cy="6866467"/>
            </a:xfrm>
            <a:custGeom>
              <a:avLst/>
              <a:gdLst/>
              <a:ahLst/>
              <a:cxnLst/>
              <a:rect l="l" t="t" r="r" b="b"/>
              <a:pathLst>
                <a:path w="2858013" h="6866467">
                  <a:moveTo>
                    <a:pt x="0" y="0"/>
                  </a:moveTo>
                  <a:lnTo>
                    <a:pt x="2858013" y="0"/>
                  </a:lnTo>
                  <a:lnTo>
                    <a:pt x="2858013" y="6866467"/>
                  </a:lnTo>
                  <a:lnTo>
                    <a:pt x="2473942" y="6866467"/>
                  </a:lnTo>
                  <a:lnTo>
                    <a:pt x="0" y="0"/>
                  </a:lnTo>
                  <a:close/>
                </a:path>
              </a:pathLst>
            </a:custGeom>
            <a:solidFill>
              <a:schemeClr val="accent2">
                <a:lumMod val="75000"/>
                <a:alpha val="70000"/>
              </a:schemeClr>
            </a:solidFill>
            <a:ln>
              <a:noFill/>
            </a:ln>
            <a:effectLst/>
          </p:spPr>
          <p:style>
            <a:lnRef idx="1">
              <a:schemeClr val="accent1"/>
            </a:lnRef>
            <a:fillRef idx="3">
              <a:schemeClr val="accent1"/>
            </a:fillRef>
            <a:effectRef idx="2">
              <a:schemeClr val="accent1"/>
            </a:effectRef>
            <a:fontRef idx="minor">
              <a:schemeClr val="lt1"/>
            </a:fontRef>
          </p:style>
          <p:txBody>
            <a:bodyPr/>
            <a:lstStyle/>
            <a:p>
              <a:endParaRPr lang="en-US"/>
            </a:p>
          </p:txBody>
        </p:sp>
        <p:sp>
          <p:nvSpPr>
            <p:cNvPr id="31" name="Rectangle 28">
              <a:extLst>
                <a:ext uri="{FF2B5EF4-FFF2-40B4-BE49-F238E27FC236}">
                  <a16:creationId xmlns:a16="http://schemas.microsoft.com/office/drawing/2014/main" id="{4753B851-AD90-4CCD-85D0-65AA6567DF31}"/>
                </a:ext>
                <a:ext uri="{C183D7F6-B498-43B3-948B-1728B52AA6E4}">
                  <adec:decorative xmlns:adec="http://schemas.microsoft.com/office/drawing/2017/decorative" val="1"/>
                </a:ext>
              </a:extLst>
            </p:cNvPr>
            <p:cNvSpPr/>
            <p:nvPr>
              <p:extLst>
                <p:ext uri="{386F3935-93C4-4BCD-93E2-E3B085C9AB24}">
                  <p16:designElem xmlns:p16="http://schemas.microsoft.com/office/powerpoint/2015/main" val="1"/>
                </p:ext>
              </p:extLst>
            </p:nvPr>
          </p:nvSpPr>
          <p:spPr>
            <a:xfrm>
              <a:off x="10898730" y="-8467"/>
              <a:ext cx="1290094" cy="6866467"/>
            </a:xfrm>
            <a:custGeom>
              <a:avLst/>
              <a:gdLst/>
              <a:ahLst/>
              <a:cxnLst/>
              <a:rect l="l" t="t" r="r" b="b"/>
              <a:pathLst>
                <a:path w="1290094" h="6858000">
                  <a:moveTo>
                    <a:pt x="1019735" y="0"/>
                  </a:moveTo>
                  <a:lnTo>
                    <a:pt x="1290094" y="0"/>
                  </a:lnTo>
                  <a:lnTo>
                    <a:pt x="1290094" y="6858000"/>
                  </a:lnTo>
                  <a:lnTo>
                    <a:pt x="0" y="6858000"/>
                  </a:lnTo>
                  <a:lnTo>
                    <a:pt x="1019735" y="0"/>
                  </a:lnTo>
                  <a:close/>
                </a:path>
              </a:pathLst>
            </a:custGeom>
            <a:solidFill>
              <a:schemeClr val="accent1">
                <a:lumMod val="60000"/>
                <a:lumOff val="40000"/>
                <a:alpha val="70000"/>
              </a:schemeClr>
            </a:solidFill>
            <a:ln>
              <a:noFill/>
            </a:ln>
            <a:effectLst/>
          </p:spPr>
          <p:style>
            <a:lnRef idx="1">
              <a:schemeClr val="accent1"/>
            </a:lnRef>
            <a:fillRef idx="3">
              <a:schemeClr val="accent1"/>
            </a:fillRef>
            <a:effectRef idx="2">
              <a:schemeClr val="accent1"/>
            </a:effectRef>
            <a:fontRef idx="minor">
              <a:schemeClr val="lt1"/>
            </a:fontRef>
          </p:style>
          <p:txBody>
            <a:bodyPr/>
            <a:lstStyle/>
            <a:p>
              <a:endParaRPr lang="en-US"/>
            </a:p>
          </p:txBody>
        </p:sp>
        <p:sp>
          <p:nvSpPr>
            <p:cNvPr id="32" name="Rectangle 29">
              <a:extLst>
                <a:ext uri="{FF2B5EF4-FFF2-40B4-BE49-F238E27FC236}">
                  <a16:creationId xmlns:a16="http://schemas.microsoft.com/office/drawing/2014/main" id="{EBF14868-A190-4E21-9522-8977C474C97E}"/>
                </a:ext>
                <a:ext uri="{C183D7F6-B498-43B3-948B-1728B52AA6E4}">
                  <adec:decorative xmlns:adec="http://schemas.microsoft.com/office/drawing/2017/decorative" val="1"/>
                </a:ext>
              </a:extLst>
            </p:cNvPr>
            <p:cNvSpPr/>
            <p:nvPr>
              <p:extLst>
                <p:ext uri="{386F3935-93C4-4BCD-93E2-E3B085C9AB24}">
                  <p16:designElem xmlns:p16="http://schemas.microsoft.com/office/powerpoint/2015/main" val="1"/>
                </p:ext>
              </p:extLst>
            </p:nvPr>
          </p:nvSpPr>
          <p:spPr>
            <a:xfrm>
              <a:off x="10938999" y="-8467"/>
              <a:ext cx="1249825" cy="6866467"/>
            </a:xfrm>
            <a:custGeom>
              <a:avLst/>
              <a:gdLst/>
              <a:ahLst/>
              <a:cxnLst/>
              <a:rect l="l" t="t" r="r" b="b"/>
              <a:pathLst>
                <a:path w="1249825" h="6858000">
                  <a:moveTo>
                    <a:pt x="0" y="0"/>
                  </a:moveTo>
                  <a:lnTo>
                    <a:pt x="1249825" y="0"/>
                  </a:lnTo>
                  <a:lnTo>
                    <a:pt x="1249825" y="6858000"/>
                  </a:lnTo>
                  <a:lnTo>
                    <a:pt x="1109382" y="6858000"/>
                  </a:lnTo>
                  <a:lnTo>
                    <a:pt x="0" y="0"/>
                  </a:lnTo>
                  <a:close/>
                </a:path>
              </a:pathLst>
            </a:custGeom>
            <a:solidFill>
              <a:schemeClr val="accent1">
                <a:alpha val="65000"/>
              </a:schemeClr>
            </a:solidFill>
            <a:ln>
              <a:noFill/>
            </a:ln>
            <a:effectLst/>
          </p:spPr>
          <p:style>
            <a:lnRef idx="1">
              <a:schemeClr val="accent1"/>
            </a:lnRef>
            <a:fillRef idx="3">
              <a:schemeClr val="accent1"/>
            </a:fillRef>
            <a:effectRef idx="2">
              <a:schemeClr val="accent1"/>
            </a:effectRef>
            <a:fontRef idx="minor">
              <a:schemeClr val="lt1"/>
            </a:fontRef>
          </p:style>
          <p:txBody>
            <a:bodyPr/>
            <a:lstStyle/>
            <a:p>
              <a:endParaRPr lang="en-US"/>
            </a:p>
          </p:txBody>
        </p:sp>
        <p:sp>
          <p:nvSpPr>
            <p:cNvPr id="33" name="Isosceles Triangle 32">
              <a:extLst>
                <a:ext uri="{FF2B5EF4-FFF2-40B4-BE49-F238E27FC236}">
                  <a16:creationId xmlns:a16="http://schemas.microsoft.com/office/drawing/2014/main" id="{BCBB4922-76EE-442B-A649-09873DCE79DA}"/>
                </a:ext>
                <a:ext uri="{C183D7F6-B498-43B3-948B-1728B52AA6E4}">
                  <adec:decorative xmlns:adec="http://schemas.microsoft.com/office/drawing/2017/decorative" val="1"/>
                </a:ext>
              </a:extLst>
            </p:cNvPr>
            <p:cNvSpPr/>
            <p:nvPr>
              <p:extLst>
                <p:ext uri="{386F3935-93C4-4BCD-93E2-E3B085C9AB24}">
                  <p16:designElem xmlns:p16="http://schemas.microsoft.com/office/powerpoint/2015/main" val="1"/>
                </p:ext>
              </p:extLst>
            </p:nvPr>
          </p:nvSpPr>
          <p:spPr>
            <a:xfrm>
              <a:off x="10371666" y="3589867"/>
              <a:ext cx="1817159" cy="3268133"/>
            </a:xfrm>
            <a:prstGeom prst="triangle">
              <a:avLst>
                <a:gd name="adj" fmla="val 100000"/>
              </a:avLst>
            </a:prstGeom>
            <a:solidFill>
              <a:schemeClr val="accent1">
                <a:alpha val="80000"/>
              </a:schemeClr>
            </a:solidFill>
            <a:ln>
              <a:noFill/>
            </a:ln>
            <a:effectLst/>
          </p:spPr>
          <p:style>
            <a:lnRef idx="1">
              <a:schemeClr val="accent1"/>
            </a:lnRef>
            <a:fillRef idx="3">
              <a:schemeClr val="accent1"/>
            </a:fillRef>
            <a:effectRef idx="2">
              <a:schemeClr val="accent1"/>
            </a:effectRef>
            <a:fontRef idx="minor">
              <a:schemeClr val="lt1"/>
            </a:fontRef>
          </p:style>
          <p:txBody>
            <a:bodyPr/>
            <a:lstStyle/>
            <a:p>
              <a:endParaRPr lang="en-US"/>
            </a:p>
          </p:txBody>
        </p:sp>
      </p:grpSp>
      <p:sp useBgFill="1">
        <p:nvSpPr>
          <p:cNvPr id="35" name="Rectangle 34">
            <a:extLst>
              <a:ext uri="{FF2B5EF4-FFF2-40B4-BE49-F238E27FC236}">
                <a16:creationId xmlns:a16="http://schemas.microsoft.com/office/drawing/2014/main" id="{8E2EB503-A017-4457-A105-53638C97DEB8}"/>
              </a:ext>
              <a:ext uri="{C183D7F6-B498-43B3-948B-1728B52AA6E4}">
                <adec:decorative xmlns:adec="http://schemas.microsoft.com/office/drawing/2017/decorative" val="1"/>
              </a:ext>
            </a:extLst>
          </p:cNvPr>
          <p:cNvSpPr>
            <a:spLocks noGrp="1" noRot="1" noChangeAspect="1" noMove="1" noResize="1" noEditPoints="1" noAdjustHandles="1" noChangeArrowheads="1" noChangeShapeType="1" noTextEdit="1"/>
          </p:cNvSpPr>
          <p:nvPr>
            <p:extLst>
              <p:ext uri="{386F3935-93C4-4BCD-93E2-E3B085C9AB24}">
                <p16:designElem xmlns:p16="http://schemas.microsoft.com/office/powerpoint/2015/main" val="1"/>
              </p:ext>
            </p:extLst>
          </p:nvPr>
        </p:nvSpPr>
        <p:spPr>
          <a:xfrm>
            <a:off x="0" y="1"/>
            <a:ext cx="9144000" cy="4572000"/>
          </a:xfrm>
          <a:prstGeom prst="rect">
            <a:avLst/>
          </a:prstGeom>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graphicFrame>
        <p:nvGraphicFramePr>
          <p:cNvPr id="5" name="TextBox 2">
            <a:extLst>
              <a:ext uri="{FF2B5EF4-FFF2-40B4-BE49-F238E27FC236}">
                <a16:creationId xmlns:a16="http://schemas.microsoft.com/office/drawing/2014/main" id="{F0CD2938-BEC9-E1B4-8478-E7F29B099BA6}"/>
              </a:ext>
            </a:extLst>
          </p:cNvPr>
          <p:cNvGraphicFramePr/>
          <p:nvPr>
            <p:extLst>
              <p:ext uri="{D42A27DB-BD31-4B8C-83A1-F6EECF244321}">
                <p14:modId xmlns:p14="http://schemas.microsoft.com/office/powerpoint/2010/main" val="2958306453"/>
              </p:ext>
            </p:extLst>
          </p:nvPr>
        </p:nvGraphicFramePr>
        <p:xfrm>
          <a:off x="482203" y="1292086"/>
          <a:ext cx="8179594" cy="5198165"/>
        </p:xfrm>
        <a:graphic>
          <a:graphicData uri="http://schemas.openxmlformats.org/drawingml/2006/diagram">
            <dgm:relIds xmlns:dgm="http://schemas.openxmlformats.org/drawingml/2006/diagram" xmlns:r="http://schemas.openxmlformats.org/officeDocument/2006/relationships" r:dm="rId2" r:lo="rId3" r:qs="rId4" r:cs="rId5"/>
          </a:graphicData>
        </a:graphic>
      </p:graphicFrame>
      <p:sp>
        <p:nvSpPr>
          <p:cNvPr id="7" name="TextBox 6">
            <a:extLst>
              <a:ext uri="{FF2B5EF4-FFF2-40B4-BE49-F238E27FC236}">
                <a16:creationId xmlns:a16="http://schemas.microsoft.com/office/drawing/2014/main" id="{D02D9EC2-58AD-2A0E-EF8D-8BD7AC8EF9AD}"/>
              </a:ext>
            </a:extLst>
          </p:cNvPr>
          <p:cNvSpPr txBox="1"/>
          <p:nvPr/>
        </p:nvSpPr>
        <p:spPr>
          <a:xfrm>
            <a:off x="408186" y="339562"/>
            <a:ext cx="6069736" cy="584775"/>
          </a:xfrm>
          <a:prstGeom prst="rect">
            <a:avLst/>
          </a:prstGeom>
          <a:noFill/>
        </p:spPr>
        <p:txBody>
          <a:bodyPr wrap="square">
            <a:spAutoFit/>
          </a:bodyPr>
          <a:lstStyle/>
          <a:p>
            <a:pPr>
              <a:defRPr sz="3200" b="1">
                <a:solidFill>
                  <a:srgbClr val="1F4E79"/>
                </a:solidFill>
              </a:defRPr>
            </a:pPr>
            <a:r>
              <a:rPr lang="en-US" dirty="0"/>
              <a:t>Agenda</a:t>
            </a:r>
          </a:p>
        </p:txBody>
      </p:sp>
    </p:spTree>
    <p:extLst>
      <p:ext uri="{BB962C8B-B14F-4D97-AF65-F5344CB8AC3E}">
        <p14:creationId xmlns:p14="http://schemas.microsoft.com/office/powerpoint/2010/main" val="3882671747"/>
      </p:ext>
    </p:extLst>
  </p:cSld>
  <p:clrMapOvr>
    <a:masterClrMapping/>
  </p:clrMapOvr>
</p:sld>
</file>

<file path=ppt/slides/slide3.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extBox 1"/>
          <p:cNvSpPr txBox="1"/>
          <p:nvPr/>
        </p:nvSpPr>
        <p:spPr>
          <a:xfrm>
            <a:off x="457200" y="457200"/>
            <a:ext cx="4740400" cy="584775"/>
          </a:xfrm>
          <a:prstGeom prst="rect">
            <a:avLst/>
          </a:prstGeom>
          <a:noFill/>
        </p:spPr>
        <p:txBody>
          <a:bodyPr wrap="none">
            <a:spAutoFit/>
          </a:bodyPr>
          <a:lstStyle/>
          <a:p>
            <a:pPr>
              <a:defRPr sz="3200" b="1">
                <a:solidFill>
                  <a:srgbClr val="1F4E79"/>
                </a:solidFill>
              </a:defRPr>
            </a:pPr>
            <a:r>
              <a:rPr lang="en-US" dirty="0"/>
              <a:t>AI-Powered Capabilities</a:t>
            </a:r>
            <a:endParaRPr dirty="0"/>
          </a:p>
        </p:txBody>
      </p:sp>
      <p:sp>
        <p:nvSpPr>
          <p:cNvPr id="4" name="TextBox 3">
            <a:extLst>
              <a:ext uri="{FF2B5EF4-FFF2-40B4-BE49-F238E27FC236}">
                <a16:creationId xmlns:a16="http://schemas.microsoft.com/office/drawing/2014/main" id="{9AAA09B0-EE5B-1963-5CAD-908CE2453A3C}"/>
              </a:ext>
            </a:extLst>
          </p:cNvPr>
          <p:cNvSpPr txBox="1"/>
          <p:nvPr/>
        </p:nvSpPr>
        <p:spPr>
          <a:xfrm>
            <a:off x="586408" y="1041975"/>
            <a:ext cx="7275444" cy="3708708"/>
          </a:xfrm>
          <a:prstGeom prst="rect">
            <a:avLst/>
          </a:prstGeom>
          <a:noFill/>
        </p:spPr>
        <p:txBody>
          <a:bodyPr wrap="square">
            <a:spAutoFit/>
          </a:bodyPr>
          <a:lstStyle/>
          <a:p>
            <a:pPr>
              <a:spcBef>
                <a:spcPts val="1000"/>
              </a:spcBef>
              <a:defRPr sz="1600">
                <a:solidFill>
                  <a:srgbClr val="333333"/>
                </a:solidFill>
              </a:defRPr>
            </a:pPr>
            <a:endParaRPr dirty="0"/>
          </a:p>
          <a:p>
            <a:pPr>
              <a:spcBef>
                <a:spcPts val="1000"/>
              </a:spcBef>
              <a:defRPr sz="1600">
                <a:solidFill>
                  <a:srgbClr val="333333"/>
                </a:solidFill>
              </a:defRPr>
            </a:pPr>
            <a:r>
              <a:rPr dirty="0"/>
              <a:t>✅ Extract repository pattern from</a:t>
            </a:r>
            <a:r>
              <a:rPr lang="en-US" dirty="0"/>
              <a:t> </a:t>
            </a:r>
            <a:r>
              <a:rPr dirty="0"/>
              <a:t>messy global state automatically</a:t>
            </a:r>
          </a:p>
          <a:p>
            <a:pPr>
              <a:spcBef>
                <a:spcPts val="1000"/>
              </a:spcBef>
              <a:defRPr sz="1600">
                <a:solidFill>
                  <a:srgbClr val="333333"/>
                </a:solidFill>
              </a:defRPr>
            </a:pPr>
            <a:endParaRPr dirty="0"/>
          </a:p>
          <a:p>
            <a:pPr>
              <a:spcBef>
                <a:spcPts val="1000"/>
              </a:spcBef>
              <a:defRPr sz="1600">
                <a:solidFill>
                  <a:srgbClr val="333333"/>
                </a:solidFill>
              </a:defRPr>
            </a:pPr>
            <a:r>
              <a:rPr dirty="0"/>
              <a:t>✅ Generate 500+ lines of mock code</a:t>
            </a:r>
            <a:r>
              <a:rPr lang="en-US" dirty="0"/>
              <a:t> </a:t>
            </a:r>
            <a:r>
              <a:rPr dirty="0"/>
              <a:t>with </a:t>
            </a:r>
            <a:r>
              <a:rPr dirty="0" err="1"/>
              <a:t>gomock</a:t>
            </a:r>
            <a:r>
              <a:rPr dirty="0"/>
              <a:t> in seconds</a:t>
            </a:r>
          </a:p>
          <a:p>
            <a:pPr>
              <a:spcBef>
                <a:spcPts val="1000"/>
              </a:spcBef>
              <a:defRPr sz="1600">
                <a:solidFill>
                  <a:srgbClr val="333333"/>
                </a:solidFill>
              </a:defRPr>
            </a:pPr>
            <a:endParaRPr dirty="0"/>
          </a:p>
          <a:p>
            <a:pPr>
              <a:spcBef>
                <a:spcPts val="1000"/>
              </a:spcBef>
              <a:defRPr sz="1600">
                <a:solidFill>
                  <a:srgbClr val="333333"/>
                </a:solidFill>
              </a:defRPr>
            </a:pPr>
            <a:r>
              <a:rPr dirty="0"/>
              <a:t>✅ Create test data factories with</a:t>
            </a:r>
            <a:r>
              <a:rPr lang="en-US" dirty="0"/>
              <a:t> </a:t>
            </a:r>
            <a:r>
              <a:rPr dirty="0"/>
              <a:t>builder pattern instantly</a:t>
            </a:r>
          </a:p>
          <a:p>
            <a:pPr>
              <a:spcBef>
                <a:spcPts val="1000"/>
              </a:spcBef>
              <a:defRPr sz="1600">
                <a:solidFill>
                  <a:srgbClr val="333333"/>
                </a:solidFill>
              </a:defRPr>
            </a:pPr>
            <a:endParaRPr dirty="0"/>
          </a:p>
          <a:p>
            <a:pPr>
              <a:spcBef>
                <a:spcPts val="1000"/>
              </a:spcBef>
              <a:defRPr sz="1600">
                <a:solidFill>
                  <a:srgbClr val="333333"/>
                </a:solidFill>
              </a:defRPr>
            </a:pPr>
            <a:r>
              <a:rPr dirty="0"/>
              <a:t>✅ Write comprehensive integration</a:t>
            </a:r>
            <a:r>
              <a:rPr lang="en-US" dirty="0"/>
              <a:t> </a:t>
            </a:r>
            <a:r>
              <a:rPr dirty="0"/>
              <a:t>tests covering all scenarios</a:t>
            </a:r>
          </a:p>
          <a:p>
            <a:pPr>
              <a:spcBef>
                <a:spcPts val="1000"/>
              </a:spcBef>
              <a:defRPr sz="1600">
                <a:solidFill>
                  <a:srgbClr val="333333"/>
                </a:solidFill>
              </a:defRPr>
            </a:pPr>
            <a:endParaRPr dirty="0"/>
          </a:p>
          <a:p>
            <a:pPr>
              <a:spcBef>
                <a:spcPts val="1000"/>
              </a:spcBef>
              <a:defRPr sz="1600">
                <a:solidFill>
                  <a:srgbClr val="333333"/>
                </a:solidFill>
              </a:defRPr>
            </a:pPr>
            <a:r>
              <a:rPr dirty="0"/>
              <a:t>✅ Maintain 100% API compatibility</a:t>
            </a:r>
            <a:r>
              <a:rPr lang="en-US" dirty="0"/>
              <a:t> </a:t>
            </a:r>
            <a:r>
              <a:rPr dirty="0"/>
              <a:t>during refactoring</a:t>
            </a:r>
          </a:p>
        </p:txBody>
      </p:sp>
    </p:spTree>
  </p:cSld>
  <p:clrMapOvr>
    <a:masterClrMapping/>
  </p:clrMapOvr>
</p:sld>
</file>

<file path=ppt/slides/slide4.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extBox 1"/>
          <p:cNvSpPr txBox="1"/>
          <p:nvPr/>
        </p:nvSpPr>
        <p:spPr>
          <a:xfrm>
            <a:off x="457200" y="457200"/>
            <a:ext cx="8229600" cy="731520"/>
          </a:xfrm>
          <a:prstGeom prst="rect">
            <a:avLst/>
          </a:prstGeom>
          <a:noFill/>
        </p:spPr>
        <p:txBody>
          <a:bodyPr wrap="none">
            <a:spAutoFit/>
          </a:bodyPr>
          <a:lstStyle/>
          <a:p>
            <a:pPr>
              <a:defRPr sz="3200" b="1">
                <a:solidFill>
                  <a:srgbClr val="1F4E79"/>
                </a:solidFill>
              </a:defRPr>
            </a:pPr>
            <a:r>
              <a:t>Session 2 Demo Topics</a:t>
            </a:r>
          </a:p>
        </p:txBody>
      </p:sp>
      <p:sp>
        <p:nvSpPr>
          <p:cNvPr id="3" name="TextBox 2"/>
          <p:cNvSpPr txBox="1"/>
          <p:nvPr/>
        </p:nvSpPr>
        <p:spPr>
          <a:xfrm>
            <a:off x="685800" y="934279"/>
            <a:ext cx="7772400" cy="5539978"/>
          </a:xfrm>
          <a:prstGeom prst="rect">
            <a:avLst/>
          </a:prstGeom>
          <a:noFill/>
        </p:spPr>
        <p:txBody>
          <a:bodyPr wrap="square">
            <a:spAutoFit/>
          </a:bodyPr>
          <a:lstStyle/>
          <a:p>
            <a:endParaRPr dirty="0"/>
          </a:p>
          <a:p>
            <a:pPr>
              <a:spcBef>
                <a:spcPts val="1200"/>
              </a:spcBef>
              <a:defRPr sz="1800">
                <a:solidFill>
                  <a:srgbClr val="333333"/>
                </a:solidFill>
              </a:defRPr>
            </a:pPr>
            <a:r>
              <a:rPr dirty="0"/>
              <a:t>1: Repository Refactoring Agent </a:t>
            </a:r>
            <a:endParaRPr lang="en-US" dirty="0"/>
          </a:p>
          <a:p>
            <a:pPr>
              <a:spcBef>
                <a:spcPts val="1200"/>
              </a:spcBef>
              <a:defRPr sz="1800">
                <a:solidFill>
                  <a:srgbClr val="333333"/>
                </a:solidFill>
              </a:defRPr>
            </a:pPr>
            <a:r>
              <a:rPr lang="en-US" dirty="0"/>
              <a:t>   </a:t>
            </a:r>
            <a:r>
              <a:rPr dirty="0"/>
              <a:t>• Extract repository pattern from messy handlers</a:t>
            </a:r>
          </a:p>
          <a:p>
            <a:pPr>
              <a:spcBef>
                <a:spcPts val="1200"/>
              </a:spcBef>
              <a:defRPr sz="1800">
                <a:solidFill>
                  <a:srgbClr val="333333"/>
                </a:solidFill>
              </a:defRPr>
            </a:pPr>
            <a:r>
              <a:rPr dirty="0"/>
              <a:t>   • Remove global state and inject dependencies</a:t>
            </a:r>
          </a:p>
          <a:p>
            <a:pPr>
              <a:spcBef>
                <a:spcPts val="1200"/>
              </a:spcBef>
              <a:defRPr sz="1800">
                <a:solidFill>
                  <a:srgbClr val="333333"/>
                </a:solidFill>
              </a:defRPr>
            </a:pPr>
            <a:r>
              <a:rPr dirty="0"/>
              <a:t>   • Surgical multi-file transformation</a:t>
            </a:r>
          </a:p>
          <a:p>
            <a:pPr>
              <a:spcBef>
                <a:spcPts val="1200"/>
              </a:spcBef>
              <a:defRPr sz="1800">
                <a:solidFill>
                  <a:srgbClr val="333333"/>
                </a:solidFill>
              </a:defRPr>
            </a:pPr>
            <a:r>
              <a:rPr dirty="0"/>
              <a:t>2: Mock + Factory Generation Agent </a:t>
            </a:r>
            <a:endParaRPr lang="en-US" dirty="0"/>
          </a:p>
          <a:p>
            <a:pPr>
              <a:spcBef>
                <a:spcPts val="1200"/>
              </a:spcBef>
              <a:defRPr sz="1800">
                <a:solidFill>
                  <a:srgbClr val="333333"/>
                </a:solidFill>
              </a:defRPr>
            </a:pPr>
            <a:r>
              <a:rPr lang="en-US" dirty="0"/>
              <a:t>   </a:t>
            </a:r>
            <a:r>
              <a:rPr dirty="0"/>
              <a:t>• Auto-generate </a:t>
            </a:r>
            <a:r>
              <a:rPr dirty="0" err="1"/>
              <a:t>gomock</a:t>
            </a:r>
            <a:r>
              <a:rPr dirty="0"/>
              <a:t> mocks for repositories</a:t>
            </a:r>
          </a:p>
          <a:p>
            <a:pPr>
              <a:spcBef>
                <a:spcPts val="1200"/>
              </a:spcBef>
              <a:defRPr sz="1800">
                <a:solidFill>
                  <a:srgbClr val="333333"/>
                </a:solidFill>
              </a:defRPr>
            </a:pPr>
            <a:r>
              <a:rPr dirty="0"/>
              <a:t>   • Create test data factories with builder pattern</a:t>
            </a:r>
          </a:p>
          <a:p>
            <a:pPr>
              <a:spcBef>
                <a:spcPts val="1200"/>
              </a:spcBef>
              <a:defRPr sz="1800">
                <a:solidFill>
                  <a:srgbClr val="333333"/>
                </a:solidFill>
              </a:defRPr>
            </a:pPr>
            <a:r>
              <a:rPr dirty="0"/>
              <a:t>   • 500+ lines of test infrastructure in minutes</a:t>
            </a:r>
          </a:p>
          <a:p>
            <a:pPr>
              <a:spcBef>
                <a:spcPts val="1200"/>
              </a:spcBef>
              <a:defRPr sz="1800">
                <a:solidFill>
                  <a:srgbClr val="333333"/>
                </a:solidFill>
              </a:defRPr>
            </a:pPr>
            <a:r>
              <a:rPr dirty="0"/>
              <a:t>3: Integration Test Expansion Agent </a:t>
            </a:r>
            <a:endParaRPr lang="en-US" dirty="0"/>
          </a:p>
          <a:p>
            <a:pPr>
              <a:spcBef>
                <a:spcPts val="1200"/>
              </a:spcBef>
              <a:defRPr sz="1800">
                <a:solidFill>
                  <a:srgbClr val="333333"/>
                </a:solidFill>
              </a:defRPr>
            </a:pPr>
            <a:r>
              <a:rPr lang="en-US" dirty="0"/>
              <a:t>   </a:t>
            </a:r>
            <a:r>
              <a:rPr dirty="0"/>
              <a:t>• Comprehensive CRUD workflow tests</a:t>
            </a:r>
          </a:p>
          <a:p>
            <a:pPr>
              <a:spcBef>
                <a:spcPts val="1200"/>
              </a:spcBef>
              <a:defRPr sz="1800">
                <a:solidFill>
                  <a:srgbClr val="333333"/>
                </a:solidFill>
              </a:defRPr>
            </a:pPr>
            <a:r>
              <a:rPr dirty="0"/>
              <a:t>   • Concurrent testing for thread safety</a:t>
            </a:r>
          </a:p>
          <a:p>
            <a:pPr>
              <a:spcBef>
                <a:spcPts val="1200"/>
              </a:spcBef>
              <a:defRPr sz="1800">
                <a:solidFill>
                  <a:srgbClr val="333333"/>
                </a:solidFill>
              </a:defRPr>
            </a:pPr>
            <a:r>
              <a:rPr dirty="0"/>
              <a:t>   </a:t>
            </a:r>
          </a:p>
        </p:txBody>
      </p:sp>
    </p:spTree>
  </p:cSld>
  <p:clrMapOvr>
    <a:masterClrMapping/>
  </p:clrMapOvr>
</p:sld>
</file>

<file path=ppt/slides/slide5.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extBox 1"/>
          <p:cNvSpPr txBox="1"/>
          <p:nvPr/>
        </p:nvSpPr>
        <p:spPr>
          <a:xfrm>
            <a:off x="457200" y="457200"/>
            <a:ext cx="6283900" cy="584775"/>
          </a:xfrm>
          <a:prstGeom prst="rect">
            <a:avLst/>
          </a:prstGeom>
          <a:noFill/>
        </p:spPr>
        <p:txBody>
          <a:bodyPr wrap="none">
            <a:spAutoFit/>
          </a:bodyPr>
          <a:lstStyle/>
          <a:p>
            <a:pPr>
              <a:defRPr sz="3200" b="1">
                <a:solidFill>
                  <a:srgbClr val="1F4E79"/>
                </a:solidFill>
              </a:defRPr>
            </a:pPr>
            <a:r>
              <a:rPr dirty="0"/>
              <a:t>1: Repository Refactoring Agent</a:t>
            </a:r>
          </a:p>
        </p:txBody>
      </p:sp>
      <p:sp>
        <p:nvSpPr>
          <p:cNvPr id="3" name="TextBox 2"/>
          <p:cNvSpPr txBox="1"/>
          <p:nvPr/>
        </p:nvSpPr>
        <p:spPr>
          <a:xfrm>
            <a:off x="457200" y="914400"/>
            <a:ext cx="4114800" cy="5237331"/>
          </a:xfrm>
          <a:prstGeom prst="rect">
            <a:avLst/>
          </a:prstGeom>
          <a:noFill/>
        </p:spPr>
        <p:txBody>
          <a:bodyPr wrap="square">
            <a:spAutoFit/>
          </a:bodyPr>
          <a:lstStyle/>
          <a:p>
            <a:endParaRPr dirty="0"/>
          </a:p>
          <a:p>
            <a:pPr>
              <a:spcBef>
                <a:spcPts val="1000"/>
              </a:spcBef>
              <a:defRPr sz="1600">
                <a:solidFill>
                  <a:srgbClr val="333333"/>
                </a:solidFill>
              </a:defRPr>
            </a:pPr>
            <a:r>
              <a:rPr dirty="0"/>
              <a:t>❌ BEFORE: Technical Debt</a:t>
            </a:r>
          </a:p>
          <a:p>
            <a:pPr>
              <a:spcBef>
                <a:spcPts val="1000"/>
              </a:spcBef>
              <a:defRPr sz="1600">
                <a:solidFill>
                  <a:srgbClr val="333333"/>
                </a:solidFill>
              </a:defRPr>
            </a:pPr>
            <a:endParaRPr dirty="0"/>
          </a:p>
          <a:p>
            <a:pPr>
              <a:spcBef>
                <a:spcPts val="1000"/>
              </a:spcBef>
              <a:defRPr sz="1600">
                <a:solidFill>
                  <a:srgbClr val="333333"/>
                </a:solidFill>
              </a:defRPr>
            </a:pPr>
            <a:r>
              <a:rPr dirty="0"/>
              <a:t>• Global variables polluting scope:</a:t>
            </a:r>
          </a:p>
          <a:p>
            <a:pPr>
              <a:spcBef>
                <a:spcPts val="1000"/>
              </a:spcBef>
              <a:defRPr sz="1600">
                <a:solidFill>
                  <a:srgbClr val="333333"/>
                </a:solidFill>
              </a:defRPr>
            </a:pPr>
            <a:r>
              <a:rPr dirty="0"/>
              <a:t>  var students = make(map[int]...)</a:t>
            </a:r>
          </a:p>
          <a:p>
            <a:pPr>
              <a:spcBef>
                <a:spcPts val="1000"/>
              </a:spcBef>
              <a:defRPr sz="1600">
                <a:solidFill>
                  <a:srgbClr val="333333"/>
                </a:solidFill>
              </a:defRPr>
            </a:pPr>
            <a:r>
              <a:rPr dirty="0"/>
              <a:t>  var </a:t>
            </a:r>
            <a:r>
              <a:rPr dirty="0" err="1"/>
              <a:t>studentsMu</a:t>
            </a:r>
            <a:r>
              <a:rPr dirty="0"/>
              <a:t> </a:t>
            </a:r>
            <a:r>
              <a:rPr dirty="0" err="1"/>
              <a:t>sync.RWMutex</a:t>
            </a:r>
            <a:endParaRPr dirty="0"/>
          </a:p>
          <a:p>
            <a:pPr>
              <a:spcBef>
                <a:spcPts val="1000"/>
              </a:spcBef>
              <a:defRPr sz="1600">
                <a:solidFill>
                  <a:srgbClr val="333333"/>
                </a:solidFill>
              </a:defRPr>
            </a:pPr>
            <a:r>
              <a:rPr dirty="0"/>
              <a:t>• Mixed responsibilities:</a:t>
            </a:r>
          </a:p>
          <a:p>
            <a:pPr>
              <a:spcBef>
                <a:spcPts val="1000"/>
              </a:spcBef>
              <a:defRPr sz="1600">
                <a:solidFill>
                  <a:srgbClr val="333333"/>
                </a:solidFill>
              </a:defRPr>
            </a:pPr>
            <a:r>
              <a:rPr dirty="0"/>
              <a:t>  HTTP + Database logic together</a:t>
            </a:r>
          </a:p>
          <a:p>
            <a:pPr>
              <a:spcBef>
                <a:spcPts val="1000"/>
              </a:spcBef>
              <a:defRPr sz="1600">
                <a:solidFill>
                  <a:srgbClr val="333333"/>
                </a:solidFill>
              </a:defRPr>
            </a:pPr>
            <a:r>
              <a:rPr dirty="0"/>
              <a:t>• Tight coupling:</a:t>
            </a:r>
          </a:p>
          <a:p>
            <a:pPr>
              <a:spcBef>
                <a:spcPts val="1000"/>
              </a:spcBef>
              <a:defRPr sz="1600">
                <a:solidFill>
                  <a:srgbClr val="333333"/>
                </a:solidFill>
              </a:defRPr>
            </a:pPr>
            <a:r>
              <a:rPr dirty="0"/>
              <a:t>  Can't swap storage</a:t>
            </a:r>
          </a:p>
          <a:p>
            <a:pPr>
              <a:spcBef>
                <a:spcPts val="1000"/>
              </a:spcBef>
              <a:defRPr sz="1600">
                <a:solidFill>
                  <a:srgbClr val="333333"/>
                </a:solidFill>
              </a:defRPr>
            </a:pPr>
            <a:r>
              <a:rPr dirty="0"/>
              <a:t>  Can't test in isolation</a:t>
            </a:r>
          </a:p>
          <a:p>
            <a:pPr>
              <a:spcBef>
                <a:spcPts val="1000"/>
              </a:spcBef>
              <a:defRPr sz="1600">
                <a:solidFill>
                  <a:srgbClr val="333333"/>
                </a:solidFill>
              </a:defRPr>
            </a:pPr>
            <a:r>
              <a:rPr dirty="0"/>
              <a:t>• Impossible to mock</a:t>
            </a:r>
          </a:p>
          <a:p>
            <a:pPr>
              <a:spcBef>
                <a:spcPts val="1000"/>
              </a:spcBef>
              <a:defRPr sz="1600">
                <a:solidFill>
                  <a:srgbClr val="333333"/>
                </a:solidFill>
              </a:defRPr>
            </a:pPr>
            <a:r>
              <a:rPr dirty="0"/>
              <a:t>• Race conditions possible</a:t>
            </a:r>
          </a:p>
          <a:p>
            <a:pPr>
              <a:spcBef>
                <a:spcPts val="1000"/>
              </a:spcBef>
              <a:defRPr sz="1600">
                <a:solidFill>
                  <a:srgbClr val="333333"/>
                </a:solidFill>
              </a:defRPr>
            </a:pPr>
            <a:endParaRPr dirty="0"/>
          </a:p>
        </p:txBody>
      </p:sp>
      <p:sp>
        <p:nvSpPr>
          <p:cNvPr id="4" name="TextBox 3"/>
          <p:cNvSpPr txBox="1"/>
          <p:nvPr/>
        </p:nvSpPr>
        <p:spPr>
          <a:xfrm>
            <a:off x="3929933" y="894522"/>
            <a:ext cx="4114800" cy="5237331"/>
          </a:xfrm>
          <a:prstGeom prst="rect">
            <a:avLst/>
          </a:prstGeom>
          <a:noFill/>
        </p:spPr>
        <p:txBody>
          <a:bodyPr wrap="square">
            <a:spAutoFit/>
          </a:bodyPr>
          <a:lstStyle/>
          <a:p>
            <a:endParaRPr dirty="0"/>
          </a:p>
          <a:p>
            <a:pPr>
              <a:spcBef>
                <a:spcPts val="1000"/>
              </a:spcBef>
              <a:defRPr sz="1600">
                <a:solidFill>
                  <a:srgbClr val="333333"/>
                </a:solidFill>
              </a:defRPr>
            </a:pPr>
            <a:r>
              <a:rPr dirty="0"/>
              <a:t>✅ AFTER: Clean Architecture</a:t>
            </a:r>
          </a:p>
          <a:p>
            <a:pPr>
              <a:spcBef>
                <a:spcPts val="1000"/>
              </a:spcBef>
              <a:defRPr sz="1600">
                <a:solidFill>
                  <a:srgbClr val="333333"/>
                </a:solidFill>
              </a:defRPr>
            </a:pPr>
            <a:endParaRPr dirty="0"/>
          </a:p>
          <a:p>
            <a:pPr>
              <a:spcBef>
                <a:spcPts val="1000"/>
              </a:spcBef>
              <a:defRPr sz="1600">
                <a:solidFill>
                  <a:srgbClr val="333333"/>
                </a:solidFill>
              </a:defRPr>
            </a:pPr>
            <a:r>
              <a:rPr dirty="0"/>
              <a:t>• Repository interfaces:</a:t>
            </a:r>
          </a:p>
          <a:p>
            <a:pPr>
              <a:spcBef>
                <a:spcPts val="1000"/>
              </a:spcBef>
              <a:defRPr sz="1600">
                <a:solidFill>
                  <a:srgbClr val="333333"/>
                </a:solidFill>
              </a:defRPr>
            </a:pPr>
            <a:r>
              <a:rPr dirty="0"/>
              <a:t>  </a:t>
            </a:r>
            <a:r>
              <a:rPr dirty="0" err="1"/>
              <a:t>StudentRepository</a:t>
            </a:r>
            <a:r>
              <a:rPr dirty="0"/>
              <a:t> interface</a:t>
            </a:r>
          </a:p>
          <a:p>
            <a:pPr>
              <a:spcBef>
                <a:spcPts val="1000"/>
              </a:spcBef>
              <a:defRPr sz="1600">
                <a:solidFill>
                  <a:srgbClr val="333333"/>
                </a:solidFill>
              </a:defRPr>
            </a:pPr>
            <a:r>
              <a:rPr dirty="0"/>
              <a:t>  with Create, Get, Update, Delete</a:t>
            </a:r>
          </a:p>
          <a:p>
            <a:pPr>
              <a:spcBef>
                <a:spcPts val="1000"/>
              </a:spcBef>
              <a:defRPr sz="1600">
                <a:solidFill>
                  <a:srgbClr val="333333"/>
                </a:solidFill>
              </a:defRPr>
            </a:pPr>
            <a:r>
              <a:rPr dirty="0"/>
              <a:t>• Dependency injection:</a:t>
            </a:r>
          </a:p>
          <a:p>
            <a:pPr>
              <a:spcBef>
                <a:spcPts val="1000"/>
              </a:spcBef>
              <a:defRPr sz="1600">
                <a:solidFill>
                  <a:srgbClr val="333333"/>
                </a:solidFill>
              </a:defRPr>
            </a:pPr>
            <a:r>
              <a:rPr dirty="0"/>
              <a:t>  type </a:t>
            </a:r>
            <a:r>
              <a:rPr dirty="0" err="1"/>
              <a:t>StudentHandler</a:t>
            </a:r>
            <a:r>
              <a:rPr dirty="0"/>
              <a:t> struct {</a:t>
            </a:r>
          </a:p>
          <a:p>
            <a:pPr>
              <a:spcBef>
                <a:spcPts val="1000"/>
              </a:spcBef>
              <a:defRPr sz="1600">
                <a:solidFill>
                  <a:srgbClr val="333333"/>
                </a:solidFill>
              </a:defRPr>
            </a:pPr>
            <a:r>
              <a:rPr dirty="0"/>
              <a:t>    Repo </a:t>
            </a:r>
            <a:r>
              <a:rPr dirty="0" err="1"/>
              <a:t>repository.StudentRepository</a:t>
            </a:r>
            <a:endParaRPr dirty="0"/>
          </a:p>
          <a:p>
            <a:pPr>
              <a:spcBef>
                <a:spcPts val="1000"/>
              </a:spcBef>
              <a:defRPr sz="1600">
                <a:solidFill>
                  <a:srgbClr val="333333"/>
                </a:solidFill>
              </a:defRPr>
            </a:pPr>
            <a:r>
              <a:rPr dirty="0"/>
              <a:t>  }</a:t>
            </a:r>
          </a:p>
          <a:p>
            <a:pPr>
              <a:spcBef>
                <a:spcPts val="1000"/>
              </a:spcBef>
              <a:defRPr sz="1600">
                <a:solidFill>
                  <a:srgbClr val="333333"/>
                </a:solidFill>
              </a:defRPr>
            </a:pPr>
            <a:r>
              <a:rPr dirty="0"/>
              <a:t>• Encapsulated state:</a:t>
            </a:r>
          </a:p>
          <a:p>
            <a:pPr>
              <a:spcBef>
                <a:spcPts val="1000"/>
              </a:spcBef>
              <a:defRPr sz="1600">
                <a:solidFill>
                  <a:srgbClr val="333333"/>
                </a:solidFill>
              </a:defRPr>
            </a:pPr>
            <a:r>
              <a:rPr dirty="0"/>
              <a:t>  All storage inside repository</a:t>
            </a:r>
          </a:p>
          <a:p>
            <a:pPr>
              <a:spcBef>
                <a:spcPts val="1000"/>
              </a:spcBef>
              <a:defRPr sz="1600">
                <a:solidFill>
                  <a:srgbClr val="333333"/>
                </a:solidFill>
              </a:defRPr>
            </a:pPr>
            <a:r>
              <a:rPr dirty="0"/>
              <a:t>• Thread-safe implementations</a:t>
            </a:r>
          </a:p>
          <a:p>
            <a:pPr>
              <a:spcBef>
                <a:spcPts val="1000"/>
              </a:spcBef>
              <a:defRPr sz="1600">
                <a:solidFill>
                  <a:srgbClr val="333333"/>
                </a:solidFill>
              </a:defRPr>
            </a:pPr>
            <a:endParaRPr dirty="0"/>
          </a:p>
        </p:txBody>
      </p:sp>
    </p:spTree>
  </p:cSld>
  <p:clrMapOvr>
    <a:masterClrMapping/>
  </p:clrMapOvr>
</p:sld>
</file>

<file path=ppt/slides/slide6.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extBox 1"/>
          <p:cNvSpPr txBox="1"/>
          <p:nvPr/>
        </p:nvSpPr>
        <p:spPr>
          <a:xfrm>
            <a:off x="457200" y="457200"/>
            <a:ext cx="7112845" cy="584775"/>
          </a:xfrm>
          <a:prstGeom prst="rect">
            <a:avLst/>
          </a:prstGeom>
          <a:noFill/>
        </p:spPr>
        <p:txBody>
          <a:bodyPr wrap="none">
            <a:spAutoFit/>
          </a:bodyPr>
          <a:lstStyle/>
          <a:p>
            <a:pPr>
              <a:defRPr sz="3200" b="1">
                <a:solidFill>
                  <a:srgbClr val="1F4E79"/>
                </a:solidFill>
              </a:defRPr>
            </a:pPr>
            <a:r>
              <a:rPr dirty="0"/>
              <a:t>2: Mock + Factory Generation Agent</a:t>
            </a:r>
          </a:p>
        </p:txBody>
      </p:sp>
      <p:sp>
        <p:nvSpPr>
          <p:cNvPr id="3" name="TextBox 2"/>
          <p:cNvSpPr txBox="1"/>
          <p:nvPr/>
        </p:nvSpPr>
        <p:spPr>
          <a:xfrm>
            <a:off x="457200" y="1371600"/>
            <a:ext cx="4114800" cy="4457631"/>
          </a:xfrm>
          <a:prstGeom prst="rect">
            <a:avLst/>
          </a:prstGeom>
          <a:noFill/>
        </p:spPr>
        <p:txBody>
          <a:bodyPr wrap="square">
            <a:spAutoFit/>
          </a:bodyPr>
          <a:lstStyle/>
          <a:p>
            <a:pPr>
              <a:spcBef>
                <a:spcPts val="1000"/>
              </a:spcBef>
              <a:defRPr sz="1600">
                <a:solidFill>
                  <a:srgbClr val="333333"/>
                </a:solidFill>
              </a:defRPr>
            </a:pPr>
            <a:r>
              <a:rPr dirty="0"/>
              <a:t>🎭 GOMOCK GENERATION:</a:t>
            </a:r>
          </a:p>
          <a:p>
            <a:pPr>
              <a:spcBef>
                <a:spcPts val="1000"/>
              </a:spcBef>
              <a:defRPr sz="1600">
                <a:solidFill>
                  <a:srgbClr val="333333"/>
                </a:solidFill>
              </a:defRPr>
            </a:pPr>
            <a:endParaRPr dirty="0"/>
          </a:p>
          <a:p>
            <a:pPr>
              <a:spcBef>
                <a:spcPts val="1000"/>
              </a:spcBef>
              <a:defRPr sz="1600">
                <a:solidFill>
                  <a:srgbClr val="333333"/>
                </a:solidFill>
              </a:defRPr>
            </a:pPr>
            <a:r>
              <a:rPr dirty="0"/>
              <a:t>• Auto-generate from interfaces:</a:t>
            </a:r>
          </a:p>
          <a:p>
            <a:pPr>
              <a:spcBef>
                <a:spcPts val="1000"/>
              </a:spcBef>
              <a:defRPr sz="1600">
                <a:solidFill>
                  <a:srgbClr val="333333"/>
                </a:solidFill>
              </a:defRPr>
            </a:pPr>
            <a:r>
              <a:rPr dirty="0"/>
              <a:t>  //</a:t>
            </a:r>
            <a:r>
              <a:rPr dirty="0" err="1"/>
              <a:t>go:generate</a:t>
            </a:r>
            <a:r>
              <a:rPr dirty="0"/>
              <a:t> </a:t>
            </a:r>
            <a:r>
              <a:rPr dirty="0" err="1"/>
              <a:t>mockgen</a:t>
            </a:r>
            <a:r>
              <a:rPr dirty="0"/>
              <a:t>...</a:t>
            </a:r>
          </a:p>
          <a:p>
            <a:pPr>
              <a:spcBef>
                <a:spcPts val="1000"/>
              </a:spcBef>
              <a:defRPr sz="1600">
                <a:solidFill>
                  <a:srgbClr val="333333"/>
                </a:solidFill>
              </a:defRPr>
            </a:pPr>
            <a:r>
              <a:rPr dirty="0"/>
              <a:t>• </a:t>
            </a:r>
            <a:r>
              <a:rPr dirty="0" err="1"/>
              <a:t>MockStudentRepository</a:t>
            </a:r>
            <a:endParaRPr dirty="0"/>
          </a:p>
          <a:p>
            <a:pPr>
              <a:spcBef>
                <a:spcPts val="1000"/>
              </a:spcBef>
              <a:defRPr sz="1600">
                <a:solidFill>
                  <a:srgbClr val="333333"/>
                </a:solidFill>
              </a:defRPr>
            </a:pPr>
            <a:r>
              <a:rPr dirty="0"/>
              <a:t>  with expectation setting</a:t>
            </a:r>
          </a:p>
          <a:p>
            <a:pPr>
              <a:spcBef>
                <a:spcPts val="1000"/>
              </a:spcBef>
              <a:defRPr sz="1600">
                <a:solidFill>
                  <a:srgbClr val="333333"/>
                </a:solidFill>
              </a:defRPr>
            </a:pPr>
            <a:r>
              <a:rPr dirty="0"/>
              <a:t>• </a:t>
            </a:r>
            <a:r>
              <a:rPr dirty="0" err="1"/>
              <a:t>MockGradeRepository</a:t>
            </a:r>
            <a:endParaRPr dirty="0"/>
          </a:p>
          <a:p>
            <a:pPr>
              <a:spcBef>
                <a:spcPts val="1000"/>
              </a:spcBef>
              <a:defRPr sz="1600">
                <a:solidFill>
                  <a:srgbClr val="333333"/>
                </a:solidFill>
              </a:defRPr>
            </a:pPr>
            <a:r>
              <a:rPr dirty="0"/>
              <a:t>  with call verification</a:t>
            </a:r>
          </a:p>
          <a:p>
            <a:pPr>
              <a:spcBef>
                <a:spcPts val="1000"/>
              </a:spcBef>
              <a:defRPr sz="1600">
                <a:solidFill>
                  <a:srgbClr val="333333"/>
                </a:solidFill>
              </a:defRPr>
            </a:pPr>
            <a:r>
              <a:rPr dirty="0"/>
              <a:t>• 500+ lines generated</a:t>
            </a:r>
          </a:p>
          <a:p>
            <a:pPr>
              <a:spcBef>
                <a:spcPts val="1000"/>
              </a:spcBef>
              <a:defRPr sz="1600">
                <a:solidFill>
                  <a:srgbClr val="333333"/>
                </a:solidFill>
              </a:defRPr>
            </a:pPr>
            <a:r>
              <a:rPr dirty="0"/>
              <a:t>  in seconds</a:t>
            </a:r>
          </a:p>
          <a:p>
            <a:pPr>
              <a:spcBef>
                <a:spcPts val="1000"/>
              </a:spcBef>
              <a:defRPr sz="1600">
                <a:solidFill>
                  <a:srgbClr val="333333"/>
                </a:solidFill>
              </a:defRPr>
            </a:pPr>
            <a:r>
              <a:rPr dirty="0"/>
              <a:t>• Full EXPECT() syntax support</a:t>
            </a:r>
          </a:p>
          <a:p>
            <a:pPr>
              <a:spcBef>
                <a:spcPts val="1000"/>
              </a:spcBef>
              <a:defRPr sz="1600">
                <a:solidFill>
                  <a:srgbClr val="333333"/>
                </a:solidFill>
              </a:defRPr>
            </a:pPr>
            <a:endParaRPr dirty="0"/>
          </a:p>
        </p:txBody>
      </p:sp>
      <p:sp>
        <p:nvSpPr>
          <p:cNvPr id="4" name="TextBox 3"/>
          <p:cNvSpPr txBox="1"/>
          <p:nvPr/>
        </p:nvSpPr>
        <p:spPr>
          <a:xfrm>
            <a:off x="3860358" y="1371600"/>
            <a:ext cx="4114800" cy="4832092"/>
          </a:xfrm>
          <a:prstGeom prst="rect">
            <a:avLst/>
          </a:prstGeom>
          <a:noFill/>
        </p:spPr>
        <p:txBody>
          <a:bodyPr wrap="square">
            <a:spAutoFit/>
          </a:bodyPr>
          <a:lstStyle/>
          <a:p>
            <a:pPr>
              <a:spcBef>
                <a:spcPts val="1000"/>
              </a:spcBef>
              <a:defRPr sz="1600">
                <a:solidFill>
                  <a:srgbClr val="333333"/>
                </a:solidFill>
              </a:defRPr>
            </a:pPr>
            <a:r>
              <a:rPr dirty="0"/>
              <a:t>🏭 FACTORY PATTERN:</a:t>
            </a:r>
          </a:p>
          <a:p>
            <a:pPr>
              <a:spcBef>
                <a:spcPts val="1000"/>
              </a:spcBef>
              <a:defRPr sz="1600">
                <a:solidFill>
                  <a:srgbClr val="333333"/>
                </a:solidFill>
              </a:defRPr>
            </a:pPr>
            <a:endParaRPr dirty="0"/>
          </a:p>
          <a:p>
            <a:pPr>
              <a:spcBef>
                <a:spcPts val="1000"/>
              </a:spcBef>
              <a:defRPr sz="1600">
                <a:solidFill>
                  <a:srgbClr val="333333"/>
                </a:solidFill>
              </a:defRPr>
            </a:pPr>
            <a:r>
              <a:rPr dirty="0"/>
              <a:t>• Builder pattern with fluent API:</a:t>
            </a:r>
          </a:p>
          <a:p>
            <a:pPr>
              <a:spcBef>
                <a:spcPts val="1000"/>
              </a:spcBef>
              <a:defRPr sz="1600">
                <a:solidFill>
                  <a:srgbClr val="333333"/>
                </a:solidFill>
              </a:defRPr>
            </a:pPr>
            <a:r>
              <a:rPr dirty="0"/>
              <a:t>  </a:t>
            </a:r>
            <a:r>
              <a:rPr dirty="0" err="1"/>
              <a:t>NewStudentBuilder</a:t>
            </a:r>
            <a:r>
              <a:rPr dirty="0"/>
              <a:t>()</a:t>
            </a:r>
          </a:p>
          <a:p>
            <a:pPr>
              <a:spcBef>
                <a:spcPts val="1000"/>
              </a:spcBef>
              <a:defRPr sz="1600">
                <a:solidFill>
                  <a:srgbClr val="333333"/>
                </a:solidFill>
              </a:defRPr>
            </a:pPr>
            <a:r>
              <a:rPr dirty="0"/>
              <a:t>  .</a:t>
            </a:r>
            <a:r>
              <a:rPr dirty="0" err="1"/>
              <a:t>WithName</a:t>
            </a:r>
            <a:r>
              <a:rPr dirty="0"/>
              <a:t>('Alice')</a:t>
            </a:r>
          </a:p>
          <a:p>
            <a:pPr>
              <a:spcBef>
                <a:spcPts val="1000"/>
              </a:spcBef>
              <a:defRPr sz="1600">
                <a:solidFill>
                  <a:srgbClr val="333333"/>
                </a:solidFill>
              </a:defRPr>
            </a:pPr>
            <a:r>
              <a:rPr dirty="0"/>
              <a:t>  .</a:t>
            </a:r>
            <a:r>
              <a:rPr dirty="0" err="1"/>
              <a:t>WithGrade</a:t>
            </a:r>
            <a:r>
              <a:rPr dirty="0"/>
              <a:t>('A')</a:t>
            </a:r>
          </a:p>
          <a:p>
            <a:pPr>
              <a:spcBef>
                <a:spcPts val="1000"/>
              </a:spcBef>
              <a:defRPr sz="1600">
                <a:solidFill>
                  <a:srgbClr val="333333"/>
                </a:solidFill>
              </a:defRPr>
            </a:pPr>
            <a:r>
              <a:rPr dirty="0"/>
              <a:t>  .Build()</a:t>
            </a:r>
          </a:p>
          <a:p>
            <a:pPr>
              <a:spcBef>
                <a:spcPts val="1000"/>
              </a:spcBef>
              <a:defRPr sz="1600">
                <a:solidFill>
                  <a:srgbClr val="333333"/>
                </a:solidFill>
              </a:defRPr>
            </a:pPr>
            <a:r>
              <a:rPr dirty="0"/>
              <a:t>• Sensible defaults included</a:t>
            </a:r>
          </a:p>
          <a:p>
            <a:pPr>
              <a:spcBef>
                <a:spcPts val="1000"/>
              </a:spcBef>
              <a:defRPr sz="1600">
                <a:solidFill>
                  <a:srgbClr val="333333"/>
                </a:solidFill>
              </a:defRPr>
            </a:pPr>
            <a:r>
              <a:rPr dirty="0"/>
              <a:t>• Preset configurations:</a:t>
            </a:r>
          </a:p>
          <a:p>
            <a:pPr>
              <a:spcBef>
                <a:spcPts val="1000"/>
              </a:spcBef>
              <a:defRPr sz="1600">
                <a:solidFill>
                  <a:srgbClr val="333333"/>
                </a:solidFill>
              </a:defRPr>
            </a:pPr>
            <a:r>
              <a:rPr dirty="0"/>
              <a:t>  </a:t>
            </a:r>
            <a:r>
              <a:rPr dirty="0" err="1"/>
              <a:t>ValidStudent</a:t>
            </a:r>
            <a:r>
              <a:rPr dirty="0"/>
              <a:t>()</a:t>
            </a:r>
          </a:p>
          <a:p>
            <a:pPr>
              <a:spcBef>
                <a:spcPts val="1000"/>
              </a:spcBef>
              <a:defRPr sz="1600">
                <a:solidFill>
                  <a:srgbClr val="333333"/>
                </a:solidFill>
              </a:defRPr>
            </a:pPr>
            <a:r>
              <a:rPr dirty="0"/>
              <a:t>  </a:t>
            </a:r>
            <a:r>
              <a:rPr dirty="0" err="1"/>
              <a:t>HighAchiever</a:t>
            </a:r>
            <a:r>
              <a:rPr dirty="0"/>
              <a:t>()</a:t>
            </a:r>
          </a:p>
          <a:p>
            <a:pPr>
              <a:spcBef>
                <a:spcPts val="1000"/>
              </a:spcBef>
              <a:defRPr sz="1600">
                <a:solidFill>
                  <a:srgbClr val="333333"/>
                </a:solidFill>
              </a:defRPr>
            </a:pPr>
            <a:r>
              <a:rPr dirty="0"/>
              <a:t>  </a:t>
            </a:r>
            <a:r>
              <a:rPr dirty="0" err="1"/>
              <a:t>FailingStudent</a:t>
            </a:r>
            <a:r>
              <a:rPr dirty="0"/>
              <a:t>()</a:t>
            </a:r>
          </a:p>
          <a:p>
            <a:pPr>
              <a:spcBef>
                <a:spcPts val="1000"/>
              </a:spcBef>
              <a:defRPr sz="1600">
                <a:solidFill>
                  <a:srgbClr val="333333"/>
                </a:solidFill>
              </a:defRPr>
            </a:pPr>
            <a:r>
              <a:rPr dirty="0"/>
              <a:t>• </a:t>
            </a:r>
            <a:r>
              <a:rPr dirty="0" err="1"/>
              <a:t>BuildN</a:t>
            </a:r>
            <a:r>
              <a:rPr dirty="0"/>
              <a:t>(n) for bulk generation</a:t>
            </a:r>
          </a:p>
        </p:txBody>
      </p:sp>
    </p:spTree>
  </p:cSld>
  <p:clrMapOvr>
    <a:masterClrMapping/>
  </p:clrMapOvr>
</p:sld>
</file>

<file path=ppt/slides/slide7.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extBox 1"/>
          <p:cNvSpPr txBox="1"/>
          <p:nvPr/>
        </p:nvSpPr>
        <p:spPr>
          <a:xfrm>
            <a:off x="457200" y="457200"/>
            <a:ext cx="7050328" cy="584775"/>
          </a:xfrm>
          <a:prstGeom prst="rect">
            <a:avLst/>
          </a:prstGeom>
          <a:noFill/>
        </p:spPr>
        <p:txBody>
          <a:bodyPr wrap="none">
            <a:spAutoFit/>
          </a:bodyPr>
          <a:lstStyle/>
          <a:p>
            <a:pPr>
              <a:defRPr sz="3200" b="1">
                <a:solidFill>
                  <a:srgbClr val="1F4E79"/>
                </a:solidFill>
              </a:defRPr>
            </a:pPr>
            <a:r>
              <a:rPr dirty="0"/>
              <a:t>3: Integration Test Expansion Agent</a:t>
            </a:r>
          </a:p>
        </p:txBody>
      </p:sp>
      <p:sp>
        <p:nvSpPr>
          <p:cNvPr id="3" name="TextBox 2"/>
          <p:cNvSpPr txBox="1"/>
          <p:nvPr/>
        </p:nvSpPr>
        <p:spPr>
          <a:xfrm>
            <a:off x="731520" y="1371600"/>
            <a:ext cx="7772400" cy="5539978"/>
          </a:xfrm>
          <a:prstGeom prst="rect">
            <a:avLst/>
          </a:prstGeom>
          <a:noFill/>
        </p:spPr>
        <p:txBody>
          <a:bodyPr wrap="square">
            <a:spAutoFit/>
          </a:bodyPr>
          <a:lstStyle/>
          <a:p>
            <a:pPr>
              <a:spcBef>
                <a:spcPts val="1200"/>
              </a:spcBef>
              <a:defRPr sz="1800">
                <a:solidFill>
                  <a:srgbClr val="333333"/>
                </a:solidFill>
              </a:defRPr>
            </a:pPr>
            <a:r>
              <a:rPr dirty="0"/>
              <a:t>📊 COVERAGE EXPLOSION:</a:t>
            </a:r>
          </a:p>
          <a:p>
            <a:pPr>
              <a:spcBef>
                <a:spcPts val="1200"/>
              </a:spcBef>
              <a:defRPr sz="1800">
                <a:solidFill>
                  <a:srgbClr val="333333"/>
                </a:solidFill>
              </a:defRPr>
            </a:pPr>
            <a:r>
              <a:rPr dirty="0"/>
              <a:t>   Before: </a:t>
            </a:r>
            <a:r>
              <a:rPr lang="en-US" dirty="0"/>
              <a:t>low</a:t>
            </a:r>
            <a:r>
              <a:rPr dirty="0"/>
              <a:t> coverage    →    After: </a:t>
            </a:r>
            <a:r>
              <a:rPr lang="en-US" dirty="0"/>
              <a:t>higher</a:t>
            </a:r>
            <a:r>
              <a:rPr dirty="0"/>
              <a:t> coverage</a:t>
            </a:r>
            <a:endParaRPr lang="en-US" dirty="0"/>
          </a:p>
          <a:p>
            <a:pPr>
              <a:spcBef>
                <a:spcPts val="1200"/>
              </a:spcBef>
              <a:defRPr sz="1800">
                <a:solidFill>
                  <a:srgbClr val="333333"/>
                </a:solidFill>
              </a:defRPr>
            </a:pPr>
            <a:endParaRPr dirty="0"/>
          </a:p>
          <a:p>
            <a:pPr>
              <a:spcBef>
                <a:spcPts val="1200"/>
              </a:spcBef>
              <a:defRPr sz="1800">
                <a:solidFill>
                  <a:srgbClr val="333333"/>
                </a:solidFill>
              </a:defRPr>
            </a:pPr>
            <a:r>
              <a:rPr dirty="0"/>
              <a:t>🧪 COMPREHENSIVE TEST SUITE:</a:t>
            </a:r>
          </a:p>
          <a:p>
            <a:pPr>
              <a:spcBef>
                <a:spcPts val="1200"/>
              </a:spcBef>
              <a:defRPr sz="1800">
                <a:solidFill>
                  <a:srgbClr val="333333"/>
                </a:solidFill>
              </a:defRPr>
            </a:pPr>
            <a:r>
              <a:rPr dirty="0"/>
              <a:t>• </a:t>
            </a:r>
            <a:r>
              <a:rPr dirty="0" err="1"/>
              <a:t>TestStudentCRUDWorkflow</a:t>
            </a:r>
            <a:r>
              <a:rPr dirty="0"/>
              <a:t> - Full lifecycle testing</a:t>
            </a:r>
          </a:p>
          <a:p>
            <a:pPr>
              <a:spcBef>
                <a:spcPts val="1200"/>
              </a:spcBef>
              <a:defRPr sz="1800">
                <a:solidFill>
                  <a:srgbClr val="333333"/>
                </a:solidFill>
              </a:defRPr>
            </a:pPr>
            <a:r>
              <a:rPr dirty="0"/>
              <a:t>  Create → Read → Update → Delete → Verify 404</a:t>
            </a:r>
          </a:p>
          <a:p>
            <a:pPr>
              <a:spcBef>
                <a:spcPts val="1200"/>
              </a:spcBef>
              <a:defRPr sz="1800">
                <a:solidFill>
                  <a:srgbClr val="333333"/>
                </a:solidFill>
              </a:defRPr>
            </a:pPr>
            <a:r>
              <a:rPr dirty="0"/>
              <a:t>• </a:t>
            </a:r>
            <a:r>
              <a:rPr dirty="0" err="1"/>
              <a:t>TestStudentConcurrentCreation</a:t>
            </a:r>
            <a:r>
              <a:rPr dirty="0"/>
              <a:t> - Thread safety validation</a:t>
            </a:r>
          </a:p>
          <a:p>
            <a:pPr>
              <a:spcBef>
                <a:spcPts val="1200"/>
              </a:spcBef>
              <a:defRPr sz="1800">
                <a:solidFill>
                  <a:srgbClr val="333333"/>
                </a:solidFill>
              </a:defRPr>
            </a:pPr>
            <a:r>
              <a:rPr dirty="0"/>
              <a:t>  100 parallel requests with unique ID verification</a:t>
            </a:r>
          </a:p>
          <a:p>
            <a:pPr>
              <a:spcBef>
                <a:spcPts val="1200"/>
              </a:spcBef>
              <a:defRPr sz="1800">
                <a:solidFill>
                  <a:srgbClr val="333333"/>
                </a:solidFill>
              </a:defRPr>
            </a:pPr>
            <a:r>
              <a:rPr dirty="0"/>
              <a:t>• </a:t>
            </a:r>
            <a:r>
              <a:rPr dirty="0" err="1"/>
              <a:t>TestStudentErrorScenarios</a:t>
            </a:r>
            <a:r>
              <a:rPr dirty="0"/>
              <a:t> - Sad path coverage</a:t>
            </a:r>
          </a:p>
          <a:p>
            <a:pPr>
              <a:spcBef>
                <a:spcPts val="1200"/>
              </a:spcBef>
              <a:defRPr sz="1800">
                <a:solidFill>
                  <a:srgbClr val="333333"/>
                </a:solidFill>
              </a:defRPr>
            </a:pPr>
            <a:r>
              <a:rPr dirty="0"/>
              <a:t>  404 for missing resources, 400 for invalid input</a:t>
            </a:r>
          </a:p>
          <a:p>
            <a:pPr>
              <a:spcBef>
                <a:spcPts val="1200"/>
              </a:spcBef>
              <a:defRPr sz="1800">
                <a:solidFill>
                  <a:srgbClr val="333333"/>
                </a:solidFill>
              </a:defRPr>
            </a:pPr>
            <a:r>
              <a:rPr dirty="0"/>
              <a:t>• </a:t>
            </a:r>
            <a:r>
              <a:rPr dirty="0" err="1"/>
              <a:t>TestStudentListPagination</a:t>
            </a:r>
            <a:r>
              <a:rPr dirty="0"/>
              <a:t> - Edge cases</a:t>
            </a:r>
          </a:p>
          <a:p>
            <a:pPr>
              <a:spcBef>
                <a:spcPts val="1200"/>
              </a:spcBef>
              <a:defRPr sz="1800">
                <a:solidFill>
                  <a:srgbClr val="333333"/>
                </a:solidFill>
              </a:defRPr>
            </a:pPr>
            <a:r>
              <a:rPr dirty="0"/>
              <a:t>  Empty lists, bulk operations, boundary conditions</a:t>
            </a:r>
          </a:p>
          <a:p>
            <a:pPr>
              <a:spcBef>
                <a:spcPts val="1200"/>
              </a:spcBef>
              <a:defRPr sz="1800">
                <a:solidFill>
                  <a:srgbClr val="333333"/>
                </a:solidFill>
              </a:defRPr>
            </a:pPr>
            <a:endParaRPr dirty="0"/>
          </a:p>
        </p:txBody>
      </p:sp>
    </p:spTree>
  </p:cSld>
  <p:clrMapOvr>
    <a:masterClrMapping/>
  </p:clrMapOvr>
</p:sld>
</file>

<file path=ppt/slides/slide8.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extBox 1"/>
          <p:cNvSpPr txBox="1"/>
          <p:nvPr/>
        </p:nvSpPr>
        <p:spPr>
          <a:xfrm>
            <a:off x="457200" y="457200"/>
            <a:ext cx="3384260" cy="584775"/>
          </a:xfrm>
          <a:prstGeom prst="rect">
            <a:avLst/>
          </a:prstGeom>
          <a:noFill/>
        </p:spPr>
        <p:txBody>
          <a:bodyPr wrap="none">
            <a:spAutoFit/>
          </a:bodyPr>
          <a:lstStyle/>
          <a:p>
            <a:pPr>
              <a:defRPr sz="3200" b="1">
                <a:solidFill>
                  <a:srgbClr val="1F4E79"/>
                </a:solidFill>
              </a:defRPr>
            </a:pPr>
            <a:r>
              <a:rPr dirty="0"/>
              <a:t>Results &amp; Impact</a:t>
            </a:r>
          </a:p>
        </p:txBody>
      </p:sp>
      <p:sp>
        <p:nvSpPr>
          <p:cNvPr id="4" name="TextBox 3"/>
          <p:cNvSpPr txBox="1"/>
          <p:nvPr/>
        </p:nvSpPr>
        <p:spPr>
          <a:xfrm>
            <a:off x="457200" y="1282148"/>
            <a:ext cx="3607904" cy="4488408"/>
          </a:xfrm>
          <a:prstGeom prst="rect">
            <a:avLst/>
          </a:prstGeom>
          <a:noFill/>
        </p:spPr>
        <p:txBody>
          <a:bodyPr wrap="square" numCol="1">
            <a:spAutoFit/>
          </a:bodyPr>
          <a:lstStyle/>
          <a:p>
            <a:endParaRPr dirty="0"/>
          </a:p>
          <a:p>
            <a:pPr>
              <a:spcBef>
                <a:spcPts val="1000"/>
              </a:spcBef>
              <a:defRPr sz="1600">
                <a:solidFill>
                  <a:srgbClr val="333333"/>
                </a:solidFill>
              </a:defRPr>
            </a:pPr>
            <a:endParaRPr dirty="0"/>
          </a:p>
          <a:p>
            <a:pPr>
              <a:spcBef>
                <a:spcPts val="1000"/>
              </a:spcBef>
              <a:defRPr sz="1600">
                <a:solidFill>
                  <a:srgbClr val="333333"/>
                </a:solidFill>
              </a:defRPr>
            </a:pPr>
            <a:r>
              <a:t>✅ </a:t>
            </a:r>
            <a:r>
              <a:rPr lang="en-US"/>
              <a:t>Refactor</a:t>
            </a:r>
            <a:r>
              <a:t>:</a:t>
            </a:r>
            <a:endParaRPr dirty="0"/>
          </a:p>
          <a:p>
            <a:pPr>
              <a:spcBef>
                <a:spcPts val="1000"/>
              </a:spcBef>
              <a:defRPr sz="1600">
                <a:solidFill>
                  <a:srgbClr val="333333"/>
                </a:solidFill>
              </a:defRPr>
            </a:pPr>
            <a:r>
              <a:rPr lang="en-US" dirty="0"/>
              <a:t>   </a:t>
            </a:r>
            <a:r>
              <a:rPr dirty="0"/>
              <a:t>Clean repository pattern</a:t>
            </a:r>
            <a:endParaRPr lang="en-US" dirty="0"/>
          </a:p>
          <a:p>
            <a:pPr>
              <a:spcBef>
                <a:spcPts val="1000"/>
              </a:spcBef>
              <a:defRPr sz="1600">
                <a:solidFill>
                  <a:srgbClr val="333333"/>
                </a:solidFill>
              </a:defRPr>
            </a:pPr>
            <a:r>
              <a:rPr lang="en-US" dirty="0"/>
              <a:t>   SOLID principles followed</a:t>
            </a:r>
          </a:p>
          <a:p>
            <a:pPr>
              <a:spcBef>
                <a:spcPts val="1000"/>
              </a:spcBef>
              <a:defRPr sz="1600">
                <a:solidFill>
                  <a:srgbClr val="333333"/>
                </a:solidFill>
              </a:defRPr>
            </a:pPr>
            <a:r>
              <a:rPr dirty="0"/>
              <a:t>   Dependency injection</a:t>
            </a:r>
          </a:p>
          <a:p>
            <a:pPr>
              <a:spcBef>
                <a:spcPts val="1000"/>
              </a:spcBef>
              <a:defRPr sz="1600">
                <a:solidFill>
                  <a:srgbClr val="333333"/>
                </a:solidFill>
              </a:defRPr>
            </a:pPr>
            <a:endParaRPr dirty="0"/>
          </a:p>
          <a:p>
            <a:pPr>
              <a:spcBef>
                <a:spcPts val="1000"/>
              </a:spcBef>
              <a:defRPr sz="1600">
                <a:solidFill>
                  <a:srgbClr val="333333"/>
                </a:solidFill>
              </a:defRPr>
            </a:pPr>
            <a:r>
              <a:rPr dirty="0"/>
              <a:t>✅ Testability:</a:t>
            </a:r>
          </a:p>
          <a:p>
            <a:pPr>
              <a:spcBef>
                <a:spcPts val="1000"/>
              </a:spcBef>
              <a:defRPr sz="1600">
                <a:solidFill>
                  <a:srgbClr val="333333"/>
                </a:solidFill>
              </a:defRPr>
            </a:pPr>
            <a:r>
              <a:rPr dirty="0"/>
              <a:t>   Can mock any component</a:t>
            </a:r>
          </a:p>
          <a:p>
            <a:pPr>
              <a:spcBef>
                <a:spcPts val="1000"/>
              </a:spcBef>
              <a:defRPr sz="1600">
                <a:solidFill>
                  <a:srgbClr val="333333"/>
                </a:solidFill>
              </a:defRPr>
            </a:pPr>
            <a:r>
              <a:rPr dirty="0"/>
              <a:t>   Fast isolated unit tests</a:t>
            </a:r>
          </a:p>
          <a:p>
            <a:pPr>
              <a:spcBef>
                <a:spcPts val="1000"/>
              </a:spcBef>
              <a:defRPr sz="1600">
                <a:solidFill>
                  <a:srgbClr val="333333"/>
                </a:solidFill>
              </a:defRPr>
            </a:pPr>
            <a:r>
              <a:rPr dirty="0"/>
              <a:t>   Comprehensive integration tests</a:t>
            </a:r>
          </a:p>
          <a:p>
            <a:pPr>
              <a:spcBef>
                <a:spcPts val="1000"/>
              </a:spcBef>
              <a:defRPr sz="1600">
                <a:solidFill>
                  <a:srgbClr val="333333"/>
                </a:solidFill>
              </a:defRPr>
            </a:pPr>
            <a:endParaRPr lang="en-US" dirty="0"/>
          </a:p>
        </p:txBody>
      </p:sp>
      <p:sp>
        <p:nvSpPr>
          <p:cNvPr id="6" name="TextBox 5">
            <a:extLst>
              <a:ext uri="{FF2B5EF4-FFF2-40B4-BE49-F238E27FC236}">
                <a16:creationId xmlns:a16="http://schemas.microsoft.com/office/drawing/2014/main" id="{A5AC279B-89C2-B6B9-BD89-23F97F2423C8}"/>
              </a:ext>
            </a:extLst>
          </p:cNvPr>
          <p:cNvSpPr txBox="1"/>
          <p:nvPr/>
        </p:nvSpPr>
        <p:spPr>
          <a:xfrm>
            <a:off x="4099892" y="2050112"/>
            <a:ext cx="4586908" cy="3334246"/>
          </a:xfrm>
          <a:prstGeom prst="rect">
            <a:avLst/>
          </a:prstGeom>
          <a:noFill/>
        </p:spPr>
        <p:txBody>
          <a:bodyPr wrap="square">
            <a:spAutoFit/>
          </a:bodyPr>
          <a:lstStyle/>
          <a:p>
            <a:pPr>
              <a:spcBef>
                <a:spcPts val="1000"/>
              </a:spcBef>
              <a:defRPr sz="1600">
                <a:solidFill>
                  <a:srgbClr val="333333"/>
                </a:solidFill>
              </a:defRPr>
            </a:pPr>
            <a:r>
              <a:rPr lang="en-US" dirty="0"/>
              <a:t>✅ Maintainability:</a:t>
            </a:r>
          </a:p>
          <a:p>
            <a:pPr>
              <a:spcBef>
                <a:spcPts val="1000"/>
              </a:spcBef>
              <a:defRPr sz="1600">
                <a:solidFill>
                  <a:srgbClr val="333333"/>
                </a:solidFill>
              </a:defRPr>
            </a:pPr>
            <a:r>
              <a:rPr lang="en-US" dirty="0"/>
              <a:t>   Single responsibility</a:t>
            </a:r>
          </a:p>
          <a:p>
            <a:pPr>
              <a:spcBef>
                <a:spcPts val="1000"/>
              </a:spcBef>
              <a:defRPr sz="1600">
                <a:solidFill>
                  <a:srgbClr val="333333"/>
                </a:solidFill>
              </a:defRPr>
            </a:pPr>
            <a:r>
              <a:rPr lang="en-US" dirty="0"/>
              <a:t>   Clear separation of concerns</a:t>
            </a:r>
          </a:p>
          <a:p>
            <a:pPr>
              <a:spcBef>
                <a:spcPts val="1000"/>
              </a:spcBef>
              <a:defRPr sz="1600">
                <a:solidFill>
                  <a:srgbClr val="333333"/>
                </a:solidFill>
              </a:defRPr>
            </a:pPr>
            <a:r>
              <a:rPr lang="en-US" dirty="0"/>
              <a:t>   Tests as documentation</a:t>
            </a:r>
          </a:p>
          <a:p>
            <a:pPr>
              <a:spcBef>
                <a:spcPts val="1000"/>
              </a:spcBef>
              <a:defRPr sz="1600">
                <a:solidFill>
                  <a:srgbClr val="333333"/>
                </a:solidFill>
              </a:defRPr>
            </a:pPr>
            <a:endParaRPr lang="en-US" dirty="0"/>
          </a:p>
          <a:p>
            <a:pPr>
              <a:spcBef>
                <a:spcPts val="1000"/>
              </a:spcBef>
              <a:defRPr sz="1600">
                <a:solidFill>
                  <a:srgbClr val="333333"/>
                </a:solidFill>
              </a:defRPr>
            </a:pPr>
            <a:r>
              <a:rPr lang="en-US" dirty="0"/>
              <a:t>✅ Flexibility:</a:t>
            </a:r>
          </a:p>
          <a:p>
            <a:pPr>
              <a:spcBef>
                <a:spcPts val="1000"/>
              </a:spcBef>
              <a:defRPr sz="1600">
                <a:solidFill>
                  <a:srgbClr val="333333"/>
                </a:solidFill>
              </a:defRPr>
            </a:pPr>
            <a:r>
              <a:rPr lang="en-US" dirty="0"/>
              <a:t>   Can swap storage (PostgreSQL,</a:t>
            </a:r>
          </a:p>
          <a:p>
            <a:pPr>
              <a:spcBef>
                <a:spcPts val="1000"/>
              </a:spcBef>
              <a:defRPr sz="1600">
                <a:solidFill>
                  <a:srgbClr val="333333"/>
                </a:solidFill>
              </a:defRPr>
            </a:pPr>
            <a:r>
              <a:rPr lang="en-US" dirty="0"/>
              <a:t>   MongoDB, Redis) without</a:t>
            </a:r>
          </a:p>
          <a:p>
            <a:pPr>
              <a:spcBef>
                <a:spcPts val="1000"/>
              </a:spcBef>
              <a:defRPr sz="1600">
                <a:solidFill>
                  <a:srgbClr val="333333"/>
                </a:solidFill>
              </a:defRPr>
            </a:pPr>
            <a:r>
              <a:rPr lang="en-US" dirty="0"/>
              <a:t>   touching handlers</a:t>
            </a:r>
          </a:p>
        </p:txBody>
      </p:sp>
    </p:spTree>
  </p:cSld>
  <p:clrMapOvr>
    <a:masterClrMapping/>
  </p:clrMapOvr>
</p:sld>
</file>

<file path=ppt/slides/slide9.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extBox 1"/>
          <p:cNvSpPr txBox="1"/>
          <p:nvPr/>
        </p:nvSpPr>
        <p:spPr>
          <a:xfrm>
            <a:off x="457200" y="457200"/>
            <a:ext cx="2257349" cy="584775"/>
          </a:xfrm>
          <a:prstGeom prst="rect">
            <a:avLst/>
          </a:prstGeom>
          <a:noFill/>
        </p:spPr>
        <p:txBody>
          <a:bodyPr wrap="none">
            <a:spAutoFit/>
          </a:bodyPr>
          <a:lstStyle/>
          <a:p>
            <a:pPr>
              <a:defRPr sz="3200" b="1">
                <a:solidFill>
                  <a:srgbClr val="1F4E79"/>
                </a:solidFill>
              </a:defRPr>
            </a:pPr>
            <a:r>
              <a:rPr lang="en-US" dirty="0"/>
              <a:t>Conclusion</a:t>
            </a:r>
            <a:endParaRPr dirty="0"/>
          </a:p>
        </p:txBody>
      </p:sp>
      <p:sp>
        <p:nvSpPr>
          <p:cNvPr id="3" name="TextBox 2"/>
          <p:cNvSpPr txBox="1"/>
          <p:nvPr/>
        </p:nvSpPr>
        <p:spPr>
          <a:xfrm>
            <a:off x="731520" y="1371600"/>
            <a:ext cx="7772400" cy="4001095"/>
          </a:xfrm>
          <a:prstGeom prst="rect">
            <a:avLst/>
          </a:prstGeom>
          <a:noFill/>
        </p:spPr>
        <p:txBody>
          <a:bodyPr wrap="square">
            <a:spAutoFit/>
          </a:bodyPr>
          <a:lstStyle/>
          <a:p>
            <a:pPr>
              <a:spcBef>
                <a:spcPts val="1200"/>
              </a:spcBef>
              <a:defRPr sz="1800">
                <a:solidFill>
                  <a:srgbClr val="333333"/>
                </a:solidFill>
              </a:defRPr>
            </a:pPr>
            <a:r>
              <a:rPr sz="1400" dirty="0"/>
              <a:t>1️⃣ REFACTOR EARLY WITH AI ASSISTANCE</a:t>
            </a:r>
          </a:p>
          <a:p>
            <a:pPr>
              <a:spcBef>
                <a:spcPts val="1200"/>
              </a:spcBef>
              <a:defRPr sz="1800">
                <a:solidFill>
                  <a:srgbClr val="333333"/>
                </a:solidFill>
              </a:defRPr>
            </a:pPr>
            <a:r>
              <a:rPr sz="1400" dirty="0"/>
              <a:t>   Don't wait for debt to compound | AI makes refactoring economically viable</a:t>
            </a:r>
          </a:p>
          <a:p>
            <a:pPr>
              <a:spcBef>
                <a:spcPts val="1200"/>
              </a:spcBef>
              <a:defRPr sz="1800">
                <a:solidFill>
                  <a:srgbClr val="333333"/>
                </a:solidFill>
              </a:defRPr>
            </a:pPr>
            <a:r>
              <a:rPr sz="1400" dirty="0"/>
              <a:t>2️⃣ INTERFACES UNLOCK TESTABILITY</a:t>
            </a:r>
          </a:p>
          <a:p>
            <a:pPr>
              <a:spcBef>
                <a:spcPts val="1200"/>
              </a:spcBef>
              <a:defRPr sz="1800">
                <a:solidFill>
                  <a:srgbClr val="333333"/>
                </a:solidFill>
              </a:defRPr>
            </a:pPr>
            <a:r>
              <a:rPr sz="1400" dirty="0"/>
              <a:t>   Repository pattern + dependency injection = mockable code</a:t>
            </a:r>
          </a:p>
          <a:p>
            <a:pPr>
              <a:spcBef>
                <a:spcPts val="1200"/>
              </a:spcBef>
              <a:defRPr sz="1800">
                <a:solidFill>
                  <a:srgbClr val="333333"/>
                </a:solidFill>
              </a:defRPr>
            </a:pPr>
            <a:r>
              <a:rPr sz="1400" dirty="0"/>
              <a:t>   Isolation testing is fast testing | Testable architecture enables rapid development</a:t>
            </a:r>
          </a:p>
          <a:p>
            <a:pPr>
              <a:spcBef>
                <a:spcPts val="1200"/>
              </a:spcBef>
              <a:defRPr sz="1800">
                <a:solidFill>
                  <a:srgbClr val="333333"/>
                </a:solidFill>
              </a:defRPr>
            </a:pPr>
            <a:r>
              <a:rPr sz="1400" dirty="0"/>
              <a:t>3️⃣ FACTORIES MAKE TESTS MAINTAINABLE</a:t>
            </a:r>
          </a:p>
          <a:p>
            <a:pPr>
              <a:spcBef>
                <a:spcPts val="1200"/>
              </a:spcBef>
              <a:defRPr sz="1800">
                <a:solidFill>
                  <a:srgbClr val="333333"/>
                </a:solidFill>
              </a:defRPr>
            </a:pPr>
            <a:r>
              <a:rPr sz="1400" dirty="0"/>
              <a:t>   Test code IS documentation | Builder pattern eliminates duplication</a:t>
            </a:r>
          </a:p>
          <a:p>
            <a:pPr>
              <a:spcBef>
                <a:spcPts val="1200"/>
              </a:spcBef>
              <a:defRPr sz="1800">
                <a:solidFill>
                  <a:srgbClr val="333333"/>
                </a:solidFill>
              </a:defRPr>
            </a:pPr>
            <a:r>
              <a:rPr sz="1400" dirty="0"/>
              <a:t>   80% less test setup = more time testing</a:t>
            </a:r>
          </a:p>
          <a:p>
            <a:pPr>
              <a:spcBef>
                <a:spcPts val="1200"/>
              </a:spcBef>
              <a:defRPr sz="1800">
                <a:solidFill>
                  <a:srgbClr val="333333"/>
                </a:solidFill>
              </a:defRPr>
            </a:pPr>
            <a:r>
              <a:rPr sz="1400" dirty="0"/>
              <a:t>4️⃣ EVOLUTION &gt; REVOLUTION</a:t>
            </a:r>
          </a:p>
          <a:p>
            <a:pPr>
              <a:spcBef>
                <a:spcPts val="1200"/>
              </a:spcBef>
              <a:defRPr sz="1800">
                <a:solidFill>
                  <a:srgbClr val="333333"/>
                </a:solidFill>
              </a:defRPr>
            </a:pPr>
            <a:r>
              <a:rPr sz="1400" dirty="0"/>
              <a:t>   Continuous improvement with AI | Maintain velocity while fixing debt</a:t>
            </a:r>
          </a:p>
          <a:p>
            <a:pPr>
              <a:spcBef>
                <a:spcPts val="1200"/>
              </a:spcBef>
              <a:defRPr sz="1800">
                <a:solidFill>
                  <a:srgbClr val="333333"/>
                </a:solidFill>
              </a:defRPr>
            </a:pPr>
            <a:r>
              <a:rPr sz="1400" dirty="0"/>
              <a:t>   Quality and speed are NOT opposites</a:t>
            </a:r>
          </a:p>
        </p:txBody>
      </p:sp>
    </p:spTree>
  </p:cSld>
  <p:clrMapOvr>
    <a:masterClrMapping/>
  </p:clrMapOvr>
</p:sld>
</file>

<file path=ppt/slides/slide10.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extBox 1"/>
          <p:cNvSpPr txBox="1"/>
          <p:nvPr/>
        </p:nvSpPr>
        <p:spPr>
          <a:xfrm>
            <a:off x="457200" y="457200"/>
            <a:ext cx="8229600" cy="731520"/>
          </a:xfrm>
          <a:prstGeom prst="rect">
            <a:avLst/>
          </a:prstGeom>
          <a:noFill/>
        </p:spPr>
        <p:txBody>
          <a:bodyPr wrap="none">
            <a:spAutoFit/>
          </a:bodyPr>
          <a:lstStyle/>
          <a:p>
            <a:pPr>
              <a:defRPr sz="3200" b="1">
                <a:solidFill>
                  <a:srgbClr val="1F4E79"/>
                </a:solidFill>
              </a:defRPr>
            </a:pPr>
            <a:r>
              <a:t>What's Next: Sessions 3 &amp; 4</a:t>
            </a:r>
          </a:p>
        </p:txBody>
      </p:sp>
      <p:sp>
        <p:nvSpPr>
          <p:cNvPr id="3" name="TextBox 2"/>
          <p:cNvSpPr txBox="1"/>
          <p:nvPr/>
        </p:nvSpPr>
        <p:spPr>
          <a:xfrm>
            <a:off x="457200" y="978310"/>
            <a:ext cx="7772400" cy="1661993"/>
          </a:xfrm>
          <a:prstGeom prst="rect">
            <a:avLst/>
          </a:prstGeom>
          <a:noFill/>
        </p:spPr>
        <p:txBody>
          <a:bodyPr wrap="square">
            <a:spAutoFit/>
          </a:bodyPr>
          <a:lstStyle/>
          <a:p>
            <a:endParaRPr dirty="0"/>
          </a:p>
          <a:p>
            <a:pPr>
              <a:spcBef>
                <a:spcPts val="1200"/>
              </a:spcBef>
              <a:defRPr sz="1800">
                <a:solidFill>
                  <a:srgbClr val="333333"/>
                </a:solidFill>
              </a:defRPr>
            </a:pPr>
            <a:r>
              <a:rPr dirty="0"/>
              <a:t>📅 SESSION 3: Security &amp; DevOps Automation</a:t>
            </a:r>
          </a:p>
          <a:p>
            <a:pPr>
              <a:spcBef>
                <a:spcPts val="1200"/>
              </a:spcBef>
              <a:defRPr sz="1800">
                <a:solidFill>
                  <a:srgbClr val="333333"/>
                </a:solidFill>
              </a:defRPr>
            </a:pPr>
            <a:r>
              <a:rPr dirty="0"/>
              <a:t>📅 SESSION 4: Advanced Workflows &amp; Multi-Agent Orchestration</a:t>
            </a:r>
          </a:p>
          <a:p>
            <a:pPr>
              <a:spcBef>
                <a:spcPts val="1200"/>
              </a:spcBef>
              <a:defRPr sz="1800">
                <a:solidFill>
                  <a:srgbClr val="333333"/>
                </a:solidFill>
              </a:defRPr>
            </a:pPr>
            <a:endParaRPr dirty="0"/>
          </a:p>
        </p:txBody>
      </p:sp>
    </p:spTree>
  </p:cSld>
  <p:clrMapOvr>
    <a:masterClrMapping/>
  </p:clrMapOvr>
</p:sld>
</file>

<file path=ppt/slides/slide11.xml><?xml version="1.0" encoding="utf-8"?>
<p:sld xmlns:a="http://schemas.openxmlformats.org/drawingml/2006/main" xmlns:r="http://schemas.openxmlformats.org/officeDocument/2006/relationships" xmlns:p="http://schemas.openxmlformats.org/presentationml/2006/main">
  <p:cSld>
    <p:bg>
      <p:bgPr>
        <a:solidFill>
          <a:srgbClr val="F0F8FF"/>
        </a:solidFill>
        <a:effectLst/>
      </p:bgPr>
    </p:bg>
    <p:spTree>
      <p:nvGrpSpPr>
        <p:cNvPr id="1" name=""/>
        <p:cNvGrpSpPr/>
        <p:nvPr/>
      </p:nvGrpSpPr>
      <p:grpSpPr>
        <a:xfrm>
          <a:off x="0" y="0"/>
          <a:ext cx="0" cy="0"/>
          <a:chOff x="0" y="0"/>
          <a:chExt cx="0" cy="0"/>
        </a:xfrm>
      </p:grpSpPr>
      <p:sp>
        <p:nvSpPr>
          <p:cNvPr id="2" name="TextBox 1"/>
          <p:cNvSpPr txBox="1"/>
          <p:nvPr/>
        </p:nvSpPr>
        <p:spPr>
          <a:xfrm>
            <a:off x="457200" y="2286000"/>
            <a:ext cx="8229600" cy="914400"/>
          </a:xfrm>
          <a:prstGeom prst="rect">
            <a:avLst/>
          </a:prstGeom>
          <a:noFill/>
        </p:spPr>
        <p:txBody>
          <a:bodyPr wrap="none">
            <a:spAutoFit/>
          </a:bodyPr>
          <a:lstStyle/>
          <a:p>
            <a:pPr algn="ctr">
              <a:defRPr sz="4400" b="1">
                <a:solidFill>
                  <a:srgbClr val="1F4E79"/>
                </a:solidFill>
              </a:defRPr>
            </a:pPr>
            <a:r>
              <a:t>Questions &amp; Discussion</a:t>
            </a:r>
          </a:p>
        </p:txBody>
      </p:sp>
      <p:sp>
        <p:nvSpPr>
          <p:cNvPr id="3" name="TextBox 2"/>
          <p:cNvSpPr txBox="1"/>
          <p:nvPr/>
        </p:nvSpPr>
        <p:spPr>
          <a:xfrm>
            <a:off x="457200" y="3474720"/>
            <a:ext cx="8229600" cy="914400"/>
          </a:xfrm>
          <a:prstGeom prst="rect">
            <a:avLst/>
          </a:prstGeom>
          <a:noFill/>
        </p:spPr>
        <p:txBody>
          <a:bodyPr wrap="none">
            <a:spAutoFit/>
          </a:bodyPr>
          <a:lstStyle/>
          <a:p>
            <a:pPr algn="ctr">
              <a:defRPr sz="2400">
                <a:solidFill>
                  <a:srgbClr val="FF5722"/>
                </a:solidFill>
              </a:defRPr>
            </a:pPr>
            <a:r>
              <a:t>Share your technical debt challenges!</a:t>
            </a:r>
          </a:p>
        </p:txBody>
      </p:sp>
    </p:spTree>
  </p:cSld>
  <p:clrMapOvr>
    <a:masterClrMapping/>
  </p:clrMapOvr>
</p:sld>
</file>

<file path=ppt/theme/theme1.xml><?xml version="1.0" encoding="utf-8"?>
<a:theme xmlns:a="http://schemas.openxmlformats.org/drawingml/2006/main" name="Facet">
  <a:themeElements>
    <a:clrScheme name="Facet">
      <a:dk1>
        <a:sysClr val="windowText" lastClr="000000"/>
      </a:dk1>
      <a:lt1>
        <a:sysClr val="window" lastClr="FFFFFF"/>
      </a:lt1>
      <a:dk2>
        <a:srgbClr val="2C3C43"/>
      </a:dk2>
      <a:lt2>
        <a:srgbClr val="EBEBEB"/>
      </a:lt2>
      <a:accent1>
        <a:srgbClr val="90C226"/>
      </a:accent1>
      <a:accent2>
        <a:srgbClr val="54A021"/>
      </a:accent2>
      <a:accent3>
        <a:srgbClr val="E6B91E"/>
      </a:accent3>
      <a:accent4>
        <a:srgbClr val="E76618"/>
      </a:accent4>
      <a:accent5>
        <a:srgbClr val="C42F1A"/>
      </a:accent5>
      <a:accent6>
        <a:srgbClr val="918655"/>
      </a:accent6>
      <a:hlink>
        <a:srgbClr val="99CA3C"/>
      </a:hlink>
      <a:folHlink>
        <a:srgbClr val="B9D181"/>
      </a:folHlink>
    </a:clrScheme>
    <a:fontScheme name="Facet">
      <a:majorFont>
        <a:latin typeface="Trebuchet MS" panose="020B0603020202020204"/>
        <a:ea typeface=""/>
        <a:cs typeface=""/>
        <a:font script="Jpan" typeface="メイリオ"/>
        <a:font script="Hang" typeface="맑은 고딕"/>
        <a:font script="Hans" typeface="方正姚体"/>
        <a:font script="Hant" typeface="微軟正黑體"/>
        <a:font script="Arab" typeface="Tahoma"/>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ahoma"/>
        <a:font script="Uigh" typeface="Microsoft Uighur"/>
        <a:font script="Geor" typeface="Sylfaen"/>
      </a:majorFont>
      <a:minorFont>
        <a:latin typeface="Trebuchet MS" panose="020B0603020202020204"/>
        <a:ea typeface=""/>
        <a:cs typeface=""/>
        <a:font script="Jpan" typeface="メイリオ"/>
        <a:font script="Hang" typeface="HY그래픽M"/>
        <a:font script="Hans" typeface="华文新魏"/>
        <a:font script="Hant" typeface="微軟正黑體"/>
        <a:font script="Arab" typeface="Tahoma"/>
        <a:font script="Hebr" typeface="Gisha"/>
        <a:font script="Thai" typeface="IrisUPC"/>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Facet">
      <a:fillStyleLst>
        <a:solidFill>
          <a:schemeClr val="phClr"/>
        </a:solidFill>
        <a:gradFill rotWithShape="1">
          <a:gsLst>
            <a:gs pos="0">
              <a:schemeClr val="phClr">
                <a:tint val="65000"/>
                <a:lumMod val="110000"/>
              </a:schemeClr>
            </a:gs>
            <a:gs pos="88000">
              <a:schemeClr val="phClr">
                <a:tint val="90000"/>
              </a:schemeClr>
            </a:gs>
          </a:gsLst>
          <a:lin ang="5400000" scaled="0"/>
        </a:gradFill>
        <a:gradFill rotWithShape="1">
          <a:gsLst>
            <a:gs pos="0">
              <a:schemeClr val="phClr">
                <a:tint val="96000"/>
                <a:lumMod val="100000"/>
              </a:schemeClr>
            </a:gs>
            <a:gs pos="78000">
              <a:schemeClr val="phClr">
                <a:shade val="94000"/>
                <a:lumMod val="94000"/>
              </a:schemeClr>
            </a:gs>
          </a:gsLst>
          <a:lin ang="5400000" scaled="0"/>
        </a:gradFill>
      </a:fillStyleLst>
      <a:lnStyleLst>
        <a:ln w="12700" cap="rnd" cmpd="sng" algn="ctr">
          <a:solidFill>
            <a:schemeClr val="phClr"/>
          </a:solidFill>
          <a:prstDash val="solid"/>
        </a:ln>
        <a:ln w="19050" cap="rnd" cmpd="sng" algn="ctr">
          <a:solidFill>
            <a:schemeClr val="phClr"/>
          </a:solidFill>
          <a:prstDash val="solid"/>
        </a:ln>
        <a:ln w="25400" cap="rnd" cmpd="sng" algn="ctr">
          <a:solidFill>
            <a:schemeClr val="phClr"/>
          </a:solidFill>
          <a:prstDash val="solid"/>
        </a:ln>
      </a:lnStyleLst>
      <a:effectStyleLst>
        <a:effectStyle>
          <a:effectLst/>
        </a:effectStyle>
        <a:effectStyle>
          <a:effectLst>
            <a:outerShdw blurRad="38100" dist="25400" dir="5400000" rotWithShape="0">
              <a:srgbClr val="000000">
                <a:alpha val="35000"/>
              </a:srgbClr>
            </a:outerShdw>
          </a:effectLst>
        </a:effectStyle>
        <a:effectStyle>
          <a:effectLst>
            <a:outerShdw blurRad="50800" dist="38100" dir="5400000" rotWithShape="0">
              <a:srgbClr val="000000">
                <a:alpha val="35000"/>
              </a:srgbClr>
            </a:outerShdw>
          </a:effectLst>
          <a:scene3d>
            <a:camera prst="orthographicFront">
              <a:rot lat="0" lon="0" rev="0"/>
            </a:camera>
            <a:lightRig rig="threePt" dir="tl"/>
          </a:scene3d>
          <a:sp3d prstMaterial="plastic">
            <a:bevelT w="0" h="0"/>
          </a:sp3d>
        </a:effectStyle>
      </a:effectStyleLst>
      <a:bgFillStyleLst>
        <a:solidFill>
          <a:schemeClr val="phClr"/>
        </a:solidFill>
        <a:gradFill rotWithShape="1">
          <a:gsLst>
            <a:gs pos="0">
              <a:schemeClr val="phClr">
                <a:tint val="90000"/>
                <a:lumMod val="104000"/>
              </a:schemeClr>
            </a:gs>
            <a:gs pos="94000">
              <a:schemeClr val="phClr">
                <a:shade val="96000"/>
                <a:lumMod val="82000"/>
              </a:schemeClr>
            </a:gs>
          </a:gsLst>
          <a:lin ang="5400000" scaled="0"/>
        </a:gradFill>
        <a:gradFill rotWithShape="1">
          <a:gsLst>
            <a:gs pos="0">
              <a:schemeClr val="phClr">
                <a:tint val="90000"/>
                <a:lumMod val="110000"/>
              </a:schemeClr>
            </a:gs>
            <a:gs pos="100000">
              <a:schemeClr val="phClr">
                <a:shade val="94000"/>
                <a:lumMod val="96000"/>
              </a:schemeClr>
            </a:gs>
          </a:gsLst>
          <a:path path="circle">
            <a:fillToRect l="50000" t="50000" r="100000" b="100000"/>
          </a:path>
        </a:gradFill>
      </a:bgFillStyleLst>
    </a:fmtScheme>
  </a:themeElements>
  <a:objectDefaults/>
  <a:extraClrSchemeLst/>
  <a:extLst>
    <a:ext uri="{05A4C25C-085E-4340-85A3-A5531E510DB2}">
      <thm15:themeFamily xmlns:thm15="http://schemas.microsoft.com/office/thememl/2012/main" name="Facet" id="{C0C680CD-088A-49FC-A102-D699147F32B2}" vid="{CFBC31BA-B70F-4F30-BCAA-4F3011E16C4D}"/>
    </a:ext>
  </a:extLst>
</a:theme>
</file>

<file path=ppt/theme/theme2.xml><?xml version="1.0" encoding="utf-8"?>
<a:theme xmlns:a="http://schemas.openxmlformats.org/drawingml/2006/main" name="Office Theme">
  <a:themeElements>
    <a:clrScheme name="Office">
      <a:dk1>
        <a:sysClr val="windowText" lastClr="000000"/>
      </a:dk1>
      <a:lt1>
        <a:sysClr val="window" lastClr="FFFFFF"/>
      </a:lt1>
      <a:dk2>
        <a:srgbClr val="0E2841"/>
      </a:dk2>
      <a:lt2>
        <a:srgbClr val="E8E8E8"/>
      </a:lt2>
      <a:accent1>
        <a:srgbClr val="156082"/>
      </a:accent1>
      <a:accent2>
        <a:srgbClr val="E97132"/>
      </a:accent2>
      <a:accent3>
        <a:srgbClr val="196B24"/>
      </a:accent3>
      <a:accent4>
        <a:srgbClr val="0F9ED5"/>
      </a:accent4>
      <a:accent5>
        <a:srgbClr val="A02B93"/>
      </a:accent5>
      <a:accent6>
        <a:srgbClr val="4EA72E"/>
      </a:accent6>
      <a:hlink>
        <a:srgbClr val="467886"/>
      </a:hlink>
      <a:folHlink>
        <a:srgbClr val="96607D"/>
      </a:folHlink>
    </a:clrScheme>
    <a:fontScheme name="Office">
      <a:majorFont>
        <a:latin typeface="Aptos Display" panose="02110004020202020204"/>
        <a:ea typeface=""/>
        <a:cs typeface=""/>
        <a:font script="Jpan" typeface="游ゴシック Light"/>
        <a:font script="Hang" typeface="맑은 고딕"/>
        <a:font script="Hans" typeface="等线 Light"/>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ajorFont>
      <a:minorFont>
        <a:latin typeface="Aptos" panose="02110004020202020204"/>
        <a:ea typeface=""/>
        <a:cs typeface=""/>
        <a:font script="Jpan" typeface="游ゴシック"/>
        <a:font script="Hang" typeface="맑은 고딕"/>
        <a:font script="Hans" typeface="等线"/>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inorFont>
    </a:fontScheme>
    <a:fmtScheme name="Office">
      <a:fillStyleLst>
        <a:solidFill>
          <a:schemeClr val="phClr"/>
        </a:solidFill>
        <a:gradFill rotWithShape="1">
          <a:gsLst>
            <a:gs pos="0">
              <a:schemeClr val="phClr">
                <a:lumMod val="110000"/>
                <a:satMod val="105000"/>
                <a:tint val="67000"/>
              </a:schemeClr>
            </a:gs>
            <a:gs pos="50000">
              <a:schemeClr val="phClr">
                <a:lumMod val="105000"/>
                <a:satMod val="103000"/>
                <a:tint val="73000"/>
              </a:schemeClr>
            </a:gs>
            <a:gs pos="100000">
              <a:schemeClr val="phClr">
                <a:lumMod val="105000"/>
                <a:satMod val="109000"/>
                <a:tint val="81000"/>
              </a:schemeClr>
            </a:gs>
          </a:gsLst>
          <a:lin ang="5400000" scaled="0"/>
        </a:gradFill>
        <a:gradFill rotWithShape="1">
          <a:gsLst>
            <a:gs pos="0">
              <a:schemeClr val="phClr">
                <a:satMod val="103000"/>
                <a:lumMod val="102000"/>
                <a:tint val="94000"/>
              </a:schemeClr>
            </a:gs>
            <a:gs pos="50000">
              <a:schemeClr val="phClr">
                <a:satMod val="110000"/>
                <a:lumMod val="100000"/>
                <a:shade val="100000"/>
              </a:schemeClr>
            </a:gs>
            <a:gs pos="100000">
              <a:schemeClr val="phClr">
                <a:lumMod val="99000"/>
                <a:satMod val="120000"/>
                <a:shade val="78000"/>
              </a:schemeClr>
            </a:gs>
          </a:gsLst>
          <a:lin ang="5400000" scaled="0"/>
        </a:gradFill>
      </a:fillStyleLst>
      <a:lnStyleLst>
        <a:ln w="12700" cap="flat" cmpd="sng" algn="ctr">
          <a:solidFill>
            <a:schemeClr val="phClr"/>
          </a:solidFill>
          <a:prstDash val="solid"/>
          <a:miter lim="800000"/>
        </a:ln>
        <a:ln w="19050" cap="flat" cmpd="sng" algn="ctr">
          <a:solidFill>
            <a:schemeClr val="phClr"/>
          </a:solidFill>
          <a:prstDash val="solid"/>
          <a:miter lim="800000"/>
        </a:ln>
        <a:ln w="25400" cap="flat" cmpd="sng" algn="ctr">
          <a:solidFill>
            <a:schemeClr val="phClr"/>
          </a:solidFill>
          <a:prstDash val="solid"/>
          <a:miter lim="800000"/>
        </a:ln>
      </a:lnStyleLst>
      <a:effectStyleLst>
        <a:effectStyle>
          <a:effectLst/>
        </a:effectStyle>
        <a:effectStyle>
          <a:effectLst/>
        </a:effectStyle>
        <a:effectStyle>
          <a:effectLst>
            <a:outerShdw blurRad="57150" dist="19050" dir="5400000" algn="ctr" rotWithShape="0">
              <a:srgbClr val="000000">
                <a:alpha val="63000"/>
              </a:srgbClr>
            </a:outerShdw>
          </a:effectLst>
        </a:effectStyle>
      </a:effectStyleLst>
      <a:bgFillStyleLst>
        <a:solidFill>
          <a:schemeClr val="phClr"/>
        </a:solidFill>
        <a:solidFill>
          <a:schemeClr val="phClr">
            <a:tint val="95000"/>
            <a:satMod val="170000"/>
          </a:schemeClr>
        </a:solidFill>
        <a:gradFill rotWithShape="1">
          <a:gsLst>
            <a:gs pos="0">
              <a:schemeClr val="phClr">
                <a:tint val="93000"/>
                <a:satMod val="150000"/>
                <a:shade val="98000"/>
                <a:lumMod val="102000"/>
              </a:schemeClr>
            </a:gs>
            <a:gs pos="50000">
              <a:schemeClr val="phClr">
                <a:tint val="98000"/>
                <a:satMod val="130000"/>
                <a:shade val="90000"/>
                <a:lumMod val="103000"/>
              </a:schemeClr>
            </a:gs>
            <a:gs pos="100000">
              <a:schemeClr val="phClr">
                <a:shade val="63000"/>
                <a:satMod val="120000"/>
              </a:schemeClr>
            </a:gs>
          </a:gsLst>
          <a:lin ang="5400000" scaled="0"/>
        </a:gradFill>
      </a:bgFillStyleLst>
    </a:fmtScheme>
  </a:themeElements>
  <a:objectDefaults>
    <a:lnDef>
      <a:spPr/>
      <a:bodyPr/>
      <a:lstStyle/>
      <a:style>
        <a:lnRef idx="2">
          <a:schemeClr val="accent1"/>
        </a:lnRef>
        <a:fillRef idx="0">
          <a:schemeClr val="accent1"/>
        </a:fillRef>
        <a:effectRef idx="1">
          <a:schemeClr val="accent1"/>
        </a:effectRef>
        <a:fontRef idx="minor">
          <a:schemeClr val="tx1"/>
        </a:fontRef>
      </a:style>
    </a:lnDef>
  </a:objectDefaults>
  <a:extraClrSchemeLst/>
  <a:extLst>
    <a:ext uri="{05A4C25C-085E-4340-85A3-A5531E510DB2}">
      <thm15:themeFamily xmlns:thm15="http://schemas.microsoft.com/office/thememl/2012/main" name="Office Theme" id="{2E142A2C-CD16-42D6-873A-C26D2A0506FA}" vid="{1BDDFF52-6CD6-40A5-AB3C-68EB2F1E4D0A}"/>
    </a:ext>
  </a:extLst>
</a:theme>
</file>

<file path=docProps/app.xml><?xml version="1.0" encoding="utf-8"?>
<Properties xmlns="http://schemas.openxmlformats.org/officeDocument/2006/extended-properties" xmlns:vt="http://schemas.openxmlformats.org/officeDocument/2006/docPropsVTypes">
  <Template>Facet</Template>
  <TotalTime>1657</TotalTime>
  <Words>2926</Words>
  <Application>Microsoft Office PowerPoint</Application>
  <PresentationFormat>On-screen Show (4:3)</PresentationFormat>
  <Paragraphs>340</Paragraphs>
  <Slides>11</Slides>
  <Notes>10</Notes>
  <HiddenSlides>0</HiddenSlides>
  <MMClips>0</MMClips>
  <ScaleCrop>false</ScaleCrop>
  <HeadingPairs>
    <vt:vector size="6" baseType="variant">
      <vt:variant>
        <vt:lpstr>Fonts Used</vt:lpstr>
      </vt:variant>
      <vt:variant>
        <vt:i4>3</vt:i4>
      </vt:variant>
      <vt:variant>
        <vt:lpstr>Theme</vt:lpstr>
      </vt:variant>
      <vt:variant>
        <vt:i4>1</vt:i4>
      </vt:variant>
      <vt:variant>
        <vt:lpstr>Slide Titles</vt:lpstr>
      </vt:variant>
      <vt:variant>
        <vt:i4>11</vt:i4>
      </vt:variant>
    </vt:vector>
  </HeadingPairs>
  <TitlesOfParts>
    <vt:vector size="15" baseType="lpstr">
      <vt:lpstr>Arial</vt:lpstr>
      <vt:lpstr>Trebuchet MS</vt:lpstr>
      <vt:lpstr>Wingdings 3</vt:lpstr>
      <vt:lpstr>Facet</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vector>
  </TitlesOfParts>
  <Manager/>
  <Company/>
  <LinksUpToDate>false</LinksUpToDate>
  <SharedDoc>false</SharedDoc>
  <HyperlinkBase/>
  <HyperlinksChanged>false</HyperlinksChanged>
  <AppVersion>16.0000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itle/>
  <dc:subject/>
  <dc:creator/>
  <cp:keywords/>
  <dc:description>generated using python-pptx</dc:description>
  <cp:lastModifiedBy>Hemavathi N</cp:lastModifiedBy>
  <cp:revision>1</cp:revision>
  <dcterms:created xsi:type="dcterms:W3CDTF">2013-01-27T09:14:16Z</dcterms:created>
  <dcterms:modified xsi:type="dcterms:W3CDTF">2026-01-09T11:49:19Z</dcterms:modified>
  <cp:category/>
</cp:coreProperties>
</file>