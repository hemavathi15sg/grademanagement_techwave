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67" r:id="rId3"/>
    <p:sldId id="257"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7CEFF-F6E4-4DBC-BB3A-33D0E7643ABB}" v="21" dt="2026-01-09T09:01:27.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53419" autoAdjust="0"/>
  </p:normalViewPr>
  <p:slideViewPr>
    <p:cSldViewPr snapToGrid="0" snapToObjects="1">
      <p:cViewPr>
        <p:scale>
          <a:sx n="77" d="100"/>
          <a:sy n="77" d="100"/>
        </p:scale>
        <p:origin x="1618" y="2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vathi N" userId="03ffe50d-d8c4-450f-8767-16fec8f145ea" providerId="ADAL" clId="{F670BC12-C9CA-4FC8-99C4-9688C5EDF73A}"/>
    <pc:docChg chg="undo custSel addSld delSld modSld">
      <pc:chgData name="Hemavathi N" userId="03ffe50d-d8c4-450f-8767-16fec8f145ea" providerId="ADAL" clId="{F670BC12-C9CA-4FC8-99C4-9688C5EDF73A}" dt="2026-01-09T09:01:52.663" v="323" actId="478"/>
      <pc:docMkLst>
        <pc:docMk/>
      </pc:docMkLst>
      <pc:sldChg chg="addSp delSp modSp mod setBg setClrOvrMap">
        <pc:chgData name="Hemavathi N" userId="03ffe50d-d8c4-450f-8767-16fec8f145ea" providerId="ADAL" clId="{F670BC12-C9CA-4FC8-99C4-9688C5EDF73A}" dt="2026-01-08T05:37:52.800" v="7" actId="26606"/>
        <pc:sldMkLst>
          <pc:docMk/>
          <pc:sldMk cId="0" sldId="256"/>
        </pc:sldMkLst>
        <pc:spChg chg="mod ord">
          <ac:chgData name="Hemavathi N" userId="03ffe50d-d8c4-450f-8767-16fec8f145ea" providerId="ADAL" clId="{F670BC12-C9CA-4FC8-99C4-9688C5EDF73A}" dt="2026-01-08T05:37:52.800" v="7" actId="26606"/>
          <ac:spMkLst>
            <pc:docMk/>
            <pc:sldMk cId="0" sldId="256"/>
            <ac:spMk id="2" creationId="{00000000-0000-0000-0000-000000000000}"/>
          </ac:spMkLst>
        </pc:spChg>
        <pc:spChg chg="mod">
          <ac:chgData name="Hemavathi N" userId="03ffe50d-d8c4-450f-8767-16fec8f145ea" providerId="ADAL" clId="{F670BC12-C9CA-4FC8-99C4-9688C5EDF73A}" dt="2026-01-08T05:37:52.800" v="7" actId="26606"/>
          <ac:spMkLst>
            <pc:docMk/>
            <pc:sldMk cId="0" sldId="256"/>
            <ac:spMk id="3" creationId="{00000000-0000-0000-0000-000000000000}"/>
          </ac:spMkLst>
        </pc:spChg>
        <pc:spChg chg="add del">
          <ac:chgData name="Hemavathi N" userId="03ffe50d-d8c4-450f-8767-16fec8f145ea" providerId="ADAL" clId="{F670BC12-C9CA-4FC8-99C4-9688C5EDF73A}" dt="2026-01-08T05:37:52.800" v="7" actId="26606"/>
          <ac:spMkLst>
            <pc:docMk/>
            <pc:sldMk cId="0" sldId="256"/>
            <ac:spMk id="20" creationId="{9179DE42-5613-4B35-A1E6-6CCBAA13C743}"/>
          </ac:spMkLst>
        </pc:spChg>
        <pc:spChg chg="add del">
          <ac:chgData name="Hemavathi N" userId="03ffe50d-d8c4-450f-8767-16fec8f145ea" providerId="ADAL" clId="{F670BC12-C9CA-4FC8-99C4-9688C5EDF73A}" dt="2026-01-08T05:37:52.800" v="7" actId="26606"/>
          <ac:spMkLst>
            <pc:docMk/>
            <pc:sldMk cId="0" sldId="256"/>
            <ac:spMk id="26" creationId="{52FB45E9-914E-4471-AC87-E475CD51767D}"/>
          </ac:spMkLst>
        </pc:spChg>
        <pc:spChg chg="add del">
          <ac:chgData name="Hemavathi N" userId="03ffe50d-d8c4-450f-8767-16fec8f145ea" providerId="ADAL" clId="{F670BC12-C9CA-4FC8-99C4-9688C5EDF73A}" dt="2026-01-08T05:37:52.800" v="7" actId="26606"/>
          <ac:spMkLst>
            <pc:docMk/>
            <pc:sldMk cId="0" sldId="256"/>
            <ac:spMk id="28" creationId="{C310626D-5743-49D4-8F7D-88C4F8F05774}"/>
          </ac:spMkLst>
        </pc:spChg>
        <pc:spChg chg="add del">
          <ac:chgData name="Hemavathi N" userId="03ffe50d-d8c4-450f-8767-16fec8f145ea" providerId="ADAL" clId="{F670BC12-C9CA-4FC8-99C4-9688C5EDF73A}" dt="2026-01-08T05:37:52.800" v="7" actId="26606"/>
          <ac:spMkLst>
            <pc:docMk/>
            <pc:sldMk cId="0" sldId="256"/>
            <ac:spMk id="30" creationId="{3C195FC1-B568-4C72-9902-34CB35DDD7A1}"/>
          </ac:spMkLst>
        </pc:spChg>
        <pc:spChg chg="add del">
          <ac:chgData name="Hemavathi N" userId="03ffe50d-d8c4-450f-8767-16fec8f145ea" providerId="ADAL" clId="{F670BC12-C9CA-4FC8-99C4-9688C5EDF73A}" dt="2026-01-08T05:37:52.758" v="6" actId="26606"/>
          <ac:spMkLst>
            <pc:docMk/>
            <pc:sldMk cId="0" sldId="256"/>
            <ac:spMk id="32" creationId="{EF2BDF77-362C-43F0-8CBB-A969EC2AE0C4}"/>
          </ac:spMkLst>
        </pc:spChg>
        <pc:spChg chg="add del">
          <ac:chgData name="Hemavathi N" userId="03ffe50d-d8c4-450f-8767-16fec8f145ea" providerId="ADAL" clId="{F670BC12-C9CA-4FC8-99C4-9688C5EDF73A}" dt="2026-01-08T05:37:52.800" v="7" actId="26606"/>
          <ac:spMkLst>
            <pc:docMk/>
            <pc:sldMk cId="0" sldId="256"/>
            <ac:spMk id="34" creationId="{4BE96B01-3929-432D-B8C2-ADBCB74C2EF4}"/>
          </ac:spMkLst>
        </pc:spChg>
        <pc:spChg chg="add del">
          <ac:chgData name="Hemavathi N" userId="03ffe50d-d8c4-450f-8767-16fec8f145ea" providerId="ADAL" clId="{F670BC12-C9CA-4FC8-99C4-9688C5EDF73A}" dt="2026-01-08T05:37:52.800" v="7" actId="26606"/>
          <ac:spMkLst>
            <pc:docMk/>
            <pc:sldMk cId="0" sldId="256"/>
            <ac:spMk id="36" creationId="{2A6FCDE6-CDE2-4C51-B18E-A95CFB679714}"/>
          </ac:spMkLst>
        </pc:spChg>
        <pc:spChg chg="add del">
          <ac:chgData name="Hemavathi N" userId="03ffe50d-d8c4-450f-8767-16fec8f145ea" providerId="ADAL" clId="{F670BC12-C9CA-4FC8-99C4-9688C5EDF73A}" dt="2026-01-08T05:37:52.800" v="7" actId="26606"/>
          <ac:spMkLst>
            <pc:docMk/>
            <pc:sldMk cId="0" sldId="256"/>
            <ac:spMk id="38" creationId="{9D2E8756-2465-473A-BA2A-2DB1D6224745}"/>
          </ac:spMkLst>
        </pc:spChg>
        <pc:spChg chg="add del">
          <ac:chgData name="Hemavathi N" userId="03ffe50d-d8c4-450f-8767-16fec8f145ea" providerId="ADAL" clId="{F670BC12-C9CA-4FC8-99C4-9688C5EDF73A}" dt="2026-01-08T05:37:52.758" v="6" actId="26606"/>
          <ac:spMkLst>
            <pc:docMk/>
            <pc:sldMk cId="0" sldId="256"/>
            <ac:spMk id="55" creationId="{2783C067-F8BF-4755-B516-8A0CD74CF60C}"/>
          </ac:spMkLst>
        </pc:spChg>
        <pc:spChg chg="add del">
          <ac:chgData name="Hemavathi N" userId="03ffe50d-d8c4-450f-8767-16fec8f145ea" providerId="ADAL" clId="{F670BC12-C9CA-4FC8-99C4-9688C5EDF73A}" dt="2026-01-08T05:37:52.758" v="6" actId="26606"/>
          <ac:spMkLst>
            <pc:docMk/>
            <pc:sldMk cId="0" sldId="256"/>
            <ac:spMk id="57" creationId="{2ED796EC-E7FF-46DB-B912-FB08BF12AA6E}"/>
          </ac:spMkLst>
        </pc:spChg>
        <pc:spChg chg="add del">
          <ac:chgData name="Hemavathi N" userId="03ffe50d-d8c4-450f-8767-16fec8f145ea" providerId="ADAL" clId="{F670BC12-C9CA-4FC8-99C4-9688C5EDF73A}" dt="2026-01-08T05:37:52.758" v="6" actId="26606"/>
          <ac:spMkLst>
            <pc:docMk/>
            <pc:sldMk cId="0" sldId="256"/>
            <ac:spMk id="61" creationId="{0819F787-32B4-46A8-BC57-C6571BCEE243}"/>
          </ac:spMkLst>
        </pc:spChg>
        <pc:spChg chg="add">
          <ac:chgData name="Hemavathi N" userId="03ffe50d-d8c4-450f-8767-16fec8f145ea" providerId="ADAL" clId="{F670BC12-C9CA-4FC8-99C4-9688C5EDF73A}" dt="2026-01-08T05:37:52.800" v="7" actId="26606"/>
          <ac:spMkLst>
            <pc:docMk/>
            <pc:sldMk cId="0" sldId="256"/>
            <ac:spMk id="76" creationId="{9B8A5A16-7BE9-4AA1-9B5E-00FAFA5C8647}"/>
          </ac:spMkLst>
        </pc:spChg>
      </pc:sldChg>
      <pc:sldChg chg="addSp delSp modSp mod">
        <pc:chgData name="Hemavathi N" userId="03ffe50d-d8c4-450f-8767-16fec8f145ea" providerId="ADAL" clId="{F670BC12-C9CA-4FC8-99C4-9688C5EDF73A}" dt="2026-01-08T05:54:52.926" v="172" actId="20577"/>
        <pc:sldMkLst>
          <pc:docMk/>
          <pc:sldMk cId="0" sldId="257"/>
        </pc:sldMkLst>
        <pc:spChg chg="mod">
          <ac:chgData name="Hemavathi N" userId="03ffe50d-d8c4-450f-8767-16fec8f145ea" providerId="ADAL" clId="{F670BC12-C9CA-4FC8-99C4-9688C5EDF73A}" dt="2026-01-08T05:42:42.690" v="20" actId="20577"/>
          <ac:spMkLst>
            <pc:docMk/>
            <pc:sldMk cId="0" sldId="257"/>
            <ac:spMk id="2" creationId="{00000000-0000-0000-0000-000000000000}"/>
          </ac:spMkLst>
        </pc:spChg>
        <pc:spChg chg="del mod">
          <ac:chgData name="Hemavathi N" userId="03ffe50d-d8c4-450f-8767-16fec8f145ea" providerId="ADAL" clId="{F670BC12-C9CA-4FC8-99C4-9688C5EDF73A}" dt="2026-01-08T05:41:42.972" v="10" actId="478"/>
          <ac:spMkLst>
            <pc:docMk/>
            <pc:sldMk cId="0" sldId="257"/>
            <ac:spMk id="3" creationId="{00000000-0000-0000-0000-000000000000}"/>
          </ac:spMkLst>
        </pc:spChg>
        <pc:spChg chg="add mod">
          <ac:chgData name="Hemavathi N" userId="03ffe50d-d8c4-450f-8767-16fec8f145ea" providerId="ADAL" clId="{F670BC12-C9CA-4FC8-99C4-9688C5EDF73A}" dt="2026-01-08T05:54:52.926" v="172" actId="20577"/>
          <ac:spMkLst>
            <pc:docMk/>
            <pc:sldMk cId="0" sldId="257"/>
            <ac:spMk id="4" creationId="{9AAA09B0-EE5B-1963-5CAD-908CE2453A3C}"/>
          </ac:spMkLst>
        </pc:spChg>
      </pc:sldChg>
      <pc:sldChg chg="delSp modSp del mod">
        <pc:chgData name="Hemavathi N" userId="03ffe50d-d8c4-450f-8767-16fec8f145ea" providerId="ADAL" clId="{F670BC12-C9CA-4FC8-99C4-9688C5EDF73A}" dt="2026-01-09T09:00:16.476" v="304" actId="47"/>
        <pc:sldMkLst>
          <pc:docMk/>
          <pc:sldMk cId="0" sldId="258"/>
        </pc:sldMkLst>
        <pc:spChg chg="mod">
          <ac:chgData name="Hemavathi N" userId="03ffe50d-d8c4-450f-8767-16fec8f145ea" providerId="ADAL" clId="{F670BC12-C9CA-4FC8-99C4-9688C5EDF73A}" dt="2026-01-08T05:44:10.420" v="32" actId="20577"/>
          <ac:spMkLst>
            <pc:docMk/>
            <pc:sldMk cId="0" sldId="258"/>
            <ac:spMk id="3" creationId="{00000000-0000-0000-0000-000000000000}"/>
          </ac:spMkLst>
        </pc:spChg>
        <pc:spChg chg="del">
          <ac:chgData name="Hemavathi N" userId="03ffe50d-d8c4-450f-8767-16fec8f145ea" providerId="ADAL" clId="{F670BC12-C9CA-4FC8-99C4-9688C5EDF73A}" dt="2026-01-08T05:43:35.218" v="25" actId="478"/>
          <ac:spMkLst>
            <pc:docMk/>
            <pc:sldMk cId="0" sldId="258"/>
            <ac:spMk id="4" creationId="{00000000-0000-0000-0000-000000000000}"/>
          </ac:spMkLst>
        </pc:spChg>
      </pc:sldChg>
      <pc:sldChg chg="modSp mod">
        <pc:chgData name="Hemavathi N" userId="03ffe50d-d8c4-450f-8767-16fec8f145ea" providerId="ADAL" clId="{F670BC12-C9CA-4FC8-99C4-9688C5EDF73A}" dt="2026-01-08T05:45:33.782" v="59" actId="20577"/>
        <pc:sldMkLst>
          <pc:docMk/>
          <pc:sldMk cId="0" sldId="259"/>
        </pc:sldMkLst>
        <pc:spChg chg="mod">
          <ac:chgData name="Hemavathi N" userId="03ffe50d-d8c4-450f-8767-16fec8f145ea" providerId="ADAL" clId="{F670BC12-C9CA-4FC8-99C4-9688C5EDF73A}" dt="2026-01-08T05:45:33.782" v="59" actId="20577"/>
          <ac:spMkLst>
            <pc:docMk/>
            <pc:sldMk cId="0" sldId="259"/>
            <ac:spMk id="3" creationId="{00000000-0000-0000-0000-000000000000}"/>
          </ac:spMkLst>
        </pc:spChg>
      </pc:sldChg>
      <pc:sldChg chg="addSp delSp modSp mod">
        <pc:chgData name="Hemavathi N" userId="03ffe50d-d8c4-450f-8767-16fec8f145ea" providerId="ADAL" clId="{F670BC12-C9CA-4FC8-99C4-9688C5EDF73A}" dt="2026-01-09T09:01:52.663" v="323" actId="478"/>
        <pc:sldMkLst>
          <pc:docMk/>
          <pc:sldMk cId="0" sldId="260"/>
        </pc:sldMkLst>
        <pc:spChg chg="mod">
          <ac:chgData name="Hemavathi N" userId="03ffe50d-d8c4-450f-8767-16fec8f145ea" providerId="ADAL" clId="{F670BC12-C9CA-4FC8-99C4-9688C5EDF73A}" dt="2026-01-08T05:46:27.694" v="73" actId="20577"/>
          <ac:spMkLst>
            <pc:docMk/>
            <pc:sldMk cId="0" sldId="260"/>
            <ac:spMk id="2" creationId="{00000000-0000-0000-0000-000000000000}"/>
          </ac:spMkLst>
        </pc:spChg>
        <pc:spChg chg="mod">
          <ac:chgData name="Hemavathi N" userId="03ffe50d-d8c4-450f-8767-16fec8f145ea" providerId="ADAL" clId="{F670BC12-C9CA-4FC8-99C4-9688C5EDF73A}" dt="2026-01-08T05:46:05.642" v="66" actId="20577"/>
          <ac:spMkLst>
            <pc:docMk/>
            <pc:sldMk cId="0" sldId="260"/>
            <ac:spMk id="3" creationId="{00000000-0000-0000-0000-000000000000}"/>
          </ac:spMkLst>
        </pc:spChg>
        <pc:spChg chg="mod">
          <ac:chgData name="Hemavathi N" userId="03ffe50d-d8c4-450f-8767-16fec8f145ea" providerId="ADAL" clId="{F670BC12-C9CA-4FC8-99C4-9688C5EDF73A}" dt="2026-01-08T05:46:20.441" v="72" actId="20577"/>
          <ac:spMkLst>
            <pc:docMk/>
            <pc:sldMk cId="0" sldId="260"/>
            <ac:spMk id="4" creationId="{00000000-0000-0000-0000-000000000000}"/>
          </ac:spMkLst>
        </pc:spChg>
        <pc:spChg chg="add del mod">
          <ac:chgData name="Hemavathi N" userId="03ffe50d-d8c4-450f-8767-16fec8f145ea" providerId="ADAL" clId="{F670BC12-C9CA-4FC8-99C4-9688C5EDF73A}" dt="2026-01-09T09:01:52.663" v="323" actId="478"/>
          <ac:spMkLst>
            <pc:docMk/>
            <pc:sldMk cId="0" sldId="260"/>
            <ac:spMk id="5" creationId="{24712ABB-5529-E8C8-1E6B-D67789786146}"/>
          </ac:spMkLst>
        </pc:spChg>
      </pc:sldChg>
      <pc:sldChg chg="modSp mod">
        <pc:chgData name="Hemavathi N" userId="03ffe50d-d8c4-450f-8767-16fec8f145ea" providerId="ADAL" clId="{F670BC12-C9CA-4FC8-99C4-9688C5EDF73A}" dt="2026-01-08T08:49:19.496" v="259" actId="20577"/>
        <pc:sldMkLst>
          <pc:docMk/>
          <pc:sldMk cId="0" sldId="261"/>
        </pc:sldMkLst>
        <pc:spChg chg="mod">
          <ac:chgData name="Hemavathi N" userId="03ffe50d-d8c4-450f-8767-16fec8f145ea" providerId="ADAL" clId="{F670BC12-C9CA-4FC8-99C4-9688C5EDF73A}" dt="2026-01-08T05:46:36.103" v="74" actId="20577"/>
          <ac:spMkLst>
            <pc:docMk/>
            <pc:sldMk cId="0" sldId="261"/>
            <ac:spMk id="2" creationId="{00000000-0000-0000-0000-000000000000}"/>
          </ac:spMkLst>
        </pc:spChg>
        <pc:spChg chg="mod">
          <ac:chgData name="Hemavathi N" userId="03ffe50d-d8c4-450f-8767-16fec8f145ea" providerId="ADAL" clId="{F670BC12-C9CA-4FC8-99C4-9688C5EDF73A}" dt="2026-01-08T08:49:16.391" v="258" actId="20577"/>
          <ac:spMkLst>
            <pc:docMk/>
            <pc:sldMk cId="0" sldId="261"/>
            <ac:spMk id="3" creationId="{00000000-0000-0000-0000-000000000000}"/>
          </ac:spMkLst>
        </pc:spChg>
        <pc:spChg chg="mod">
          <ac:chgData name="Hemavathi N" userId="03ffe50d-d8c4-450f-8767-16fec8f145ea" providerId="ADAL" clId="{F670BC12-C9CA-4FC8-99C4-9688C5EDF73A}" dt="2026-01-08T08:49:19.496" v="259" actId="20577"/>
          <ac:spMkLst>
            <pc:docMk/>
            <pc:sldMk cId="0" sldId="261"/>
            <ac:spMk id="4" creationId="{00000000-0000-0000-0000-000000000000}"/>
          </ac:spMkLst>
        </pc:spChg>
      </pc:sldChg>
      <pc:sldChg chg="addSp delSp modSp mod">
        <pc:chgData name="Hemavathi N" userId="03ffe50d-d8c4-450f-8767-16fec8f145ea" providerId="ADAL" clId="{F670BC12-C9CA-4FC8-99C4-9688C5EDF73A}" dt="2026-01-08T08:49:56.703" v="274" actId="20577"/>
        <pc:sldMkLst>
          <pc:docMk/>
          <pc:sldMk cId="0" sldId="262"/>
        </pc:sldMkLst>
        <pc:spChg chg="mod">
          <ac:chgData name="Hemavathi N" userId="03ffe50d-d8c4-450f-8767-16fec8f145ea" providerId="ADAL" clId="{F670BC12-C9CA-4FC8-99C4-9688C5EDF73A}" dt="2026-01-08T05:48:17.384" v="95" actId="20577"/>
          <ac:spMkLst>
            <pc:docMk/>
            <pc:sldMk cId="0" sldId="262"/>
            <ac:spMk id="2" creationId="{00000000-0000-0000-0000-000000000000}"/>
          </ac:spMkLst>
        </pc:spChg>
        <pc:spChg chg="add del mod">
          <ac:chgData name="Hemavathi N" userId="03ffe50d-d8c4-450f-8767-16fec8f145ea" providerId="ADAL" clId="{F670BC12-C9CA-4FC8-99C4-9688C5EDF73A}" dt="2026-01-08T08:49:56.703" v="274" actId="20577"/>
          <ac:spMkLst>
            <pc:docMk/>
            <pc:sldMk cId="0" sldId="262"/>
            <ac:spMk id="3" creationId="{00000000-0000-0000-0000-000000000000}"/>
          </ac:spMkLst>
        </pc:spChg>
      </pc:sldChg>
      <pc:sldChg chg="addSp delSp modSp mod">
        <pc:chgData name="Hemavathi N" userId="03ffe50d-d8c4-450f-8767-16fec8f145ea" providerId="ADAL" clId="{F670BC12-C9CA-4FC8-99C4-9688C5EDF73A}" dt="2026-01-08T05:50:44.327" v="127" actId="1076"/>
        <pc:sldMkLst>
          <pc:docMk/>
          <pc:sldMk cId="0" sldId="263"/>
        </pc:sldMkLst>
        <pc:spChg chg="del">
          <ac:chgData name="Hemavathi N" userId="03ffe50d-d8c4-450f-8767-16fec8f145ea" providerId="ADAL" clId="{F670BC12-C9CA-4FC8-99C4-9688C5EDF73A}" dt="2026-01-08T05:48:53.141" v="96" actId="478"/>
          <ac:spMkLst>
            <pc:docMk/>
            <pc:sldMk cId="0" sldId="263"/>
            <ac:spMk id="3" creationId="{00000000-0000-0000-0000-000000000000}"/>
          </ac:spMkLst>
        </pc:spChg>
        <pc:spChg chg="mod">
          <ac:chgData name="Hemavathi N" userId="03ffe50d-d8c4-450f-8767-16fec8f145ea" providerId="ADAL" clId="{F670BC12-C9CA-4FC8-99C4-9688C5EDF73A}" dt="2026-01-08T05:50:37.072" v="125" actId="14100"/>
          <ac:spMkLst>
            <pc:docMk/>
            <pc:sldMk cId="0" sldId="263"/>
            <ac:spMk id="4" creationId="{00000000-0000-0000-0000-000000000000}"/>
          </ac:spMkLst>
        </pc:spChg>
        <pc:spChg chg="add mod">
          <ac:chgData name="Hemavathi N" userId="03ffe50d-d8c4-450f-8767-16fec8f145ea" providerId="ADAL" clId="{F670BC12-C9CA-4FC8-99C4-9688C5EDF73A}" dt="2026-01-08T05:50:44.327" v="127" actId="1076"/>
          <ac:spMkLst>
            <pc:docMk/>
            <pc:sldMk cId="0" sldId="263"/>
            <ac:spMk id="6" creationId="{A5AC279B-89C2-B6B9-BD89-23F97F2423C8}"/>
          </ac:spMkLst>
        </pc:spChg>
      </pc:sldChg>
      <pc:sldChg chg="modSp mod">
        <pc:chgData name="Hemavathi N" userId="03ffe50d-d8c4-450f-8767-16fec8f145ea" providerId="ADAL" clId="{F670BC12-C9CA-4FC8-99C4-9688C5EDF73A}" dt="2026-01-08T08:51:33.442" v="275" actId="20577"/>
        <pc:sldMkLst>
          <pc:docMk/>
          <pc:sldMk cId="0" sldId="264"/>
        </pc:sldMkLst>
        <pc:spChg chg="mod">
          <ac:chgData name="Hemavathi N" userId="03ffe50d-d8c4-450f-8767-16fec8f145ea" providerId="ADAL" clId="{F670BC12-C9CA-4FC8-99C4-9688C5EDF73A}" dt="2026-01-08T05:51:26.148" v="139" actId="20577"/>
          <ac:spMkLst>
            <pc:docMk/>
            <pc:sldMk cId="0" sldId="264"/>
            <ac:spMk id="2" creationId="{00000000-0000-0000-0000-000000000000}"/>
          </ac:spMkLst>
        </pc:spChg>
        <pc:spChg chg="mod">
          <ac:chgData name="Hemavathi N" userId="03ffe50d-d8c4-450f-8767-16fec8f145ea" providerId="ADAL" clId="{F670BC12-C9CA-4FC8-99C4-9688C5EDF73A}" dt="2026-01-08T08:51:33.442" v="275" actId="20577"/>
          <ac:spMkLst>
            <pc:docMk/>
            <pc:sldMk cId="0" sldId="264"/>
            <ac:spMk id="3" creationId="{00000000-0000-0000-0000-000000000000}"/>
          </ac:spMkLst>
        </pc:spChg>
      </pc:sldChg>
      <pc:sldChg chg="modSp mod">
        <pc:chgData name="Hemavathi N" userId="03ffe50d-d8c4-450f-8767-16fec8f145ea" providerId="ADAL" clId="{F670BC12-C9CA-4FC8-99C4-9688C5EDF73A}" dt="2026-01-08T09:01:04.013" v="282" actId="20577"/>
        <pc:sldMkLst>
          <pc:docMk/>
          <pc:sldMk cId="0" sldId="265"/>
        </pc:sldMkLst>
        <pc:spChg chg="mod">
          <ac:chgData name="Hemavathi N" userId="03ffe50d-d8c4-450f-8767-16fec8f145ea" providerId="ADAL" clId="{F670BC12-C9CA-4FC8-99C4-9688C5EDF73A}" dt="2026-01-08T09:01:04.013" v="282" actId="20577"/>
          <ac:spMkLst>
            <pc:docMk/>
            <pc:sldMk cId="0" sldId="265"/>
            <ac:spMk id="3" creationId="{00000000-0000-0000-0000-000000000000}"/>
          </ac:spMkLst>
        </pc:spChg>
      </pc:sldChg>
      <pc:sldChg chg="addSp delSp modSp new mod setBg">
        <pc:chgData name="Hemavathi N" userId="03ffe50d-d8c4-450f-8767-16fec8f145ea" providerId="ADAL" clId="{F670BC12-C9CA-4FC8-99C4-9688C5EDF73A}" dt="2026-01-09T08:28:16.328" v="303"/>
        <pc:sldMkLst>
          <pc:docMk/>
          <pc:sldMk cId="3882671747" sldId="267"/>
        </pc:sldMkLst>
        <pc:spChg chg="add">
          <ac:chgData name="Hemavathi N" userId="03ffe50d-d8c4-450f-8767-16fec8f145ea" providerId="ADAL" clId="{F670BC12-C9CA-4FC8-99C4-9688C5EDF73A}" dt="2026-01-08T05:58:31.904" v="174"/>
          <ac:spMkLst>
            <pc:docMk/>
            <pc:sldMk cId="3882671747" sldId="267"/>
            <ac:spMk id="2" creationId="{A961D6EA-13A1-7EB2-4311-3754269F9EBD}"/>
          </ac:spMkLst>
        </pc:spChg>
        <pc:spChg chg="add del mod">
          <ac:chgData name="Hemavathi N" userId="03ffe50d-d8c4-450f-8767-16fec8f145ea" providerId="ADAL" clId="{F670BC12-C9CA-4FC8-99C4-9688C5EDF73A}" dt="2026-01-08T06:09:39.998" v="213" actId="26606"/>
          <ac:spMkLst>
            <pc:docMk/>
            <pc:sldMk cId="3882671747" sldId="267"/>
            <ac:spMk id="3" creationId="{2EA8A526-30B8-266F-DB92-764A47F3F6A7}"/>
          </ac:spMkLst>
        </pc:spChg>
        <pc:spChg chg="add del mod">
          <ac:chgData name="Hemavathi N" userId="03ffe50d-d8c4-450f-8767-16fec8f145ea" providerId="ADAL" clId="{F670BC12-C9CA-4FC8-99C4-9688C5EDF73A}" dt="2026-01-08T06:09:15.154" v="212"/>
          <ac:spMkLst>
            <pc:docMk/>
            <pc:sldMk cId="3882671747" sldId="267"/>
            <ac:spMk id="4" creationId="{C91E075C-9163-FE45-3D46-20F45C1B8D1C}"/>
          </ac:spMkLst>
        </pc:spChg>
        <pc:spChg chg="add mod">
          <ac:chgData name="Hemavathi N" userId="03ffe50d-d8c4-450f-8767-16fec8f145ea" providerId="ADAL" clId="{F670BC12-C9CA-4FC8-99C4-9688C5EDF73A}" dt="2026-01-08T06:11:09.331" v="255" actId="20577"/>
          <ac:spMkLst>
            <pc:docMk/>
            <pc:sldMk cId="3882671747" sldId="267"/>
            <ac:spMk id="7" creationId="{D02D9EC2-58AD-2A0E-EF8D-8BD7AC8EF9AD}"/>
          </ac:spMkLst>
        </pc:spChg>
        <pc:spChg chg="add">
          <ac:chgData name="Hemavathi N" userId="03ffe50d-d8c4-450f-8767-16fec8f145ea" providerId="ADAL" clId="{F670BC12-C9CA-4FC8-99C4-9688C5EDF73A}" dt="2026-01-08T06:10:19.531" v="220" actId="26606"/>
          <ac:spMkLst>
            <pc:docMk/>
            <pc:sldMk cId="3882671747" sldId="267"/>
            <ac:spMk id="22" creationId="{BD11ECC6-8551-4768-8DFD-CD41AF420A37}"/>
          </ac:spMkLst>
        </pc:spChg>
        <pc:spChg chg="add">
          <ac:chgData name="Hemavathi N" userId="03ffe50d-d8c4-450f-8767-16fec8f145ea" providerId="ADAL" clId="{F670BC12-C9CA-4FC8-99C4-9688C5EDF73A}" dt="2026-01-08T06:10:19.531" v="220" actId="26606"/>
          <ac:spMkLst>
            <pc:docMk/>
            <pc:sldMk cId="3882671747" sldId="267"/>
            <ac:spMk id="35" creationId="{8E2EB503-A017-4457-A105-53638C97DEB8}"/>
          </ac:spMkLst>
        </pc:spChg>
        <pc:grpChg chg="add">
          <ac:chgData name="Hemavathi N" userId="03ffe50d-d8c4-450f-8767-16fec8f145ea" providerId="ADAL" clId="{F670BC12-C9CA-4FC8-99C4-9688C5EDF73A}" dt="2026-01-08T06:10:19.531" v="220" actId="26606"/>
          <ac:grpSpMkLst>
            <pc:docMk/>
            <pc:sldMk cId="3882671747" sldId="267"/>
            <ac:grpSpMk id="10" creationId="{D920209C-E85B-4D6F-A56F-724F5ADA811C}"/>
          </ac:grpSpMkLst>
        </pc:grpChg>
        <pc:grpChg chg="add">
          <ac:chgData name="Hemavathi N" userId="03ffe50d-d8c4-450f-8767-16fec8f145ea" providerId="ADAL" clId="{F670BC12-C9CA-4FC8-99C4-9688C5EDF73A}" dt="2026-01-08T06:10:19.531" v="220" actId="26606"/>
          <ac:grpSpMkLst>
            <pc:docMk/>
            <pc:sldMk cId="3882671747" sldId="267"/>
            <ac:grpSpMk id="24" creationId="{93657592-CA60-4F45-B1A0-88AA77242087}"/>
          </ac:grpSpMkLst>
        </pc:grpChg>
        <pc:graphicFrameChg chg="add mod modGraphic">
          <ac:chgData name="Hemavathi N" userId="03ffe50d-d8c4-450f-8767-16fec8f145ea" providerId="ADAL" clId="{F670BC12-C9CA-4FC8-99C4-9688C5EDF73A}" dt="2026-01-09T08:28:16.328" v="303"/>
          <ac:graphicFrameMkLst>
            <pc:docMk/>
            <pc:sldMk cId="3882671747" sldId="267"/>
            <ac:graphicFrameMk id="5" creationId="{F0CD2938-BEC9-E1B4-8478-E7F29B099BA6}"/>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6ED9C6-ED9D-438C-8CFF-CEE0EC2160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5F2D9F4-F6CD-4F5E-9157-39733AAF8438}">
      <dgm:prSet/>
      <dgm:spPr/>
      <dgm:t>
        <a:bodyPr/>
        <a:lstStyle/>
        <a:p>
          <a:r>
            <a:rPr lang="en-US" b="1"/>
            <a:t>Codebase Refactoring with GitHub Copilot</a:t>
          </a:r>
          <a:endParaRPr lang="en-US"/>
        </a:p>
      </dgm:t>
    </dgm:pt>
    <dgm:pt modelId="{F6139DEC-150C-4203-988A-8F72E87359BF}" type="parTrans" cxnId="{2DFA763B-28A3-4496-8B03-1FA6783D4A61}">
      <dgm:prSet/>
      <dgm:spPr/>
      <dgm:t>
        <a:bodyPr/>
        <a:lstStyle/>
        <a:p>
          <a:endParaRPr lang="en-US"/>
        </a:p>
      </dgm:t>
    </dgm:pt>
    <dgm:pt modelId="{CB3BB080-D0D5-45A6-9360-94C33A68EF53}" type="sibTrans" cxnId="{2DFA763B-28A3-4496-8B03-1FA6783D4A61}">
      <dgm:prSet/>
      <dgm:spPr/>
      <dgm:t>
        <a:bodyPr/>
        <a:lstStyle/>
        <a:p>
          <a:endParaRPr lang="en-US"/>
        </a:p>
      </dgm:t>
    </dgm:pt>
    <dgm:pt modelId="{34A66802-0D4E-4E98-8329-ACAE1FE0747A}">
      <dgm:prSet/>
      <dgm:spPr/>
      <dgm:t>
        <a:bodyPr/>
        <a:lstStyle/>
        <a:p>
          <a:r>
            <a:rPr lang="en-US" dirty="0"/>
            <a:t>Applying the Repository Pattern </a:t>
          </a:r>
        </a:p>
      </dgm:t>
    </dgm:pt>
    <dgm:pt modelId="{A030E145-0F6B-4884-8DFB-C06EFD22DD00}" type="parTrans" cxnId="{75E43CFC-4936-424A-B843-430DB7657037}">
      <dgm:prSet/>
      <dgm:spPr/>
      <dgm:t>
        <a:bodyPr/>
        <a:lstStyle/>
        <a:p>
          <a:endParaRPr lang="en-US"/>
        </a:p>
      </dgm:t>
    </dgm:pt>
    <dgm:pt modelId="{6BCAB63D-A0D1-477F-827B-CD6606A0D537}" type="sibTrans" cxnId="{75E43CFC-4936-424A-B843-430DB7657037}">
      <dgm:prSet/>
      <dgm:spPr/>
      <dgm:t>
        <a:bodyPr/>
        <a:lstStyle/>
        <a:p>
          <a:endParaRPr lang="en-US"/>
        </a:p>
      </dgm:t>
    </dgm:pt>
    <dgm:pt modelId="{E62AC61C-5DE4-4ED0-8E8B-64EC1B047EB7}">
      <dgm:prSet/>
      <dgm:spPr/>
      <dgm:t>
        <a:bodyPr/>
        <a:lstStyle/>
        <a:p>
          <a:r>
            <a:rPr lang="en-US" b="1" dirty="0"/>
            <a:t>Expanding Test Coverage with Copilot</a:t>
          </a:r>
          <a:endParaRPr lang="en-US" dirty="0"/>
        </a:p>
      </dgm:t>
    </dgm:pt>
    <dgm:pt modelId="{707D4A0D-70C8-4F54-83D5-7B38412B1092}" type="parTrans" cxnId="{98AA7DB8-09E1-4822-B928-BAE462692BE5}">
      <dgm:prSet/>
      <dgm:spPr/>
      <dgm:t>
        <a:bodyPr/>
        <a:lstStyle/>
        <a:p>
          <a:endParaRPr lang="en-US"/>
        </a:p>
      </dgm:t>
    </dgm:pt>
    <dgm:pt modelId="{8B4B50C4-D9BD-47B4-B851-EA4EA202E427}" type="sibTrans" cxnId="{98AA7DB8-09E1-4822-B928-BAE462692BE5}">
      <dgm:prSet/>
      <dgm:spPr/>
      <dgm:t>
        <a:bodyPr/>
        <a:lstStyle/>
        <a:p>
          <a:endParaRPr lang="en-US"/>
        </a:p>
      </dgm:t>
    </dgm:pt>
    <dgm:pt modelId="{FFC1CE41-156B-4F32-AE2F-5FE5A232EC13}">
      <dgm:prSet/>
      <dgm:spPr/>
      <dgm:t>
        <a:bodyPr/>
        <a:lstStyle/>
        <a:p>
          <a:r>
            <a:rPr lang="en-US"/>
            <a:t>Generating integration test suites</a:t>
          </a:r>
        </a:p>
      </dgm:t>
    </dgm:pt>
    <dgm:pt modelId="{E1DF4E77-086A-42F0-92B1-8543B95164F8}" type="parTrans" cxnId="{3D9D50C0-D037-4E8B-ACF4-8A649E1F037D}">
      <dgm:prSet/>
      <dgm:spPr/>
      <dgm:t>
        <a:bodyPr/>
        <a:lstStyle/>
        <a:p>
          <a:endParaRPr lang="en-US"/>
        </a:p>
      </dgm:t>
    </dgm:pt>
    <dgm:pt modelId="{012AA91A-1314-42E7-AAD1-1BAAE33314B5}" type="sibTrans" cxnId="{3D9D50C0-D037-4E8B-ACF4-8A649E1F037D}">
      <dgm:prSet/>
      <dgm:spPr/>
      <dgm:t>
        <a:bodyPr/>
        <a:lstStyle/>
        <a:p>
          <a:endParaRPr lang="en-US"/>
        </a:p>
      </dgm:t>
    </dgm:pt>
    <dgm:pt modelId="{9EF486C7-DD9B-4327-A90F-8602E0E89DC3}">
      <dgm:prSet/>
      <dgm:spPr/>
      <dgm:t>
        <a:bodyPr/>
        <a:lstStyle/>
        <a:p>
          <a:r>
            <a:rPr lang="en-US" b="1"/>
            <a:t>Mock Generation for Isolated Testing</a:t>
          </a:r>
          <a:endParaRPr lang="en-US"/>
        </a:p>
      </dgm:t>
    </dgm:pt>
    <dgm:pt modelId="{1D3C096D-5821-46E9-B1F9-706A5440D103}" type="parTrans" cxnId="{46485BE0-FB1D-4F03-A1F3-6818D06BFC2B}">
      <dgm:prSet/>
      <dgm:spPr/>
      <dgm:t>
        <a:bodyPr/>
        <a:lstStyle/>
        <a:p>
          <a:endParaRPr lang="en-US"/>
        </a:p>
      </dgm:t>
    </dgm:pt>
    <dgm:pt modelId="{0592FAEE-A1B1-438E-AAB3-438F0E8F1CE5}" type="sibTrans" cxnId="{46485BE0-FB1D-4F03-A1F3-6818D06BFC2B}">
      <dgm:prSet/>
      <dgm:spPr/>
      <dgm:t>
        <a:bodyPr/>
        <a:lstStyle/>
        <a:p>
          <a:endParaRPr lang="en-US"/>
        </a:p>
      </dgm:t>
    </dgm:pt>
    <dgm:pt modelId="{1F546F61-D489-4F6D-8A90-373B3741021B}">
      <dgm:prSet/>
      <dgm:spPr/>
      <dgm:t>
        <a:bodyPr/>
        <a:lstStyle/>
        <a:p>
          <a:r>
            <a:rPr lang="en-US"/>
            <a:t>Creating mocks for external dependencies</a:t>
          </a:r>
        </a:p>
      </dgm:t>
    </dgm:pt>
    <dgm:pt modelId="{9B14774B-F4A7-4D8C-82EF-F26622947130}" type="parTrans" cxnId="{51FF81F4-591C-4207-B77C-CAE17F4807BF}">
      <dgm:prSet/>
      <dgm:spPr/>
      <dgm:t>
        <a:bodyPr/>
        <a:lstStyle/>
        <a:p>
          <a:endParaRPr lang="en-US"/>
        </a:p>
      </dgm:t>
    </dgm:pt>
    <dgm:pt modelId="{8F575182-7F19-4B38-B57C-521A92387061}" type="sibTrans" cxnId="{51FF81F4-591C-4207-B77C-CAE17F4807BF}">
      <dgm:prSet/>
      <dgm:spPr/>
      <dgm:t>
        <a:bodyPr/>
        <a:lstStyle/>
        <a:p>
          <a:endParaRPr lang="en-US"/>
        </a:p>
      </dgm:t>
    </dgm:pt>
    <dgm:pt modelId="{B25E6CB5-4ACB-4DC7-A394-9C1C9DC4D605}">
      <dgm:prSet/>
      <dgm:spPr/>
      <dgm:t>
        <a:bodyPr/>
        <a:lstStyle/>
        <a:p>
          <a:r>
            <a:rPr lang="en-US" b="1" dirty="0"/>
            <a:t>Test Data Management with Factories</a:t>
          </a:r>
          <a:endParaRPr lang="en-US" dirty="0"/>
        </a:p>
      </dgm:t>
    </dgm:pt>
    <dgm:pt modelId="{2AD49BA8-DCAE-4765-99D6-97DA39AF3BC6}" type="parTrans" cxnId="{3DAC1336-9301-457F-A40A-4A5D1F9C73DD}">
      <dgm:prSet/>
      <dgm:spPr/>
      <dgm:t>
        <a:bodyPr/>
        <a:lstStyle/>
        <a:p>
          <a:endParaRPr lang="en-US"/>
        </a:p>
      </dgm:t>
    </dgm:pt>
    <dgm:pt modelId="{586A20D0-B27A-42A0-A209-46C9378B3E4C}" type="sibTrans" cxnId="{3DAC1336-9301-457F-A40A-4A5D1F9C73DD}">
      <dgm:prSet/>
      <dgm:spPr/>
      <dgm:t>
        <a:bodyPr/>
        <a:lstStyle/>
        <a:p>
          <a:endParaRPr lang="en-US"/>
        </a:p>
      </dgm:t>
    </dgm:pt>
    <dgm:pt modelId="{04DD4B5E-3BDD-4497-9BA2-CBDCD4607EF0}">
      <dgm:prSet/>
      <dgm:spPr/>
      <dgm:t>
        <a:bodyPr/>
        <a:lstStyle/>
        <a:p>
          <a:r>
            <a:rPr lang="en-US" dirty="0"/>
            <a:t>Generating reusable test data factories</a:t>
          </a:r>
        </a:p>
      </dgm:t>
    </dgm:pt>
    <dgm:pt modelId="{AFA7BEA2-58AE-446C-954B-35A4363A5B15}" type="parTrans" cxnId="{3127822C-B1B3-440B-9A14-9749130741BE}">
      <dgm:prSet/>
      <dgm:spPr/>
      <dgm:t>
        <a:bodyPr/>
        <a:lstStyle/>
        <a:p>
          <a:endParaRPr lang="en-US"/>
        </a:p>
      </dgm:t>
    </dgm:pt>
    <dgm:pt modelId="{2288C925-15D7-4DB2-9AE4-A8566E47BDCD}" type="sibTrans" cxnId="{3127822C-B1B3-440B-9A14-9749130741BE}">
      <dgm:prSet/>
      <dgm:spPr/>
      <dgm:t>
        <a:bodyPr/>
        <a:lstStyle/>
        <a:p>
          <a:endParaRPr lang="en-US"/>
        </a:p>
      </dgm:t>
    </dgm:pt>
    <dgm:pt modelId="{DB45C06E-82FD-4E5D-B528-D893927397DA}" type="pres">
      <dgm:prSet presAssocID="{7C6ED9C6-ED9D-438C-8CFF-CEE0EC2160BD}" presName="linear" presStyleCnt="0">
        <dgm:presLayoutVars>
          <dgm:dir/>
          <dgm:animLvl val="lvl"/>
          <dgm:resizeHandles val="exact"/>
        </dgm:presLayoutVars>
      </dgm:prSet>
      <dgm:spPr/>
    </dgm:pt>
    <dgm:pt modelId="{5E125FB6-33DF-4ED9-A35C-9040710FF1AE}" type="pres">
      <dgm:prSet presAssocID="{B5F2D9F4-F6CD-4F5E-9157-39733AAF8438}" presName="parentLin" presStyleCnt="0"/>
      <dgm:spPr/>
    </dgm:pt>
    <dgm:pt modelId="{3CC66823-2F7E-498F-9F2C-29E8A0B76D78}" type="pres">
      <dgm:prSet presAssocID="{B5F2D9F4-F6CD-4F5E-9157-39733AAF8438}" presName="parentLeftMargin" presStyleLbl="node1" presStyleIdx="0" presStyleCnt="4"/>
      <dgm:spPr/>
    </dgm:pt>
    <dgm:pt modelId="{20499983-B11A-433A-8D7D-CC886C4FA1D3}" type="pres">
      <dgm:prSet presAssocID="{B5F2D9F4-F6CD-4F5E-9157-39733AAF8438}" presName="parentText" presStyleLbl="node1" presStyleIdx="0" presStyleCnt="4">
        <dgm:presLayoutVars>
          <dgm:chMax val="0"/>
          <dgm:bulletEnabled val="1"/>
        </dgm:presLayoutVars>
      </dgm:prSet>
      <dgm:spPr/>
    </dgm:pt>
    <dgm:pt modelId="{77025ABB-53C7-40C3-BF62-5F8BD7AB3B50}" type="pres">
      <dgm:prSet presAssocID="{B5F2D9F4-F6CD-4F5E-9157-39733AAF8438}" presName="negativeSpace" presStyleCnt="0"/>
      <dgm:spPr/>
    </dgm:pt>
    <dgm:pt modelId="{42E0B7F2-2C85-4B7D-A14F-9275F9D77CB3}" type="pres">
      <dgm:prSet presAssocID="{B5F2D9F4-F6CD-4F5E-9157-39733AAF8438}" presName="childText" presStyleLbl="conFgAcc1" presStyleIdx="0" presStyleCnt="4">
        <dgm:presLayoutVars>
          <dgm:bulletEnabled val="1"/>
        </dgm:presLayoutVars>
      </dgm:prSet>
      <dgm:spPr/>
    </dgm:pt>
    <dgm:pt modelId="{540641ED-871B-4A7B-8571-1971FE520D2E}" type="pres">
      <dgm:prSet presAssocID="{CB3BB080-D0D5-45A6-9360-94C33A68EF53}" presName="spaceBetweenRectangles" presStyleCnt="0"/>
      <dgm:spPr/>
    </dgm:pt>
    <dgm:pt modelId="{500FE704-5E1A-4E93-A44C-7FC4417DA5FE}" type="pres">
      <dgm:prSet presAssocID="{9EF486C7-DD9B-4327-A90F-8602E0E89DC3}" presName="parentLin" presStyleCnt="0"/>
      <dgm:spPr/>
    </dgm:pt>
    <dgm:pt modelId="{20290F0B-1DCC-4BEE-983B-E33971049006}" type="pres">
      <dgm:prSet presAssocID="{9EF486C7-DD9B-4327-A90F-8602E0E89DC3}" presName="parentLeftMargin" presStyleLbl="node1" presStyleIdx="0" presStyleCnt="4"/>
      <dgm:spPr/>
    </dgm:pt>
    <dgm:pt modelId="{E0AE5A9D-56D7-46B6-B40C-1A260FFEAAB8}" type="pres">
      <dgm:prSet presAssocID="{9EF486C7-DD9B-4327-A90F-8602E0E89DC3}" presName="parentText" presStyleLbl="node1" presStyleIdx="1" presStyleCnt="4">
        <dgm:presLayoutVars>
          <dgm:chMax val="0"/>
          <dgm:bulletEnabled val="1"/>
        </dgm:presLayoutVars>
      </dgm:prSet>
      <dgm:spPr/>
    </dgm:pt>
    <dgm:pt modelId="{6E6D4D47-BBC2-4819-B27A-E368696CD0FA}" type="pres">
      <dgm:prSet presAssocID="{9EF486C7-DD9B-4327-A90F-8602E0E89DC3}" presName="negativeSpace" presStyleCnt="0"/>
      <dgm:spPr/>
    </dgm:pt>
    <dgm:pt modelId="{B4D039A4-829B-4E05-BADE-A110732AE240}" type="pres">
      <dgm:prSet presAssocID="{9EF486C7-DD9B-4327-A90F-8602E0E89DC3}" presName="childText" presStyleLbl="conFgAcc1" presStyleIdx="1" presStyleCnt="4">
        <dgm:presLayoutVars>
          <dgm:bulletEnabled val="1"/>
        </dgm:presLayoutVars>
      </dgm:prSet>
      <dgm:spPr/>
    </dgm:pt>
    <dgm:pt modelId="{AB74461F-6011-4BA5-BFB8-F8B0B4F76D07}" type="pres">
      <dgm:prSet presAssocID="{0592FAEE-A1B1-438E-AAB3-438F0E8F1CE5}" presName="spaceBetweenRectangles" presStyleCnt="0"/>
      <dgm:spPr/>
    </dgm:pt>
    <dgm:pt modelId="{1CBCD44E-B7E6-42BE-BE88-EFBDE4599B4E}" type="pres">
      <dgm:prSet presAssocID="{B25E6CB5-4ACB-4DC7-A394-9C1C9DC4D605}" presName="parentLin" presStyleCnt="0"/>
      <dgm:spPr/>
    </dgm:pt>
    <dgm:pt modelId="{9BA69BA7-D48E-4E54-B839-3868E71CC42B}" type="pres">
      <dgm:prSet presAssocID="{B25E6CB5-4ACB-4DC7-A394-9C1C9DC4D605}" presName="parentLeftMargin" presStyleLbl="node1" presStyleIdx="1" presStyleCnt="4"/>
      <dgm:spPr/>
    </dgm:pt>
    <dgm:pt modelId="{7622A6F9-2A36-4BCE-891F-C3CB760D30EA}" type="pres">
      <dgm:prSet presAssocID="{B25E6CB5-4ACB-4DC7-A394-9C1C9DC4D605}" presName="parentText" presStyleLbl="node1" presStyleIdx="2" presStyleCnt="4">
        <dgm:presLayoutVars>
          <dgm:chMax val="0"/>
          <dgm:bulletEnabled val="1"/>
        </dgm:presLayoutVars>
      </dgm:prSet>
      <dgm:spPr/>
    </dgm:pt>
    <dgm:pt modelId="{25A31397-7DAF-4013-A629-9F24352684A1}" type="pres">
      <dgm:prSet presAssocID="{B25E6CB5-4ACB-4DC7-A394-9C1C9DC4D605}" presName="negativeSpace" presStyleCnt="0"/>
      <dgm:spPr/>
    </dgm:pt>
    <dgm:pt modelId="{B9DBE8BA-5FFA-4800-8DA9-746409569340}" type="pres">
      <dgm:prSet presAssocID="{B25E6CB5-4ACB-4DC7-A394-9C1C9DC4D605}" presName="childText" presStyleLbl="conFgAcc1" presStyleIdx="2" presStyleCnt="4">
        <dgm:presLayoutVars>
          <dgm:bulletEnabled val="1"/>
        </dgm:presLayoutVars>
      </dgm:prSet>
      <dgm:spPr/>
    </dgm:pt>
    <dgm:pt modelId="{3DA91EF9-1A18-463C-B4EB-46064433066F}" type="pres">
      <dgm:prSet presAssocID="{586A20D0-B27A-42A0-A209-46C9378B3E4C}" presName="spaceBetweenRectangles" presStyleCnt="0"/>
      <dgm:spPr/>
    </dgm:pt>
    <dgm:pt modelId="{5AAB1615-20DA-48E7-AFB1-19943E3DC2A9}" type="pres">
      <dgm:prSet presAssocID="{E62AC61C-5DE4-4ED0-8E8B-64EC1B047EB7}" presName="parentLin" presStyleCnt="0"/>
      <dgm:spPr/>
    </dgm:pt>
    <dgm:pt modelId="{9DCEAAB0-6D23-4421-92D5-042F47D8C4C5}" type="pres">
      <dgm:prSet presAssocID="{E62AC61C-5DE4-4ED0-8E8B-64EC1B047EB7}" presName="parentLeftMargin" presStyleLbl="node1" presStyleIdx="2" presStyleCnt="4"/>
      <dgm:spPr/>
    </dgm:pt>
    <dgm:pt modelId="{8397A9AE-F50C-4BCC-888B-F79BF181981E}" type="pres">
      <dgm:prSet presAssocID="{E62AC61C-5DE4-4ED0-8E8B-64EC1B047EB7}" presName="parentText" presStyleLbl="node1" presStyleIdx="3" presStyleCnt="4">
        <dgm:presLayoutVars>
          <dgm:chMax val="0"/>
          <dgm:bulletEnabled val="1"/>
        </dgm:presLayoutVars>
      </dgm:prSet>
      <dgm:spPr/>
    </dgm:pt>
    <dgm:pt modelId="{4AA840D6-6418-49BE-8CDC-0DAC6449683B}" type="pres">
      <dgm:prSet presAssocID="{E62AC61C-5DE4-4ED0-8E8B-64EC1B047EB7}" presName="negativeSpace" presStyleCnt="0"/>
      <dgm:spPr/>
    </dgm:pt>
    <dgm:pt modelId="{C4E777D7-FA04-4266-BABA-10FE491DB90E}" type="pres">
      <dgm:prSet presAssocID="{E62AC61C-5DE4-4ED0-8E8B-64EC1B047EB7}" presName="childText" presStyleLbl="conFgAcc1" presStyleIdx="3" presStyleCnt="4">
        <dgm:presLayoutVars>
          <dgm:bulletEnabled val="1"/>
        </dgm:presLayoutVars>
      </dgm:prSet>
      <dgm:spPr/>
    </dgm:pt>
  </dgm:ptLst>
  <dgm:cxnLst>
    <dgm:cxn modelId="{CADF5905-5B8E-439E-B58C-7C2667C6AB44}" type="presOf" srcId="{B25E6CB5-4ACB-4DC7-A394-9C1C9DC4D605}" destId="{9BA69BA7-D48E-4E54-B839-3868E71CC42B}" srcOrd="0" destOrd="0" presId="urn:microsoft.com/office/officeart/2005/8/layout/list1"/>
    <dgm:cxn modelId="{C0CA4709-35E8-4D20-B614-ECD6A05C5A3E}" type="presOf" srcId="{34A66802-0D4E-4E98-8329-ACAE1FE0747A}" destId="{42E0B7F2-2C85-4B7D-A14F-9275F9D77CB3}" srcOrd="0" destOrd="0" presId="urn:microsoft.com/office/officeart/2005/8/layout/list1"/>
    <dgm:cxn modelId="{AF28340C-7A0D-43CC-A3DE-5C74DAC22A00}" type="presOf" srcId="{B25E6CB5-4ACB-4DC7-A394-9C1C9DC4D605}" destId="{7622A6F9-2A36-4BCE-891F-C3CB760D30EA}" srcOrd="1" destOrd="0" presId="urn:microsoft.com/office/officeart/2005/8/layout/list1"/>
    <dgm:cxn modelId="{EF8DE115-6191-4843-840C-206FB734AB39}" type="presOf" srcId="{B5F2D9F4-F6CD-4F5E-9157-39733AAF8438}" destId="{20499983-B11A-433A-8D7D-CC886C4FA1D3}" srcOrd="1" destOrd="0" presId="urn:microsoft.com/office/officeart/2005/8/layout/list1"/>
    <dgm:cxn modelId="{E9DD7124-C694-4294-AE68-D01E709C8898}" type="presOf" srcId="{7C6ED9C6-ED9D-438C-8CFF-CEE0EC2160BD}" destId="{DB45C06E-82FD-4E5D-B528-D893927397DA}" srcOrd="0" destOrd="0" presId="urn:microsoft.com/office/officeart/2005/8/layout/list1"/>
    <dgm:cxn modelId="{3127822C-B1B3-440B-9A14-9749130741BE}" srcId="{B25E6CB5-4ACB-4DC7-A394-9C1C9DC4D605}" destId="{04DD4B5E-3BDD-4497-9BA2-CBDCD4607EF0}" srcOrd="0" destOrd="0" parTransId="{AFA7BEA2-58AE-446C-954B-35A4363A5B15}" sibTransId="{2288C925-15D7-4DB2-9AE4-A8566E47BDCD}"/>
    <dgm:cxn modelId="{3DAC1336-9301-457F-A40A-4A5D1F9C73DD}" srcId="{7C6ED9C6-ED9D-438C-8CFF-CEE0EC2160BD}" destId="{B25E6CB5-4ACB-4DC7-A394-9C1C9DC4D605}" srcOrd="2" destOrd="0" parTransId="{2AD49BA8-DCAE-4765-99D6-97DA39AF3BC6}" sibTransId="{586A20D0-B27A-42A0-A209-46C9378B3E4C}"/>
    <dgm:cxn modelId="{54A9183B-F7C3-48A8-8F97-B6CA7DA2501A}" type="presOf" srcId="{E62AC61C-5DE4-4ED0-8E8B-64EC1B047EB7}" destId="{9DCEAAB0-6D23-4421-92D5-042F47D8C4C5}" srcOrd="0" destOrd="0" presId="urn:microsoft.com/office/officeart/2005/8/layout/list1"/>
    <dgm:cxn modelId="{2DFA763B-28A3-4496-8B03-1FA6783D4A61}" srcId="{7C6ED9C6-ED9D-438C-8CFF-CEE0EC2160BD}" destId="{B5F2D9F4-F6CD-4F5E-9157-39733AAF8438}" srcOrd="0" destOrd="0" parTransId="{F6139DEC-150C-4203-988A-8F72E87359BF}" sibTransId="{CB3BB080-D0D5-45A6-9360-94C33A68EF53}"/>
    <dgm:cxn modelId="{0E229E43-D43D-4803-9876-7B478187FCC8}" type="presOf" srcId="{04DD4B5E-3BDD-4497-9BA2-CBDCD4607EF0}" destId="{B9DBE8BA-5FFA-4800-8DA9-746409569340}" srcOrd="0" destOrd="0" presId="urn:microsoft.com/office/officeart/2005/8/layout/list1"/>
    <dgm:cxn modelId="{27F58B89-5B6F-4EF4-BACA-E3FE583C7312}" type="presOf" srcId="{E62AC61C-5DE4-4ED0-8E8B-64EC1B047EB7}" destId="{8397A9AE-F50C-4BCC-888B-F79BF181981E}" srcOrd="1" destOrd="0" presId="urn:microsoft.com/office/officeart/2005/8/layout/list1"/>
    <dgm:cxn modelId="{202F7D96-DCDC-47D3-B07F-1CA78396A33E}" type="presOf" srcId="{9EF486C7-DD9B-4327-A90F-8602E0E89DC3}" destId="{20290F0B-1DCC-4BEE-983B-E33971049006}" srcOrd="0" destOrd="0" presId="urn:microsoft.com/office/officeart/2005/8/layout/list1"/>
    <dgm:cxn modelId="{007B6199-3AF7-4D38-B71F-29CAA9D3FE4F}" type="presOf" srcId="{9EF486C7-DD9B-4327-A90F-8602E0E89DC3}" destId="{E0AE5A9D-56D7-46B6-B40C-1A260FFEAAB8}" srcOrd="1" destOrd="0" presId="urn:microsoft.com/office/officeart/2005/8/layout/list1"/>
    <dgm:cxn modelId="{F5163E9C-94B2-460D-9CA3-6D7BAF9E444E}" type="presOf" srcId="{1F546F61-D489-4F6D-8A90-373B3741021B}" destId="{B4D039A4-829B-4E05-BADE-A110732AE240}" srcOrd="0" destOrd="0" presId="urn:microsoft.com/office/officeart/2005/8/layout/list1"/>
    <dgm:cxn modelId="{F3C90EAE-F3A2-40E0-BDC5-99D4F02E5603}" type="presOf" srcId="{FFC1CE41-156B-4F32-AE2F-5FE5A232EC13}" destId="{C4E777D7-FA04-4266-BABA-10FE491DB90E}" srcOrd="0" destOrd="0" presId="urn:microsoft.com/office/officeart/2005/8/layout/list1"/>
    <dgm:cxn modelId="{98AA7DB8-09E1-4822-B928-BAE462692BE5}" srcId="{7C6ED9C6-ED9D-438C-8CFF-CEE0EC2160BD}" destId="{E62AC61C-5DE4-4ED0-8E8B-64EC1B047EB7}" srcOrd="3" destOrd="0" parTransId="{707D4A0D-70C8-4F54-83D5-7B38412B1092}" sibTransId="{8B4B50C4-D9BD-47B4-B851-EA4EA202E427}"/>
    <dgm:cxn modelId="{3D9D50C0-D037-4E8B-ACF4-8A649E1F037D}" srcId="{E62AC61C-5DE4-4ED0-8E8B-64EC1B047EB7}" destId="{FFC1CE41-156B-4F32-AE2F-5FE5A232EC13}" srcOrd="0" destOrd="0" parTransId="{E1DF4E77-086A-42F0-92B1-8543B95164F8}" sibTransId="{012AA91A-1314-42E7-AAD1-1BAAE33314B5}"/>
    <dgm:cxn modelId="{46485BE0-FB1D-4F03-A1F3-6818D06BFC2B}" srcId="{7C6ED9C6-ED9D-438C-8CFF-CEE0EC2160BD}" destId="{9EF486C7-DD9B-4327-A90F-8602E0E89DC3}" srcOrd="1" destOrd="0" parTransId="{1D3C096D-5821-46E9-B1F9-706A5440D103}" sibTransId="{0592FAEE-A1B1-438E-AAB3-438F0E8F1CE5}"/>
    <dgm:cxn modelId="{1C2C0EED-EB4E-4F74-A3BE-301B85ACC7AB}" type="presOf" srcId="{B5F2D9F4-F6CD-4F5E-9157-39733AAF8438}" destId="{3CC66823-2F7E-498F-9F2C-29E8A0B76D78}" srcOrd="0" destOrd="0" presId="urn:microsoft.com/office/officeart/2005/8/layout/list1"/>
    <dgm:cxn modelId="{51FF81F4-591C-4207-B77C-CAE17F4807BF}" srcId="{9EF486C7-DD9B-4327-A90F-8602E0E89DC3}" destId="{1F546F61-D489-4F6D-8A90-373B3741021B}" srcOrd="0" destOrd="0" parTransId="{9B14774B-F4A7-4D8C-82EF-F26622947130}" sibTransId="{8F575182-7F19-4B38-B57C-521A92387061}"/>
    <dgm:cxn modelId="{75E43CFC-4936-424A-B843-430DB7657037}" srcId="{B5F2D9F4-F6CD-4F5E-9157-39733AAF8438}" destId="{34A66802-0D4E-4E98-8329-ACAE1FE0747A}" srcOrd="0" destOrd="0" parTransId="{A030E145-0F6B-4884-8DFB-C06EFD22DD00}" sibTransId="{6BCAB63D-A0D1-477F-827B-CD6606A0D537}"/>
    <dgm:cxn modelId="{BB97442A-FDD2-4A62-91A9-9E4E2C2A202F}" type="presParOf" srcId="{DB45C06E-82FD-4E5D-B528-D893927397DA}" destId="{5E125FB6-33DF-4ED9-A35C-9040710FF1AE}" srcOrd="0" destOrd="0" presId="urn:microsoft.com/office/officeart/2005/8/layout/list1"/>
    <dgm:cxn modelId="{35A7B022-B192-45B3-9365-BC5CC6B2D5AC}" type="presParOf" srcId="{5E125FB6-33DF-4ED9-A35C-9040710FF1AE}" destId="{3CC66823-2F7E-498F-9F2C-29E8A0B76D78}" srcOrd="0" destOrd="0" presId="urn:microsoft.com/office/officeart/2005/8/layout/list1"/>
    <dgm:cxn modelId="{8088E629-0615-4539-BA22-086E23591454}" type="presParOf" srcId="{5E125FB6-33DF-4ED9-A35C-9040710FF1AE}" destId="{20499983-B11A-433A-8D7D-CC886C4FA1D3}" srcOrd="1" destOrd="0" presId="urn:microsoft.com/office/officeart/2005/8/layout/list1"/>
    <dgm:cxn modelId="{D4A71A2B-6736-4F99-B167-337FE1465F1A}" type="presParOf" srcId="{DB45C06E-82FD-4E5D-B528-D893927397DA}" destId="{77025ABB-53C7-40C3-BF62-5F8BD7AB3B50}" srcOrd="1" destOrd="0" presId="urn:microsoft.com/office/officeart/2005/8/layout/list1"/>
    <dgm:cxn modelId="{D911F70B-02F2-4BE0-8758-F95E2A74FBA0}" type="presParOf" srcId="{DB45C06E-82FD-4E5D-B528-D893927397DA}" destId="{42E0B7F2-2C85-4B7D-A14F-9275F9D77CB3}" srcOrd="2" destOrd="0" presId="urn:microsoft.com/office/officeart/2005/8/layout/list1"/>
    <dgm:cxn modelId="{07F309B8-67AA-4B5B-BF17-1657EEE652E1}" type="presParOf" srcId="{DB45C06E-82FD-4E5D-B528-D893927397DA}" destId="{540641ED-871B-4A7B-8571-1971FE520D2E}" srcOrd="3" destOrd="0" presId="urn:microsoft.com/office/officeart/2005/8/layout/list1"/>
    <dgm:cxn modelId="{374EB732-C43F-4A87-BC7C-3F7154BE8814}" type="presParOf" srcId="{DB45C06E-82FD-4E5D-B528-D893927397DA}" destId="{500FE704-5E1A-4E93-A44C-7FC4417DA5FE}" srcOrd="4" destOrd="0" presId="urn:microsoft.com/office/officeart/2005/8/layout/list1"/>
    <dgm:cxn modelId="{DF77C2C3-0677-417A-80EF-A856C510B0D7}" type="presParOf" srcId="{500FE704-5E1A-4E93-A44C-7FC4417DA5FE}" destId="{20290F0B-1DCC-4BEE-983B-E33971049006}" srcOrd="0" destOrd="0" presId="urn:microsoft.com/office/officeart/2005/8/layout/list1"/>
    <dgm:cxn modelId="{63659D8F-FF39-4D38-A461-05068E39BED2}" type="presParOf" srcId="{500FE704-5E1A-4E93-A44C-7FC4417DA5FE}" destId="{E0AE5A9D-56D7-46B6-B40C-1A260FFEAAB8}" srcOrd="1" destOrd="0" presId="urn:microsoft.com/office/officeart/2005/8/layout/list1"/>
    <dgm:cxn modelId="{7DAC4550-D427-44C6-94FA-ECC2CBC6F026}" type="presParOf" srcId="{DB45C06E-82FD-4E5D-B528-D893927397DA}" destId="{6E6D4D47-BBC2-4819-B27A-E368696CD0FA}" srcOrd="5" destOrd="0" presId="urn:microsoft.com/office/officeart/2005/8/layout/list1"/>
    <dgm:cxn modelId="{F8092E2F-1B35-481A-B4EC-A721F933EDEF}" type="presParOf" srcId="{DB45C06E-82FD-4E5D-B528-D893927397DA}" destId="{B4D039A4-829B-4E05-BADE-A110732AE240}" srcOrd="6" destOrd="0" presId="urn:microsoft.com/office/officeart/2005/8/layout/list1"/>
    <dgm:cxn modelId="{8B1A61B3-B527-4D02-87DE-1BF902E3AE1C}" type="presParOf" srcId="{DB45C06E-82FD-4E5D-B528-D893927397DA}" destId="{AB74461F-6011-4BA5-BFB8-F8B0B4F76D07}" srcOrd="7" destOrd="0" presId="urn:microsoft.com/office/officeart/2005/8/layout/list1"/>
    <dgm:cxn modelId="{EFC21514-A4FF-4DC9-8364-B8899D1980B0}" type="presParOf" srcId="{DB45C06E-82FD-4E5D-B528-D893927397DA}" destId="{1CBCD44E-B7E6-42BE-BE88-EFBDE4599B4E}" srcOrd="8" destOrd="0" presId="urn:microsoft.com/office/officeart/2005/8/layout/list1"/>
    <dgm:cxn modelId="{88CA294C-8FE0-49DE-A07B-56D8E0E5A5C4}" type="presParOf" srcId="{1CBCD44E-B7E6-42BE-BE88-EFBDE4599B4E}" destId="{9BA69BA7-D48E-4E54-B839-3868E71CC42B}" srcOrd="0" destOrd="0" presId="urn:microsoft.com/office/officeart/2005/8/layout/list1"/>
    <dgm:cxn modelId="{AFDFAC1F-1676-4962-A125-03CA19CF2B59}" type="presParOf" srcId="{1CBCD44E-B7E6-42BE-BE88-EFBDE4599B4E}" destId="{7622A6F9-2A36-4BCE-891F-C3CB760D30EA}" srcOrd="1" destOrd="0" presId="urn:microsoft.com/office/officeart/2005/8/layout/list1"/>
    <dgm:cxn modelId="{B9FB2182-0EDC-4045-9A1C-C9302D52211B}" type="presParOf" srcId="{DB45C06E-82FD-4E5D-B528-D893927397DA}" destId="{25A31397-7DAF-4013-A629-9F24352684A1}" srcOrd="9" destOrd="0" presId="urn:microsoft.com/office/officeart/2005/8/layout/list1"/>
    <dgm:cxn modelId="{AF086C23-BC2E-42F4-B8CC-8E348517F014}" type="presParOf" srcId="{DB45C06E-82FD-4E5D-B528-D893927397DA}" destId="{B9DBE8BA-5FFA-4800-8DA9-746409569340}" srcOrd="10" destOrd="0" presId="urn:microsoft.com/office/officeart/2005/8/layout/list1"/>
    <dgm:cxn modelId="{F14B0C37-48EE-43B4-A49B-156DD681621C}" type="presParOf" srcId="{DB45C06E-82FD-4E5D-B528-D893927397DA}" destId="{3DA91EF9-1A18-463C-B4EB-46064433066F}" srcOrd="11" destOrd="0" presId="urn:microsoft.com/office/officeart/2005/8/layout/list1"/>
    <dgm:cxn modelId="{26C18C5D-1260-4752-AEF3-64F01B5F5349}" type="presParOf" srcId="{DB45C06E-82FD-4E5D-B528-D893927397DA}" destId="{5AAB1615-20DA-48E7-AFB1-19943E3DC2A9}" srcOrd="12" destOrd="0" presId="urn:microsoft.com/office/officeart/2005/8/layout/list1"/>
    <dgm:cxn modelId="{8B06A979-35E6-44CB-AE61-A5AC4B7A9CA0}" type="presParOf" srcId="{5AAB1615-20DA-48E7-AFB1-19943E3DC2A9}" destId="{9DCEAAB0-6D23-4421-92D5-042F47D8C4C5}" srcOrd="0" destOrd="0" presId="urn:microsoft.com/office/officeart/2005/8/layout/list1"/>
    <dgm:cxn modelId="{4BAEE7F1-EA99-43B0-A9F6-B425CD8C13B7}" type="presParOf" srcId="{5AAB1615-20DA-48E7-AFB1-19943E3DC2A9}" destId="{8397A9AE-F50C-4BCC-888B-F79BF181981E}" srcOrd="1" destOrd="0" presId="urn:microsoft.com/office/officeart/2005/8/layout/list1"/>
    <dgm:cxn modelId="{1A193D21-40BE-4AF7-9072-4C7423FF4B85}" type="presParOf" srcId="{DB45C06E-82FD-4E5D-B528-D893927397DA}" destId="{4AA840D6-6418-49BE-8CDC-0DAC6449683B}" srcOrd="13" destOrd="0" presId="urn:microsoft.com/office/officeart/2005/8/layout/list1"/>
    <dgm:cxn modelId="{38C8F3EB-F138-4697-AD75-5B7FCB68B752}" type="presParOf" srcId="{DB45C06E-82FD-4E5D-B528-D893927397DA}" destId="{C4E777D7-FA04-4266-BABA-10FE491DB90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0B7F2-2C85-4B7D-A14F-9275F9D77CB3}">
      <dsp:nvSpPr>
        <dsp:cNvPr id="0" name=""/>
        <dsp:cNvSpPr/>
      </dsp:nvSpPr>
      <dsp:spPr>
        <a:xfrm>
          <a:off x="0" y="366047"/>
          <a:ext cx="8179594" cy="876487"/>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4827" tIns="437388" rIns="634827"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Applying the Repository Pattern </a:t>
          </a:r>
        </a:p>
      </dsp:txBody>
      <dsp:txXfrm>
        <a:off x="0" y="366047"/>
        <a:ext cx="8179594" cy="876487"/>
      </dsp:txXfrm>
    </dsp:sp>
    <dsp:sp modelId="{20499983-B11A-433A-8D7D-CC886C4FA1D3}">
      <dsp:nvSpPr>
        <dsp:cNvPr id="0" name=""/>
        <dsp:cNvSpPr/>
      </dsp:nvSpPr>
      <dsp:spPr>
        <a:xfrm>
          <a:off x="408979" y="56087"/>
          <a:ext cx="5725715" cy="619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418" tIns="0" rIns="216418" bIns="0" numCol="1" spcCol="1270" anchor="ctr" anchorCtr="0">
          <a:noAutofit/>
        </a:bodyPr>
        <a:lstStyle/>
        <a:p>
          <a:pPr marL="0" lvl="0" indent="0" algn="l" defTabSz="933450">
            <a:lnSpc>
              <a:spcPct val="90000"/>
            </a:lnSpc>
            <a:spcBef>
              <a:spcPct val="0"/>
            </a:spcBef>
            <a:spcAft>
              <a:spcPct val="35000"/>
            </a:spcAft>
            <a:buNone/>
          </a:pPr>
          <a:r>
            <a:rPr lang="en-US" sz="2100" b="1" kern="1200"/>
            <a:t>Codebase Refactoring with GitHub Copilot</a:t>
          </a:r>
          <a:endParaRPr lang="en-US" sz="2100" kern="1200"/>
        </a:p>
      </dsp:txBody>
      <dsp:txXfrm>
        <a:off x="439241" y="86349"/>
        <a:ext cx="5665191" cy="559396"/>
      </dsp:txXfrm>
    </dsp:sp>
    <dsp:sp modelId="{B4D039A4-829B-4E05-BADE-A110732AE240}">
      <dsp:nvSpPr>
        <dsp:cNvPr id="0" name=""/>
        <dsp:cNvSpPr/>
      </dsp:nvSpPr>
      <dsp:spPr>
        <a:xfrm>
          <a:off x="0" y="1665894"/>
          <a:ext cx="8179594" cy="876487"/>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4827" tIns="437388" rIns="634827"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Creating mocks for external dependencies</a:t>
          </a:r>
        </a:p>
      </dsp:txBody>
      <dsp:txXfrm>
        <a:off x="0" y="1665894"/>
        <a:ext cx="8179594" cy="876487"/>
      </dsp:txXfrm>
    </dsp:sp>
    <dsp:sp modelId="{E0AE5A9D-56D7-46B6-B40C-1A260FFEAAB8}">
      <dsp:nvSpPr>
        <dsp:cNvPr id="0" name=""/>
        <dsp:cNvSpPr/>
      </dsp:nvSpPr>
      <dsp:spPr>
        <a:xfrm>
          <a:off x="408979" y="1355934"/>
          <a:ext cx="5725715" cy="619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418" tIns="0" rIns="216418" bIns="0" numCol="1" spcCol="1270" anchor="ctr" anchorCtr="0">
          <a:noAutofit/>
        </a:bodyPr>
        <a:lstStyle/>
        <a:p>
          <a:pPr marL="0" lvl="0" indent="0" algn="l" defTabSz="933450">
            <a:lnSpc>
              <a:spcPct val="90000"/>
            </a:lnSpc>
            <a:spcBef>
              <a:spcPct val="0"/>
            </a:spcBef>
            <a:spcAft>
              <a:spcPct val="35000"/>
            </a:spcAft>
            <a:buNone/>
          </a:pPr>
          <a:r>
            <a:rPr lang="en-US" sz="2100" b="1" kern="1200"/>
            <a:t>Mock Generation for Isolated Testing</a:t>
          </a:r>
          <a:endParaRPr lang="en-US" sz="2100" kern="1200"/>
        </a:p>
      </dsp:txBody>
      <dsp:txXfrm>
        <a:off x="439241" y="1386196"/>
        <a:ext cx="5665191" cy="559396"/>
      </dsp:txXfrm>
    </dsp:sp>
    <dsp:sp modelId="{B9DBE8BA-5FFA-4800-8DA9-746409569340}">
      <dsp:nvSpPr>
        <dsp:cNvPr id="0" name=""/>
        <dsp:cNvSpPr/>
      </dsp:nvSpPr>
      <dsp:spPr>
        <a:xfrm>
          <a:off x="0" y="2965742"/>
          <a:ext cx="8179594" cy="876487"/>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4827" tIns="437388" rIns="634827"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Generating reusable test data factories</a:t>
          </a:r>
        </a:p>
      </dsp:txBody>
      <dsp:txXfrm>
        <a:off x="0" y="2965742"/>
        <a:ext cx="8179594" cy="876487"/>
      </dsp:txXfrm>
    </dsp:sp>
    <dsp:sp modelId="{7622A6F9-2A36-4BCE-891F-C3CB760D30EA}">
      <dsp:nvSpPr>
        <dsp:cNvPr id="0" name=""/>
        <dsp:cNvSpPr/>
      </dsp:nvSpPr>
      <dsp:spPr>
        <a:xfrm>
          <a:off x="408979" y="2655782"/>
          <a:ext cx="5725715" cy="619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418" tIns="0" rIns="216418" bIns="0" numCol="1" spcCol="1270" anchor="ctr" anchorCtr="0">
          <a:noAutofit/>
        </a:bodyPr>
        <a:lstStyle/>
        <a:p>
          <a:pPr marL="0" lvl="0" indent="0" algn="l" defTabSz="933450">
            <a:lnSpc>
              <a:spcPct val="90000"/>
            </a:lnSpc>
            <a:spcBef>
              <a:spcPct val="0"/>
            </a:spcBef>
            <a:spcAft>
              <a:spcPct val="35000"/>
            </a:spcAft>
            <a:buNone/>
          </a:pPr>
          <a:r>
            <a:rPr lang="en-US" sz="2100" b="1" kern="1200" dirty="0"/>
            <a:t>Test Data Management with Factories</a:t>
          </a:r>
          <a:endParaRPr lang="en-US" sz="2100" kern="1200" dirty="0"/>
        </a:p>
      </dsp:txBody>
      <dsp:txXfrm>
        <a:off x="439241" y="2686044"/>
        <a:ext cx="5665191" cy="559396"/>
      </dsp:txXfrm>
    </dsp:sp>
    <dsp:sp modelId="{C4E777D7-FA04-4266-BABA-10FE491DB90E}">
      <dsp:nvSpPr>
        <dsp:cNvPr id="0" name=""/>
        <dsp:cNvSpPr/>
      </dsp:nvSpPr>
      <dsp:spPr>
        <a:xfrm>
          <a:off x="0" y="4265590"/>
          <a:ext cx="8179594" cy="876487"/>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4827" tIns="437388" rIns="634827"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Generating integration test suites</a:t>
          </a:r>
        </a:p>
      </dsp:txBody>
      <dsp:txXfrm>
        <a:off x="0" y="4265590"/>
        <a:ext cx="8179594" cy="876487"/>
      </dsp:txXfrm>
    </dsp:sp>
    <dsp:sp modelId="{8397A9AE-F50C-4BCC-888B-F79BF181981E}">
      <dsp:nvSpPr>
        <dsp:cNvPr id="0" name=""/>
        <dsp:cNvSpPr/>
      </dsp:nvSpPr>
      <dsp:spPr>
        <a:xfrm>
          <a:off x="408979" y="3955630"/>
          <a:ext cx="5725715" cy="619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418" tIns="0" rIns="216418" bIns="0" numCol="1" spcCol="1270" anchor="ctr" anchorCtr="0">
          <a:noAutofit/>
        </a:bodyPr>
        <a:lstStyle/>
        <a:p>
          <a:pPr marL="0" lvl="0" indent="0" algn="l" defTabSz="933450">
            <a:lnSpc>
              <a:spcPct val="90000"/>
            </a:lnSpc>
            <a:spcBef>
              <a:spcPct val="0"/>
            </a:spcBef>
            <a:spcAft>
              <a:spcPct val="35000"/>
            </a:spcAft>
            <a:buNone/>
          </a:pPr>
          <a:r>
            <a:rPr lang="en-US" sz="2100" b="1" kern="1200" dirty="0"/>
            <a:t>Expanding Test Coverage with Copilot</a:t>
          </a:r>
          <a:endParaRPr lang="en-US" sz="2100" kern="1200" dirty="0"/>
        </a:p>
      </dsp:txBody>
      <dsp:txXfrm>
        <a:off x="439241" y="3985892"/>
        <a:ext cx="5665191"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697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ENERGY: Start with HIGH energy! Session 2 is about REALITY MODE.</a:t>
            </a:r>
          </a:p>
          <a:p>
            <a:endParaRPr/>
          </a:p>
          <a:p>
            <a:r>
              <a:t>OPENING (30 seconds):</a:t>
            </a:r>
          </a:p>
          <a:p>
            <a:r>
              <a:t>"Welcome back! Session 1 was the dream - building NEW features from scratch. Clean slate, perfect architecture, greenfield development.</a:t>
            </a:r>
          </a:p>
          <a:p>
            <a:endParaRPr/>
          </a:p>
          <a:p>
            <a:r>
              <a:t>But here's reality: Most of your time ISN'T spent on greenfield. You inherit code. You maintain legacy systems. You fix someone else's mess.</a:t>
            </a:r>
          </a:p>
          <a:p>
            <a:endParaRPr/>
          </a:p>
          <a:p>
            <a:r>
              <a:t>Session 2 is REALITY MODE. Today, we're taking MESSY existing code - the kind you actually deal with every day - and transforming it into clean, enterprise-grade architecture using AI.</a:t>
            </a:r>
          </a:p>
          <a:p>
            <a:endParaRPr/>
          </a:p>
          <a:p>
            <a:r>
              <a:t>Technical debt doesn't have to compound. With GitHub Copilot, paying it down is FAST."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Set the context clearly:</a:t>
            </a:r>
          </a:p>
          <a:p>
            <a:r>
              <a:t>"We're NOT in the demo/ folder from Session 1. This is a DIFFERENT codebase - existing code with real technical debt. This is authentic brownfield refactoring.</a:t>
            </a:r>
          </a:p>
          <a:p>
            <a:endParaRPr/>
          </a:p>
          <a:p>
            <a:r>
              <a:t>The code we're starting with has THREE deadly sins:</a:t>
            </a:r>
          </a:p>
          <a:p>
            <a:r>
              <a:t>1. Global state - shared maps, impossible to test in parallel</a:t>
            </a:r>
          </a:p>
          <a:p>
            <a:r>
              <a:t>2. Mixed responsibilities - HTTP logic AND database logic in same function  </a:t>
            </a:r>
          </a:p>
          <a:p>
            <a:r>
              <a:t>3. Tight coupling - can't swap storage without rewriting everything</a:t>
            </a:r>
          </a:p>
          <a:p>
            <a:endParaRPr/>
          </a:p>
          <a:p>
            <a:r>
              <a:t>This isn't a teaching example. This is REAL technical debt that real teams face every day."</a:t>
            </a:r>
          </a:p>
          <a:p>
            <a:endParaRPr/>
          </a:p>
          <a:p>
            <a:r>
              <a:t>Pause for effect after describing the technical debt. Let it sink in.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"Three acts, three transformations, one mission: Turn technical debt into enterprise architecture.</a:t>
            </a:r>
          </a:p>
          <a:p>
            <a:endParaRPr/>
          </a:p>
          <a:p>
            <a:r>
              <a:t>ACT 1 - REPOSITORY REFACTORING: This is the foundation. We're taking handlers that directly manipulate global variables and extracting a clean repository pattern. The agent coordinates changes across 5 files simultaneously. Traditional approach? 15 minutes of nerve-wracking surgery. AI approach? 8 minutes of confident delegation.</a:t>
            </a:r>
          </a:p>
          <a:p>
            <a:endParaRPr/>
          </a:p>
          <a:p>
            <a:r>
              <a:t>ACT 2 - TEST INFRASTRUCTURE: Clean architecture means nothing without tests. We auto-generate mocks using gomock and create beautiful test data factories with builder pattern. Writing these manually? 45 minutes of boilerplate. With AI? 10 minutes of generation.</a:t>
            </a:r>
          </a:p>
          <a:p>
            <a:endParaRPr/>
          </a:p>
          <a:p>
            <a:r>
              <a:t>ACT 3 - TEST EXPANSION: Now we USE our infrastructure. We write comprehensive integration tests covering happy paths, error scenarios, concurrent requests, edge cases. The result? Coverage jumps from 23% to 87% in 7 minutes.</a:t>
            </a:r>
          </a:p>
          <a:p>
            <a:endParaRPr/>
          </a:p>
          <a:p>
            <a:r>
              <a:t>The numbers tell the story: 105 minutes of traditional work becomes 25 minutes with AI. But it's not just speed - it's CONFIDENCE. Every step is tested. Every change is verified. This is sustainable velocity."</a:t>
            </a:r>
          </a:p>
          <a:p>
            <a:endParaRPr/>
          </a:p>
          <a:p>
            <a:r>
              <a:t>TRANSITION: "Let's dive into Act 1 and watch AI perform architectural surgery on production code..."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"Let me show you the transformation visually.</a:t>
            </a:r>
          </a:p>
          <a:p>
            <a:endParaRPr/>
          </a:p>
          <a:p>
            <a:r>
              <a:t>BEFORE: This is what we inherited. Global variables everywhere. Look at line 14-17 in the handler: var students, var studentsMu, var nextStudentID. All polluting package scope. </a:t>
            </a:r>
          </a:p>
          <a:p>
            <a:endParaRPr/>
          </a:p>
          <a:p>
            <a:r>
              <a:t>In CreateStudent function: Seven responsibilities in one place - HTTP decoding, validation, mutex locking, ID generation, storage mutation, serialization. This is a MAINTENANCE NIGHTMARE.</a:t>
            </a:r>
          </a:p>
          <a:p>
            <a:endParaRPr/>
          </a:p>
          <a:p>
            <a:r>
              <a:t>AFTER: Look at this beauty. Clean repository interface defining the contract. Handler depends on the INTERFACE, not concrete implementation. All state encapsulated inside repository structs. Constructor injection for testability.</a:t>
            </a:r>
          </a:p>
          <a:p>
            <a:endParaRPr/>
          </a:p>
          <a:p>
            <a:r>
              <a:t>The handler is now PURE - it only handles HTTP and delegates storage. Single responsibility principle achieved.</a:t>
            </a:r>
          </a:p>
          <a:p>
            <a:endParaRPr/>
          </a:p>
          <a:p>
            <a:r>
              <a:t>THE DEMO: We'll create Jira story TEC-11, delegate to Copilot Coding Agent with detailed architectural requirements, watch it coordinate changes across 5 files, review the generated PR, and then VERIFY with live API testing.</a:t>
            </a:r>
          </a:p>
          <a:p>
            <a:endParaRPr/>
          </a:p>
          <a:p>
            <a:r>
              <a:t>The magic moment: When we run curl commands and the refactored API works IDENTICALLY to before. Zero breaking changes. Clean architecture achieved. That's professional refactoring."</a:t>
            </a:r>
          </a:p>
          <a:p>
            <a:endParaRPr/>
          </a:p>
          <a:p>
            <a:r>
              <a:t>DEMO CHECKPOINT: Show actual code comparison on screen if possible. Visual impact is powerful.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"Act 2 is about TEST INFRASTRUCTURE. We have clean architecture, now we need tools to test it.</a:t>
            </a:r>
          </a:p>
          <a:p>
            <a:endParaRPr/>
          </a:p>
          <a:p>
            <a:r>
              <a:t>GOMOCK GENERATION: The agent adds go:generate directives to our repository interfaces and runs mockgen. Result? MockStudentRepository with full expectation syntax. We can now write unit tests like:</a:t>
            </a:r>
          </a:p>
          <a:p>
            <a:endParaRPr/>
          </a:p>
          <a:p>
            <a:r>
              <a:t>  mock.EXPECT().Create(gomock.Any()).Return(expectedStudent)</a:t>
            </a:r>
          </a:p>
          <a:p>
            <a:r>
              <a:t>  </a:t>
            </a:r>
          </a:p>
          <a:p>
            <a:r>
              <a:t>This is ISOLATION TESTING. We test the handler without touching any real storage. Fast tests. Reliable tests.</a:t>
            </a:r>
          </a:p>
          <a:p>
            <a:endParaRPr/>
          </a:p>
          <a:p>
            <a:r>
              <a:t>FACTORY PATTERN: Creating test data manually is PAINFUL. Every test needs:</a:t>
            </a:r>
          </a:p>
          <a:p>
            <a:r>
              <a:t>  student := models.Student{</a:t>
            </a:r>
          </a:p>
          <a:p>
            <a:r>
              <a:t>    ID: 1,</a:t>
            </a:r>
          </a:p>
          <a:p>
            <a:r>
              <a:t>    Name: 'Alice Johnson',</a:t>
            </a:r>
          </a:p>
          <a:p>
            <a:r>
              <a:t>    Email: 'alice@university.edu',</a:t>
            </a:r>
          </a:p>
          <a:p>
            <a:r>
              <a:t>    Grade: 'A',</a:t>
            </a:r>
          </a:p>
          <a:p>
            <a:r>
              <a:t>  }</a:t>
            </a:r>
          </a:p>
          <a:p>
            <a:endParaRPr/>
          </a:p>
          <a:p>
            <a:r>
              <a:t>That's 7 lines per test. With factory:</a:t>
            </a:r>
          </a:p>
          <a:p>
            <a:r>
              <a:t>  student := ValidStudent().Build()</a:t>
            </a:r>
          </a:p>
          <a:p>
            <a:endParaRPr/>
          </a:p>
          <a:p>
            <a:r>
              <a:t>That's 1 line. 80% less test setup code.</a:t>
            </a:r>
          </a:p>
          <a:p>
            <a:endParaRPr/>
          </a:p>
          <a:p>
            <a:r>
              <a:t>THE DEMO: We'll create Jira TEC-7, use Local Agent to generate both mocks and factories, show example tests using them, and prove how much cleaner test code becomes.</a:t>
            </a:r>
          </a:p>
          <a:p>
            <a:endParaRPr/>
          </a:p>
          <a:p>
            <a:r>
              <a:t>The impact: Test setup goes from 'painful boilerplate' to 'one line of intention'. Tests become DOCUMENTATION."</a:t>
            </a:r>
          </a:p>
          <a:p>
            <a:endParaRPr/>
          </a:p>
          <a:p>
            <a:r>
              <a:t>ENERGY: Show excitement about how much easier testing becomes. This is about developer happiness.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"Act 3 is where it all comes together. We have clean architecture. We have test infrastructure. Now we USE it to achieve enterprise-grade coverage.</a:t>
            </a:r>
          </a:p>
          <a:p>
            <a:endParaRPr/>
          </a:p>
          <a:p>
            <a:r>
              <a:t>THE COVERAGE JUMP: From 23% to 87% in 7 minutes. That's not just a number - that's CONFIDENCE.</a:t>
            </a:r>
          </a:p>
          <a:p>
            <a:endParaRPr/>
          </a:p>
          <a:p>
            <a:r>
              <a:t>COMPREHENSIVE TESTS:</a:t>
            </a:r>
          </a:p>
          <a:p>
            <a:r>
              <a:t>- CRUD Workflow tests the happy path end-to-end</a:t>
            </a:r>
          </a:p>
          <a:p>
            <a:r>
              <a:t>- Concurrent Creation proves our thread safety actually works under load</a:t>
            </a:r>
          </a:p>
          <a:p>
            <a:r>
              <a:t>- Error Scenarios test that failures fail gracefully</a:t>
            </a:r>
          </a:p>
          <a:p>
            <a:r>
              <a:t>- Edge Cases catch the bugs that slip through</a:t>
            </a:r>
          </a:p>
          <a:p>
            <a:endParaRPr/>
          </a:p>
          <a:p>
            <a:r>
              <a:t>THE MAGIC: These tests read like SPECIFICATIONS. Look at TestStudentCRUDWorkflow - you can read the test and understand exactly how the API should behave. That's documentation that never goes stale because it's EXECUTED.</a:t>
            </a:r>
          </a:p>
          <a:p>
            <a:endParaRPr/>
          </a:p>
          <a:p>
            <a:r>
              <a:t>THE DEMO: We'll create Jira TEC-12, use Local Agent to generate the test suite, run the tests live showing them all passing, and watch coverage jump in real-time.</a:t>
            </a:r>
          </a:p>
          <a:p>
            <a:endParaRPr/>
          </a:p>
          <a:p>
            <a:r>
              <a:t>CELEBRATION MOMENT: When you run 'go test -cover' and see '87.3% coverage' - that's your victory moment. Pause and let the audience appreciate that number.</a:t>
            </a:r>
          </a:p>
          <a:p>
            <a:endParaRPr/>
          </a:p>
          <a:p>
            <a:r>
              <a:t>The real win: These tests execute in 134ms. Fast feedback loops. You can run them every single commit."</a:t>
            </a:r>
          </a:p>
          <a:p>
            <a:endParaRPr/>
          </a:p>
          <a:p>
            <a:r>
              <a:t>PAUSE: Before moving to results, check audience engagement. This is a good moment for a quick question.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"Let's talk about the IMPACT. Not just speed - TRANSFORMATION.</a:t>
            </a:r>
          </a:p>
          <a:p>
            <a:endParaRPr/>
          </a:p>
          <a:p>
            <a:r>
              <a:t>QUANTITATIVE RESULTS: 4.2x speedup is impressive. But look deeper:</a:t>
            </a:r>
          </a:p>
          <a:p>
            <a:r>
              <a:t>- Zero breaking changes means we can deploy immediately</a:t>
            </a:r>
          </a:p>
          <a:p>
            <a:r>
              <a:t>- 87% coverage means we catch bugs before production</a:t>
            </a:r>
          </a:p>
          <a:p>
            <a:r>
              <a:t>- 134ms test execution means fast feedback loops</a:t>
            </a:r>
          </a:p>
          <a:p>
            <a:r>
              <a:t>- 500+ lines generated means less manual tedious work</a:t>
            </a:r>
          </a:p>
          <a:p>
            <a:endParaRPr/>
          </a:p>
          <a:p>
            <a:r>
              <a:t>QUALITATIVE IMPACT: This is where it gets real:</a:t>
            </a:r>
          </a:p>
          <a:p>
            <a:endParaRPr/>
          </a:p>
          <a:p>
            <a:r>
              <a:t>FOR DEVELOPERS: You're not afraid to change code anymore. Tests protect you. Architecture is clean. New features are easy to add.</a:t>
            </a:r>
          </a:p>
          <a:p>
            <a:endParaRPr/>
          </a:p>
          <a:p>
            <a:r>
              <a:t>FOR QA: Your tests are comprehensive and readable. They document expected behavior. Coverage gives you confidence.</a:t>
            </a:r>
          </a:p>
          <a:p>
            <a:endParaRPr/>
          </a:p>
          <a:p>
            <a:r>
              <a:t>FOR TECH LEADS: Technical debt is eliminated without slowing velocity. You can onboard new developers 3x faster because code is clean and documented.</a:t>
            </a:r>
          </a:p>
          <a:p>
            <a:endParaRPr/>
          </a:p>
          <a:p>
            <a:r>
              <a:t>FOR ENGINEERING LEADERS: This proves ROI on AI tooling. 4.2x faster refactoring means you can afford continuous improvement. Quality and velocity are NOT opposites.</a:t>
            </a:r>
          </a:p>
          <a:p>
            <a:endParaRPr/>
          </a:p>
          <a:p>
            <a:r>
              <a:t>THE BIGGER PICTURE: Session 1 showed speed. Session 2 shows SUSTAINABILITY. With AI, you don't have to choose between shipping fast and maintaining quality. You can do BOTH.</a:t>
            </a:r>
          </a:p>
          <a:p>
            <a:endParaRPr/>
          </a:p>
          <a:p>
            <a:r>
              <a:t>This is the evolution of software development: Continuous improvement is no longer expensive."</a:t>
            </a:r>
          </a:p>
          <a:p>
            <a:endParaRPr/>
          </a:p>
          <a:p>
            <a:r>
              <a:t>TRANSITION: "So what are the key lessons we take away from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"Five core lessons from Session 2. These are principles that change how you think about maintenance:</a:t>
            </a:r>
          </a:p>
          <a:p>
            <a:endParaRPr/>
          </a:p>
          <a:p>
            <a:r>
              <a:t>1. REFACTOR EARLY: The old way was 'ship fast, refactor later' - but later never came. With AI, refactoring is FAST. You can afford to do it continuously. Don't wait for debt to compound. Fix it early while it's small.</a:t>
            </a:r>
          </a:p>
          <a:p>
            <a:endParaRPr/>
          </a:p>
          <a:p>
            <a:r>
              <a:t>2. INTERFACES UNLOCK TESTABILITY: The repository pattern isn't just about clean code - it's about SPEED. When you can test in isolation with mocks, tests run in milliseconds instead of seconds. Fast tests mean fast feedback. Fast feedback means high velocity.</a:t>
            </a:r>
          </a:p>
          <a:p>
            <a:endParaRPr/>
          </a:p>
          <a:p>
            <a:r>
              <a:t>3. FACTORIES MAKE TESTS MAINTAINABLE: Here's the dirty secret: Most developers hate writing tests because test setup is PAINFUL. Factories fix that. When creating test data is easy, testing becomes pleasant. When testing is pleasant, coverage goes up.</a:t>
            </a:r>
          </a:p>
          <a:p>
            <a:endParaRPr/>
          </a:p>
          <a:p>
            <a:r>
              <a:t>4. EVOLUTION &gt; REVOLUTION: Stop thinking in terms of 'big rewrites'. Think continuous evolution. With AI, small improvements are economically viable. Ship features fast. Refactor fast. Test fast. Evolve continuously.</a:t>
            </a:r>
          </a:p>
          <a:p>
            <a:endParaRPr/>
          </a:p>
          <a:p>
            <a:r>
              <a:t>5. AI TRANSFORMS EXISTING CODE: This is the breakthrough most people miss. AI isn't just for greenfield. It's for BROWNFIELD. Your legacy code can become clean code. Your technical debt can be paid down. That's the real revolution.</a:t>
            </a:r>
          </a:p>
          <a:p>
            <a:endParaRPr/>
          </a:p>
          <a:p>
            <a:r>
              <a:t>CALL TO ACTION: 'This week, pick ONE messy handler. Spend 30 minutes refactoring it with Copilot Agent. I guarantee you'll see the power of AI-assisted evolution.'"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"We've covered building fast (Session 1) and maintaining fast (Session 2). But what about DEPLOYING fast and SCALING fast? That's Sessions 3 and 4.</a:t>
            </a:r>
          </a:p>
          <a:p>
            <a:endParaRPr/>
          </a:p>
          <a:p>
            <a:r>
              <a:t>SESSION 3 - SECURITY &amp; DEVOPS: AI doesn't just write code. It can scan for vulnerabilities, generate CI/CD pipelines, write infrastructure as code, and automate deployment. We'll show how to go from code to production with AI assistance at every step.</a:t>
            </a:r>
          </a:p>
          <a:p>
            <a:endParaRPr/>
          </a:p>
          <a:p>
            <a:r>
              <a:t>SESSION 4 - ADVANCED WORKFLOWS: The final session brings it all together. Multi-agent orchestration for complex features. Automated code review. Production monitoring. This is the full end-to-end enterprise workflow.</a:t>
            </a:r>
          </a:p>
          <a:p>
            <a:endParaRPr/>
          </a:p>
          <a:p>
            <a:r>
              <a:t>YOUR HOMEWORK: Don't just watch - DO. Here's your 5-day challenge:</a:t>
            </a:r>
          </a:p>
          <a:p>
            <a:r>
              <a:t>- Day 1: Identify the problem (messy handler)</a:t>
            </a:r>
          </a:p>
          <a:p>
            <a:r>
              <a:t>- Day 2: Fix the architecture (repository pattern)</a:t>
            </a:r>
          </a:p>
          <a:p>
            <a:r>
              <a:t>- Day 3: Add mocking capability (gomock)</a:t>
            </a:r>
          </a:p>
          <a:p>
            <a:r>
              <a:t>- Day 4: Make testing easy (factories)</a:t>
            </a:r>
          </a:p>
          <a:p>
            <a:r>
              <a:t>- Day 5: Prove it works (integration tests)</a:t>
            </a:r>
          </a:p>
          <a:p>
            <a:endParaRPr/>
          </a:p>
          <a:p>
            <a:r>
              <a:t>By Friday, you'll have transformed ONE piece of technical debt into clean, tested, production-ready code. That's your proof of concept.</a:t>
            </a:r>
          </a:p>
          <a:p>
            <a:endParaRPr/>
          </a:p>
          <a:p>
            <a:r>
              <a:t>NEXT WEEK: Do it again with another handler. Before you know it, your entire codebase is clean.</a:t>
            </a:r>
          </a:p>
          <a:p>
            <a:endParaRPr/>
          </a:p>
          <a:p>
            <a:r>
              <a:t>This is continuous evolution. This is sustainable velocity. This is the future of software development."</a:t>
            </a:r>
          </a:p>
          <a:p>
            <a:endParaRPr/>
          </a:p>
          <a:p>
            <a:r>
              <a:t>END ON HIGH NOTE: "Questions? Who's ready to refactor their first handler this week?"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SPEAKER NOTES:</a:t>
            </a:r>
          </a:p>
          <a:p>
            <a:endParaRPr/>
          </a:p>
          <a:p>
            <a:r>
              <a:t>OPEN THE FLOOR:</a:t>
            </a:r>
          </a:p>
          <a:p>
            <a:endParaRPr/>
          </a:p>
          <a:p>
            <a:r>
              <a:t>Good prompting questions:</a:t>
            </a:r>
          </a:p>
          <a:p>
            <a:r>
              <a:t>1. "Who has handlers with global state in their codebase?" (Show of hands)</a:t>
            </a:r>
          </a:p>
          <a:p>
            <a:r>
              <a:t>2. "What's the BIGGEST piece of technical debt you're carrying?" (Open discussion)</a:t>
            </a:r>
          </a:p>
          <a:p>
            <a:r>
              <a:t>3. "What stops you from refactoring today?" (Identify barriers)</a:t>
            </a:r>
          </a:p>
          <a:p>
            <a:r>
              <a:t>4. "How many of you have test coverage below 50%?" (Pain point validation)</a:t>
            </a:r>
          </a:p>
          <a:p>
            <a:endParaRPr/>
          </a:p>
          <a:p>
            <a:r>
              <a:t>HANDLE COMMON QUESTIONS:</a:t>
            </a:r>
          </a:p>
          <a:p>
            <a:endParaRPr/>
          </a:p>
          <a:p>
            <a:r>
              <a:t>Q: "What if our codebase is way messier than your example?"</a:t>
            </a:r>
          </a:p>
          <a:p>
            <a:r>
              <a:t>A: "Start smaller. One function at a time. AI helps with any size refactoring. The messier the code, the MORE value you get from AI assistance."</a:t>
            </a:r>
          </a:p>
          <a:p>
            <a:endParaRPr/>
          </a:p>
          <a:p>
            <a:r>
              <a:t>Q: "How do we convince management to allocate time for refactoring?"</a:t>
            </a:r>
          </a:p>
          <a:p>
            <a:r>
              <a:t>A: "Show them the numbers. 4.2x faster means you can refactor WITHOUT slowing feature delivery. It's not either/or anymore - it's both."</a:t>
            </a:r>
          </a:p>
          <a:p>
            <a:endParaRPr/>
          </a:p>
          <a:p>
            <a:r>
              <a:t>Q: "What if tests fail after refactoring?"</a:t>
            </a:r>
          </a:p>
          <a:p>
            <a:r>
              <a:t>A: "That's the beauty of comprehensive tests - they tell you immediately. And because you can revert via git, there's no risk. Safety net exists."</a:t>
            </a:r>
          </a:p>
          <a:p>
            <a:endParaRPr/>
          </a:p>
          <a:p>
            <a:r>
              <a:t>Q: "Do we need to learn gomock and all these patterns first?"</a:t>
            </a:r>
          </a:p>
          <a:p>
            <a:r>
              <a:t>A: "No! That's the point. AI generates the patterns. You learn by seeing the generated code. Reverse learning - output before theory."</a:t>
            </a:r>
          </a:p>
          <a:p>
            <a:endParaRPr/>
          </a:p>
          <a:p>
            <a:r>
              <a:t>CLOSING ENERGY:</a:t>
            </a:r>
          </a:p>
          <a:p>
            <a:r>
              <a:t>"Thank you! Remember: Technical debt is no longer your enemy. With AI, paying it down is FAST. See you in Session 3 for Security &amp; DevOps! 🚀"</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574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3213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0162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0567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6532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535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443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2987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015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7725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07135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3411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4486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233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016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96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1/8/2026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86147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4" name="Straight Connector 43">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8"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9"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Isosceles Triangle 69">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4" name="Isosceles Triangle 73">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Isosceles Triangle 74">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76" name="Rectangle 75">
            <a:extLst>
              <a:ext uri="{FF2B5EF4-FFF2-40B4-BE49-F238E27FC236}">
                <a16:creationId xmlns:a16="http://schemas.microsoft.com/office/drawing/2014/main" id="{9B8A5A16-7BE9-4AA1-9B5E-00FAFA5C8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C55D27F9-7623-4A6E-89FF-87E6C4E0D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58" name="Straight Connector 57">
              <a:extLst>
                <a:ext uri="{FF2B5EF4-FFF2-40B4-BE49-F238E27FC236}">
                  <a16:creationId xmlns:a16="http://schemas.microsoft.com/office/drawing/2014/main" id="{67B7CFC0-1E17-41C5-BF93-16E99B1F89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78" name="Rectangle 23">
              <a:extLst>
                <a:ext uri="{FF2B5EF4-FFF2-40B4-BE49-F238E27FC236}">
                  <a16:creationId xmlns:a16="http://schemas.microsoft.com/office/drawing/2014/main" id="{8640594F-E37B-4D91-8E95-9DA62A9B9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Rectangle 25">
              <a:extLst>
                <a:ext uri="{FF2B5EF4-FFF2-40B4-BE49-F238E27FC236}">
                  <a16:creationId xmlns:a16="http://schemas.microsoft.com/office/drawing/2014/main" id="{93C9D004-5359-4937-9D4B-EC8988806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Isosceles Triangle 78">
              <a:extLst>
                <a:ext uri="{FF2B5EF4-FFF2-40B4-BE49-F238E27FC236}">
                  <a16:creationId xmlns:a16="http://schemas.microsoft.com/office/drawing/2014/main" id="{0DE8B4BF-A71A-4324-A033-7886CF70A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Rectangle 27">
              <a:extLst>
                <a:ext uri="{FF2B5EF4-FFF2-40B4-BE49-F238E27FC236}">
                  <a16:creationId xmlns:a16="http://schemas.microsoft.com/office/drawing/2014/main" id="{5697F627-1058-435C-96D4-98AB552C6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0" name="Straight Connector 79">
              <a:extLst>
                <a:ext uri="{FF2B5EF4-FFF2-40B4-BE49-F238E27FC236}">
                  <a16:creationId xmlns:a16="http://schemas.microsoft.com/office/drawing/2014/main" id="{492EF457-D744-4C61-8670-518EC1D2D5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645924"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64" name="Rectangle 29">
              <a:extLst>
                <a:ext uri="{FF2B5EF4-FFF2-40B4-BE49-F238E27FC236}">
                  <a16:creationId xmlns:a16="http://schemas.microsoft.com/office/drawing/2014/main" id="{49E61018-BC96-47DC-B47F-FFBA96BAD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1" name="Isosceles Triangle 80">
              <a:extLst>
                <a:ext uri="{FF2B5EF4-FFF2-40B4-BE49-F238E27FC236}">
                  <a16:creationId xmlns:a16="http://schemas.microsoft.com/office/drawing/2014/main" id="{3CA434EC-618C-4787-86BA-1BF47478E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Isosceles Triangle 65">
              <a:extLst>
                <a:ext uri="{FF2B5EF4-FFF2-40B4-BE49-F238E27FC236}">
                  <a16:creationId xmlns:a16="http://schemas.microsoft.com/office/drawing/2014/main" id="{97378863-CDB3-4B0F-A65C-98A1252DD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TextBox 2"/>
          <p:cNvSpPr txBox="1"/>
          <p:nvPr/>
        </p:nvSpPr>
        <p:spPr>
          <a:xfrm>
            <a:off x="1130300" y="4050833"/>
            <a:ext cx="5825202" cy="1096899"/>
          </a:xfrm>
          <a:prstGeom prst="rect">
            <a:avLst/>
          </a:prstGeom>
        </p:spPr>
        <p:txBody>
          <a:bodyPr vert="horz" lIns="91440" tIns="45720" rIns="91440" bIns="45720" rtlCol="0" anchor="t">
            <a:normAutofit/>
          </a:bodyPr>
          <a:lstStyle/>
          <a:p>
            <a:pPr algn="r">
              <a:spcBef>
                <a:spcPts val="1000"/>
              </a:spcBef>
              <a:buClr>
                <a:schemeClr val="accent1"/>
              </a:buClr>
              <a:buSzPct val="80000"/>
              <a:defRPr sz="2400">
                <a:solidFill>
                  <a:srgbClr val="FF5722"/>
                </a:solidFill>
              </a:defRPr>
            </a:pPr>
            <a:r>
              <a:rPr lang="en-US" sz="2400">
                <a:solidFill>
                  <a:srgbClr val="FFFFFF"/>
                </a:solidFill>
              </a:rPr>
              <a:t>From Technical Debt to Enterprise Architecture</a:t>
            </a:r>
          </a:p>
        </p:txBody>
      </p:sp>
      <p:sp>
        <p:nvSpPr>
          <p:cNvPr id="2" name="TextBox 1"/>
          <p:cNvSpPr txBox="1"/>
          <p:nvPr/>
        </p:nvSpPr>
        <p:spPr>
          <a:xfrm>
            <a:off x="1130300" y="1267012"/>
            <a:ext cx="5825202" cy="2783824"/>
          </a:xfrm>
          <a:prstGeom prst="rect">
            <a:avLst/>
          </a:prstGeom>
        </p:spPr>
        <p:txBody>
          <a:bodyPr vert="horz" lIns="91440" tIns="45720" rIns="91440" bIns="45720" rtlCol="0" anchor="b">
            <a:normAutofit/>
          </a:bodyPr>
          <a:lstStyle/>
          <a:p>
            <a:pPr algn="r">
              <a:spcBef>
                <a:spcPct val="0"/>
              </a:spcBef>
              <a:spcAft>
                <a:spcPts val="600"/>
              </a:spcAft>
              <a:defRPr sz="4400" b="1">
                <a:solidFill>
                  <a:srgbClr val="1F4E79"/>
                </a:solidFill>
              </a:defRPr>
            </a:pPr>
            <a:r>
              <a:rPr lang="en-US" sz="5400">
                <a:solidFill>
                  <a:srgbClr val="FFFFFF"/>
                </a:solidFill>
                <a:latin typeface="+mj-lt"/>
                <a:ea typeface="+mj-ea"/>
                <a:cs typeface="+mj-cs"/>
              </a:rPr>
              <a:t>SESSION 2: Refactoring &amp; QA Expansion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BD11ECC6-8551-4768-8DFD-CD41AF420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9144000" cy="2285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4" name="Group 23">
            <a:extLst>
              <a:ext uri="{FF2B5EF4-FFF2-40B4-BE49-F238E27FC236}">
                <a16:creationId xmlns:a16="http://schemas.microsoft.com/office/drawing/2014/main" id="{93657592-CA60-4F45-B1A0-88AA772420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68955" y="-8467"/>
            <a:ext cx="3575053" cy="6866467"/>
            <a:chOff x="7425267" y="-8467"/>
            <a:chExt cx="4766733" cy="6866467"/>
          </a:xfrm>
        </p:grpSpPr>
        <p:cxnSp>
          <p:nvCxnSpPr>
            <p:cNvPr id="25" name="Straight Connector 24">
              <a:extLst>
                <a:ext uri="{FF2B5EF4-FFF2-40B4-BE49-F238E27FC236}">
                  <a16:creationId xmlns:a16="http://schemas.microsoft.com/office/drawing/2014/main" id="{6F47E2B4-7DA9-4312-A1F0-C48388B23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5B274F7-039F-4BFC-AA98-B51B1D6C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11A31103-C703-46C9-9D26-497A1ACD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82F955F-FC22-44B8-BDCF-B7758032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1F567692-F087-479A-8931-BD2869C3E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49B3E4CD-0738-4B9D-A14F-1E8694DDF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4753B851-AD90-4CCD-85D0-65AA6567D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EBF14868-A190-4E21-9522-8977C474C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BCBB4922-76EE-442B-A649-09873DCE7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5" name="Rectangle 34">
            <a:extLst>
              <a:ext uri="{FF2B5EF4-FFF2-40B4-BE49-F238E27FC236}">
                <a16:creationId xmlns:a16="http://schemas.microsoft.com/office/drawing/2014/main" id="{8E2EB503-A017-4457-A105-53638C97D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F0CD2938-BEC9-E1B4-8478-E7F29B099BA6}"/>
              </a:ext>
            </a:extLst>
          </p:cNvPr>
          <p:cNvGraphicFramePr/>
          <p:nvPr>
            <p:extLst>
              <p:ext uri="{D42A27DB-BD31-4B8C-83A1-F6EECF244321}">
                <p14:modId xmlns:p14="http://schemas.microsoft.com/office/powerpoint/2010/main" val="2958306453"/>
              </p:ext>
            </p:extLst>
          </p:nvPr>
        </p:nvGraphicFramePr>
        <p:xfrm>
          <a:off x="482203" y="1292086"/>
          <a:ext cx="8179594" cy="5198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D02D9EC2-58AD-2A0E-EF8D-8BD7AC8EF9AD}"/>
              </a:ext>
            </a:extLst>
          </p:cNvPr>
          <p:cNvSpPr txBox="1"/>
          <p:nvPr/>
        </p:nvSpPr>
        <p:spPr>
          <a:xfrm>
            <a:off x="408186" y="339562"/>
            <a:ext cx="6069736" cy="584775"/>
          </a:xfrm>
          <a:prstGeom prst="rect">
            <a:avLst/>
          </a:prstGeom>
          <a:noFill/>
        </p:spPr>
        <p:txBody>
          <a:bodyPr wrap="square">
            <a:spAutoFit/>
          </a:bodyPr>
          <a:lstStyle/>
          <a:p>
            <a:pPr>
              <a:defRPr sz="3200" b="1">
                <a:solidFill>
                  <a:srgbClr val="1F4E79"/>
                </a:solidFill>
              </a:defRPr>
            </a:pPr>
            <a:r>
              <a:rPr lang="en-US" dirty="0"/>
              <a:t>Agenda</a:t>
            </a:r>
          </a:p>
        </p:txBody>
      </p:sp>
    </p:spTree>
    <p:extLst>
      <p:ext uri="{BB962C8B-B14F-4D97-AF65-F5344CB8AC3E}">
        <p14:creationId xmlns:p14="http://schemas.microsoft.com/office/powerpoint/2010/main" val="3882671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4740400" cy="584775"/>
          </a:xfrm>
          <a:prstGeom prst="rect">
            <a:avLst/>
          </a:prstGeom>
          <a:noFill/>
        </p:spPr>
        <p:txBody>
          <a:bodyPr wrap="none">
            <a:spAutoFit/>
          </a:bodyPr>
          <a:lstStyle/>
          <a:p>
            <a:pPr>
              <a:defRPr sz="3200" b="1">
                <a:solidFill>
                  <a:srgbClr val="1F4E79"/>
                </a:solidFill>
              </a:defRPr>
            </a:pPr>
            <a:r>
              <a:rPr lang="en-US" dirty="0"/>
              <a:t>AI-Powered Capabilities</a:t>
            </a:r>
            <a:endParaRPr dirty="0"/>
          </a:p>
        </p:txBody>
      </p:sp>
      <p:sp>
        <p:nvSpPr>
          <p:cNvPr id="4" name="TextBox 3">
            <a:extLst>
              <a:ext uri="{FF2B5EF4-FFF2-40B4-BE49-F238E27FC236}">
                <a16:creationId xmlns:a16="http://schemas.microsoft.com/office/drawing/2014/main" id="{9AAA09B0-EE5B-1963-5CAD-908CE2453A3C}"/>
              </a:ext>
            </a:extLst>
          </p:cNvPr>
          <p:cNvSpPr txBox="1"/>
          <p:nvPr/>
        </p:nvSpPr>
        <p:spPr>
          <a:xfrm>
            <a:off x="586408" y="1041975"/>
            <a:ext cx="7275444" cy="3708708"/>
          </a:xfrm>
          <a:prstGeom prst="rect">
            <a:avLst/>
          </a:prstGeom>
          <a:noFill/>
        </p:spPr>
        <p:txBody>
          <a:bodyPr wrap="square">
            <a:spAutoFit/>
          </a:bodyPr>
          <a:lstStyle/>
          <a:p>
            <a:pPr>
              <a:spcBef>
                <a:spcPts val="1000"/>
              </a:spcBef>
              <a:defRPr sz="1600">
                <a:solidFill>
                  <a:srgbClr val="333333"/>
                </a:solidFill>
              </a:defRPr>
            </a:pPr>
            <a:endParaRPr dirty="0"/>
          </a:p>
          <a:p>
            <a:pPr>
              <a:spcBef>
                <a:spcPts val="1000"/>
              </a:spcBef>
              <a:defRPr sz="1600">
                <a:solidFill>
                  <a:srgbClr val="333333"/>
                </a:solidFill>
              </a:defRPr>
            </a:pPr>
            <a:r>
              <a:rPr dirty="0"/>
              <a:t>✅ Extract repository pattern from</a:t>
            </a:r>
            <a:r>
              <a:rPr lang="en-US" dirty="0"/>
              <a:t> </a:t>
            </a:r>
            <a:r>
              <a:rPr dirty="0"/>
              <a:t>messy global state automatically</a:t>
            </a:r>
          </a:p>
          <a:p>
            <a:pPr>
              <a:spcBef>
                <a:spcPts val="1000"/>
              </a:spcBef>
              <a:defRPr sz="1600">
                <a:solidFill>
                  <a:srgbClr val="333333"/>
                </a:solidFill>
              </a:defRPr>
            </a:pPr>
            <a:endParaRPr dirty="0"/>
          </a:p>
          <a:p>
            <a:pPr>
              <a:spcBef>
                <a:spcPts val="1000"/>
              </a:spcBef>
              <a:defRPr sz="1600">
                <a:solidFill>
                  <a:srgbClr val="333333"/>
                </a:solidFill>
              </a:defRPr>
            </a:pPr>
            <a:r>
              <a:rPr dirty="0"/>
              <a:t>✅ Generate 500+ lines of mock code</a:t>
            </a:r>
            <a:r>
              <a:rPr lang="en-US" dirty="0"/>
              <a:t> </a:t>
            </a:r>
            <a:r>
              <a:rPr dirty="0"/>
              <a:t>with </a:t>
            </a:r>
            <a:r>
              <a:rPr dirty="0" err="1"/>
              <a:t>gomock</a:t>
            </a:r>
            <a:r>
              <a:rPr dirty="0"/>
              <a:t> in seconds</a:t>
            </a:r>
          </a:p>
          <a:p>
            <a:pPr>
              <a:spcBef>
                <a:spcPts val="1000"/>
              </a:spcBef>
              <a:defRPr sz="1600">
                <a:solidFill>
                  <a:srgbClr val="333333"/>
                </a:solidFill>
              </a:defRPr>
            </a:pPr>
            <a:endParaRPr dirty="0"/>
          </a:p>
          <a:p>
            <a:pPr>
              <a:spcBef>
                <a:spcPts val="1000"/>
              </a:spcBef>
              <a:defRPr sz="1600">
                <a:solidFill>
                  <a:srgbClr val="333333"/>
                </a:solidFill>
              </a:defRPr>
            </a:pPr>
            <a:r>
              <a:rPr dirty="0"/>
              <a:t>✅ Create test data factories with</a:t>
            </a:r>
            <a:r>
              <a:rPr lang="en-US" dirty="0"/>
              <a:t> </a:t>
            </a:r>
            <a:r>
              <a:rPr dirty="0"/>
              <a:t>builder pattern instantly</a:t>
            </a:r>
          </a:p>
          <a:p>
            <a:pPr>
              <a:spcBef>
                <a:spcPts val="1000"/>
              </a:spcBef>
              <a:defRPr sz="1600">
                <a:solidFill>
                  <a:srgbClr val="333333"/>
                </a:solidFill>
              </a:defRPr>
            </a:pPr>
            <a:endParaRPr dirty="0"/>
          </a:p>
          <a:p>
            <a:pPr>
              <a:spcBef>
                <a:spcPts val="1000"/>
              </a:spcBef>
              <a:defRPr sz="1600">
                <a:solidFill>
                  <a:srgbClr val="333333"/>
                </a:solidFill>
              </a:defRPr>
            </a:pPr>
            <a:r>
              <a:rPr dirty="0"/>
              <a:t>✅ Write comprehensive integration</a:t>
            </a:r>
            <a:r>
              <a:rPr lang="en-US" dirty="0"/>
              <a:t> </a:t>
            </a:r>
            <a:r>
              <a:rPr dirty="0"/>
              <a:t>tests covering all scenarios</a:t>
            </a:r>
          </a:p>
          <a:p>
            <a:pPr>
              <a:spcBef>
                <a:spcPts val="1000"/>
              </a:spcBef>
              <a:defRPr sz="1600">
                <a:solidFill>
                  <a:srgbClr val="333333"/>
                </a:solidFill>
              </a:defRPr>
            </a:pPr>
            <a:endParaRPr dirty="0"/>
          </a:p>
          <a:p>
            <a:pPr>
              <a:spcBef>
                <a:spcPts val="1000"/>
              </a:spcBef>
              <a:defRPr sz="1600">
                <a:solidFill>
                  <a:srgbClr val="333333"/>
                </a:solidFill>
              </a:defRPr>
            </a:pPr>
            <a:r>
              <a:rPr dirty="0"/>
              <a:t>✅ Maintain 100% API compatibility</a:t>
            </a:r>
            <a:r>
              <a:rPr lang="en-US" dirty="0"/>
              <a:t> </a:t>
            </a:r>
            <a:r>
              <a:rPr dirty="0"/>
              <a:t>during refactoring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1F4E79"/>
                </a:solidFill>
              </a:defRPr>
            </a:pPr>
            <a:r>
              <a:t>Session 2 Demo Topics</a:t>
            </a:r>
          </a:p>
        </p:txBody>
      </p:sp>
      <p:sp>
        <p:nvSpPr>
          <p:cNvPr id="3" name="TextBox 2"/>
          <p:cNvSpPr txBox="1"/>
          <p:nvPr/>
        </p:nvSpPr>
        <p:spPr>
          <a:xfrm>
            <a:off x="685800" y="934279"/>
            <a:ext cx="7772400" cy="5539978"/>
          </a:xfrm>
          <a:prstGeom prst="rect">
            <a:avLst/>
          </a:prstGeom>
          <a:noFill/>
        </p:spPr>
        <p:txBody>
          <a:bodyPr wrap="square">
            <a:spAutoFit/>
          </a:bodyPr>
          <a:lstStyle/>
          <a:p>
            <a:endParaRPr dirty="0"/>
          </a:p>
          <a:p>
            <a:pPr>
              <a:spcBef>
                <a:spcPts val="1200"/>
              </a:spcBef>
              <a:defRPr sz="1800">
                <a:solidFill>
                  <a:srgbClr val="333333"/>
                </a:solidFill>
              </a:defRPr>
            </a:pPr>
            <a:r>
              <a:rPr dirty="0"/>
              <a:t>1: Repository Refactoring Agent </a:t>
            </a:r>
            <a:endParaRPr lang="en-US" dirty="0"/>
          </a:p>
          <a:p>
            <a:pPr>
              <a:spcBef>
                <a:spcPts val="1200"/>
              </a:spcBef>
              <a:defRPr sz="1800">
                <a:solidFill>
                  <a:srgbClr val="333333"/>
                </a:solidFill>
              </a:defRPr>
            </a:pPr>
            <a:r>
              <a:rPr lang="en-US" dirty="0"/>
              <a:t>   </a:t>
            </a:r>
            <a:r>
              <a:rPr dirty="0"/>
              <a:t>• Extract repository pattern from messy handlers</a:t>
            </a:r>
          </a:p>
          <a:p>
            <a:pPr>
              <a:spcBef>
                <a:spcPts val="1200"/>
              </a:spcBef>
              <a:defRPr sz="1800">
                <a:solidFill>
                  <a:srgbClr val="333333"/>
                </a:solidFill>
              </a:defRPr>
            </a:pPr>
            <a:r>
              <a:rPr dirty="0"/>
              <a:t>   • Remove global state and inject dependencies</a:t>
            </a:r>
          </a:p>
          <a:p>
            <a:pPr>
              <a:spcBef>
                <a:spcPts val="1200"/>
              </a:spcBef>
              <a:defRPr sz="1800">
                <a:solidFill>
                  <a:srgbClr val="333333"/>
                </a:solidFill>
              </a:defRPr>
            </a:pPr>
            <a:r>
              <a:rPr dirty="0"/>
              <a:t>   • Surgical multi-file transformation</a:t>
            </a:r>
          </a:p>
          <a:p>
            <a:pPr>
              <a:spcBef>
                <a:spcPts val="1200"/>
              </a:spcBef>
              <a:defRPr sz="1800">
                <a:solidFill>
                  <a:srgbClr val="333333"/>
                </a:solidFill>
              </a:defRPr>
            </a:pPr>
            <a:r>
              <a:rPr dirty="0"/>
              <a:t>2: Mock + Factory Generation Agent </a:t>
            </a:r>
            <a:endParaRPr lang="en-US" dirty="0"/>
          </a:p>
          <a:p>
            <a:pPr>
              <a:spcBef>
                <a:spcPts val="1200"/>
              </a:spcBef>
              <a:defRPr sz="1800">
                <a:solidFill>
                  <a:srgbClr val="333333"/>
                </a:solidFill>
              </a:defRPr>
            </a:pPr>
            <a:r>
              <a:rPr lang="en-US" dirty="0"/>
              <a:t>   </a:t>
            </a:r>
            <a:r>
              <a:rPr dirty="0"/>
              <a:t>• Auto-generate </a:t>
            </a:r>
            <a:r>
              <a:rPr dirty="0" err="1"/>
              <a:t>gomock</a:t>
            </a:r>
            <a:r>
              <a:rPr dirty="0"/>
              <a:t> mocks for repositories</a:t>
            </a:r>
          </a:p>
          <a:p>
            <a:pPr>
              <a:spcBef>
                <a:spcPts val="1200"/>
              </a:spcBef>
              <a:defRPr sz="1800">
                <a:solidFill>
                  <a:srgbClr val="333333"/>
                </a:solidFill>
              </a:defRPr>
            </a:pPr>
            <a:r>
              <a:rPr dirty="0"/>
              <a:t>   • Create test data factories with builder pattern</a:t>
            </a:r>
          </a:p>
          <a:p>
            <a:pPr>
              <a:spcBef>
                <a:spcPts val="1200"/>
              </a:spcBef>
              <a:defRPr sz="1800">
                <a:solidFill>
                  <a:srgbClr val="333333"/>
                </a:solidFill>
              </a:defRPr>
            </a:pPr>
            <a:r>
              <a:rPr dirty="0"/>
              <a:t>   • 500+ lines of test infrastructure in minutes</a:t>
            </a:r>
          </a:p>
          <a:p>
            <a:pPr>
              <a:spcBef>
                <a:spcPts val="1200"/>
              </a:spcBef>
              <a:defRPr sz="1800">
                <a:solidFill>
                  <a:srgbClr val="333333"/>
                </a:solidFill>
              </a:defRPr>
            </a:pPr>
            <a:r>
              <a:rPr dirty="0"/>
              <a:t>3: Integration Test Expansion Agent </a:t>
            </a:r>
            <a:endParaRPr lang="en-US" dirty="0"/>
          </a:p>
          <a:p>
            <a:pPr>
              <a:spcBef>
                <a:spcPts val="1200"/>
              </a:spcBef>
              <a:defRPr sz="1800">
                <a:solidFill>
                  <a:srgbClr val="333333"/>
                </a:solidFill>
              </a:defRPr>
            </a:pPr>
            <a:r>
              <a:rPr lang="en-US" dirty="0"/>
              <a:t>   </a:t>
            </a:r>
            <a:r>
              <a:rPr dirty="0"/>
              <a:t>• Comprehensive CRUD workflow tests</a:t>
            </a:r>
          </a:p>
          <a:p>
            <a:pPr>
              <a:spcBef>
                <a:spcPts val="1200"/>
              </a:spcBef>
              <a:defRPr sz="1800">
                <a:solidFill>
                  <a:srgbClr val="333333"/>
                </a:solidFill>
              </a:defRPr>
            </a:pPr>
            <a:r>
              <a:rPr dirty="0"/>
              <a:t>   • Concurrent testing for thread safety</a:t>
            </a:r>
          </a:p>
          <a:p>
            <a:pPr>
              <a:spcBef>
                <a:spcPts val="1200"/>
              </a:spcBef>
              <a:defRPr sz="1800">
                <a:solidFill>
                  <a:srgbClr val="333333"/>
                </a:solidFill>
              </a:defRPr>
            </a:pPr>
            <a:r>
              <a:rPr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6283900" cy="584775"/>
          </a:xfrm>
          <a:prstGeom prst="rect">
            <a:avLst/>
          </a:prstGeom>
          <a:noFill/>
        </p:spPr>
        <p:txBody>
          <a:bodyPr wrap="none">
            <a:spAutoFit/>
          </a:bodyPr>
          <a:lstStyle/>
          <a:p>
            <a:pPr>
              <a:defRPr sz="3200" b="1">
                <a:solidFill>
                  <a:srgbClr val="1F4E79"/>
                </a:solidFill>
              </a:defRPr>
            </a:pPr>
            <a:r>
              <a:rPr dirty="0"/>
              <a:t>1: Repository Refactoring Agent</a:t>
            </a:r>
          </a:p>
        </p:txBody>
      </p:sp>
      <p:sp>
        <p:nvSpPr>
          <p:cNvPr id="3" name="TextBox 2"/>
          <p:cNvSpPr txBox="1"/>
          <p:nvPr/>
        </p:nvSpPr>
        <p:spPr>
          <a:xfrm>
            <a:off x="457200" y="914400"/>
            <a:ext cx="4114800" cy="5237331"/>
          </a:xfrm>
          <a:prstGeom prst="rect">
            <a:avLst/>
          </a:prstGeom>
          <a:noFill/>
        </p:spPr>
        <p:txBody>
          <a:bodyPr wrap="square">
            <a:spAutoFit/>
          </a:bodyPr>
          <a:lstStyle/>
          <a:p>
            <a:endParaRPr dirty="0"/>
          </a:p>
          <a:p>
            <a:pPr>
              <a:spcBef>
                <a:spcPts val="1000"/>
              </a:spcBef>
              <a:defRPr sz="1600">
                <a:solidFill>
                  <a:srgbClr val="333333"/>
                </a:solidFill>
              </a:defRPr>
            </a:pPr>
            <a:r>
              <a:rPr dirty="0"/>
              <a:t>❌ BEFORE: Technical Debt</a:t>
            </a:r>
          </a:p>
          <a:p>
            <a:pPr>
              <a:spcBef>
                <a:spcPts val="1000"/>
              </a:spcBef>
              <a:defRPr sz="1600">
                <a:solidFill>
                  <a:srgbClr val="333333"/>
                </a:solidFill>
              </a:defRPr>
            </a:pPr>
            <a:endParaRPr dirty="0"/>
          </a:p>
          <a:p>
            <a:pPr>
              <a:spcBef>
                <a:spcPts val="1000"/>
              </a:spcBef>
              <a:defRPr sz="1600">
                <a:solidFill>
                  <a:srgbClr val="333333"/>
                </a:solidFill>
              </a:defRPr>
            </a:pPr>
            <a:r>
              <a:rPr dirty="0"/>
              <a:t>• Global variables polluting scope:</a:t>
            </a:r>
          </a:p>
          <a:p>
            <a:pPr>
              <a:spcBef>
                <a:spcPts val="1000"/>
              </a:spcBef>
              <a:defRPr sz="1600">
                <a:solidFill>
                  <a:srgbClr val="333333"/>
                </a:solidFill>
              </a:defRPr>
            </a:pPr>
            <a:r>
              <a:rPr dirty="0"/>
              <a:t>  var students = make(map[int]...)</a:t>
            </a:r>
          </a:p>
          <a:p>
            <a:pPr>
              <a:spcBef>
                <a:spcPts val="1000"/>
              </a:spcBef>
              <a:defRPr sz="1600">
                <a:solidFill>
                  <a:srgbClr val="333333"/>
                </a:solidFill>
              </a:defRPr>
            </a:pPr>
            <a:r>
              <a:rPr dirty="0"/>
              <a:t>  var </a:t>
            </a:r>
            <a:r>
              <a:rPr dirty="0" err="1"/>
              <a:t>studentsMu</a:t>
            </a:r>
            <a:r>
              <a:rPr dirty="0"/>
              <a:t> </a:t>
            </a:r>
            <a:r>
              <a:rPr dirty="0" err="1"/>
              <a:t>sync.RWMutex</a:t>
            </a:r>
            <a:endParaRPr dirty="0"/>
          </a:p>
          <a:p>
            <a:pPr>
              <a:spcBef>
                <a:spcPts val="1000"/>
              </a:spcBef>
              <a:defRPr sz="1600">
                <a:solidFill>
                  <a:srgbClr val="333333"/>
                </a:solidFill>
              </a:defRPr>
            </a:pPr>
            <a:r>
              <a:rPr dirty="0"/>
              <a:t>• Mixed responsibilities:</a:t>
            </a:r>
          </a:p>
          <a:p>
            <a:pPr>
              <a:spcBef>
                <a:spcPts val="1000"/>
              </a:spcBef>
              <a:defRPr sz="1600">
                <a:solidFill>
                  <a:srgbClr val="333333"/>
                </a:solidFill>
              </a:defRPr>
            </a:pPr>
            <a:r>
              <a:rPr dirty="0"/>
              <a:t>  HTTP + Database logic together</a:t>
            </a:r>
          </a:p>
          <a:p>
            <a:pPr>
              <a:spcBef>
                <a:spcPts val="1000"/>
              </a:spcBef>
              <a:defRPr sz="1600">
                <a:solidFill>
                  <a:srgbClr val="333333"/>
                </a:solidFill>
              </a:defRPr>
            </a:pPr>
            <a:r>
              <a:rPr dirty="0"/>
              <a:t>• Tight coupling:</a:t>
            </a:r>
          </a:p>
          <a:p>
            <a:pPr>
              <a:spcBef>
                <a:spcPts val="1000"/>
              </a:spcBef>
              <a:defRPr sz="1600">
                <a:solidFill>
                  <a:srgbClr val="333333"/>
                </a:solidFill>
              </a:defRPr>
            </a:pPr>
            <a:r>
              <a:rPr dirty="0"/>
              <a:t>  Can't swap storage</a:t>
            </a:r>
          </a:p>
          <a:p>
            <a:pPr>
              <a:spcBef>
                <a:spcPts val="1000"/>
              </a:spcBef>
              <a:defRPr sz="1600">
                <a:solidFill>
                  <a:srgbClr val="333333"/>
                </a:solidFill>
              </a:defRPr>
            </a:pPr>
            <a:r>
              <a:rPr dirty="0"/>
              <a:t>  Can't test in isolation</a:t>
            </a:r>
          </a:p>
          <a:p>
            <a:pPr>
              <a:spcBef>
                <a:spcPts val="1000"/>
              </a:spcBef>
              <a:defRPr sz="1600">
                <a:solidFill>
                  <a:srgbClr val="333333"/>
                </a:solidFill>
              </a:defRPr>
            </a:pPr>
            <a:r>
              <a:rPr dirty="0"/>
              <a:t>• Impossible to mock</a:t>
            </a:r>
          </a:p>
          <a:p>
            <a:pPr>
              <a:spcBef>
                <a:spcPts val="1000"/>
              </a:spcBef>
              <a:defRPr sz="1600">
                <a:solidFill>
                  <a:srgbClr val="333333"/>
                </a:solidFill>
              </a:defRPr>
            </a:pPr>
            <a:r>
              <a:rPr dirty="0"/>
              <a:t>• Race conditions possible</a:t>
            </a:r>
          </a:p>
          <a:p>
            <a:pPr>
              <a:spcBef>
                <a:spcPts val="1000"/>
              </a:spcBef>
              <a:defRPr sz="1600">
                <a:solidFill>
                  <a:srgbClr val="333333"/>
                </a:solidFill>
              </a:defRPr>
            </a:pPr>
            <a:endParaRPr dirty="0"/>
          </a:p>
        </p:txBody>
      </p:sp>
      <p:sp>
        <p:nvSpPr>
          <p:cNvPr id="4" name="TextBox 3"/>
          <p:cNvSpPr txBox="1"/>
          <p:nvPr/>
        </p:nvSpPr>
        <p:spPr>
          <a:xfrm>
            <a:off x="3929933" y="894522"/>
            <a:ext cx="4114800" cy="5237331"/>
          </a:xfrm>
          <a:prstGeom prst="rect">
            <a:avLst/>
          </a:prstGeom>
          <a:noFill/>
        </p:spPr>
        <p:txBody>
          <a:bodyPr wrap="square">
            <a:spAutoFit/>
          </a:bodyPr>
          <a:lstStyle/>
          <a:p>
            <a:endParaRPr dirty="0"/>
          </a:p>
          <a:p>
            <a:pPr>
              <a:spcBef>
                <a:spcPts val="1000"/>
              </a:spcBef>
              <a:defRPr sz="1600">
                <a:solidFill>
                  <a:srgbClr val="333333"/>
                </a:solidFill>
              </a:defRPr>
            </a:pPr>
            <a:r>
              <a:rPr dirty="0"/>
              <a:t>✅ AFTER: Clean Architecture</a:t>
            </a:r>
          </a:p>
          <a:p>
            <a:pPr>
              <a:spcBef>
                <a:spcPts val="1000"/>
              </a:spcBef>
              <a:defRPr sz="1600">
                <a:solidFill>
                  <a:srgbClr val="333333"/>
                </a:solidFill>
              </a:defRPr>
            </a:pPr>
            <a:endParaRPr dirty="0"/>
          </a:p>
          <a:p>
            <a:pPr>
              <a:spcBef>
                <a:spcPts val="1000"/>
              </a:spcBef>
              <a:defRPr sz="1600">
                <a:solidFill>
                  <a:srgbClr val="333333"/>
                </a:solidFill>
              </a:defRPr>
            </a:pPr>
            <a:r>
              <a:rPr dirty="0"/>
              <a:t>• Repository interfaces:</a:t>
            </a:r>
          </a:p>
          <a:p>
            <a:pPr>
              <a:spcBef>
                <a:spcPts val="1000"/>
              </a:spcBef>
              <a:defRPr sz="1600">
                <a:solidFill>
                  <a:srgbClr val="333333"/>
                </a:solidFill>
              </a:defRPr>
            </a:pPr>
            <a:r>
              <a:rPr dirty="0"/>
              <a:t>  </a:t>
            </a:r>
            <a:r>
              <a:rPr dirty="0" err="1"/>
              <a:t>StudentRepository</a:t>
            </a:r>
            <a:r>
              <a:rPr dirty="0"/>
              <a:t> interface</a:t>
            </a:r>
          </a:p>
          <a:p>
            <a:pPr>
              <a:spcBef>
                <a:spcPts val="1000"/>
              </a:spcBef>
              <a:defRPr sz="1600">
                <a:solidFill>
                  <a:srgbClr val="333333"/>
                </a:solidFill>
              </a:defRPr>
            </a:pPr>
            <a:r>
              <a:rPr dirty="0"/>
              <a:t>  with Create, Get, Update, Delete</a:t>
            </a:r>
          </a:p>
          <a:p>
            <a:pPr>
              <a:spcBef>
                <a:spcPts val="1000"/>
              </a:spcBef>
              <a:defRPr sz="1600">
                <a:solidFill>
                  <a:srgbClr val="333333"/>
                </a:solidFill>
              </a:defRPr>
            </a:pPr>
            <a:r>
              <a:rPr dirty="0"/>
              <a:t>• Dependency injection:</a:t>
            </a:r>
          </a:p>
          <a:p>
            <a:pPr>
              <a:spcBef>
                <a:spcPts val="1000"/>
              </a:spcBef>
              <a:defRPr sz="1600">
                <a:solidFill>
                  <a:srgbClr val="333333"/>
                </a:solidFill>
              </a:defRPr>
            </a:pPr>
            <a:r>
              <a:rPr dirty="0"/>
              <a:t>  type </a:t>
            </a:r>
            <a:r>
              <a:rPr dirty="0" err="1"/>
              <a:t>StudentHandler</a:t>
            </a:r>
            <a:r>
              <a:rPr dirty="0"/>
              <a:t> struct {</a:t>
            </a:r>
          </a:p>
          <a:p>
            <a:pPr>
              <a:spcBef>
                <a:spcPts val="1000"/>
              </a:spcBef>
              <a:defRPr sz="1600">
                <a:solidFill>
                  <a:srgbClr val="333333"/>
                </a:solidFill>
              </a:defRPr>
            </a:pPr>
            <a:r>
              <a:rPr dirty="0"/>
              <a:t>    Repo </a:t>
            </a:r>
            <a:r>
              <a:rPr dirty="0" err="1"/>
              <a:t>repository.StudentRepository</a:t>
            </a:r>
            <a:endParaRPr dirty="0"/>
          </a:p>
          <a:p>
            <a:pPr>
              <a:spcBef>
                <a:spcPts val="1000"/>
              </a:spcBef>
              <a:defRPr sz="1600">
                <a:solidFill>
                  <a:srgbClr val="333333"/>
                </a:solidFill>
              </a:defRPr>
            </a:pPr>
            <a:r>
              <a:rPr dirty="0"/>
              <a:t>  }</a:t>
            </a:r>
          </a:p>
          <a:p>
            <a:pPr>
              <a:spcBef>
                <a:spcPts val="1000"/>
              </a:spcBef>
              <a:defRPr sz="1600">
                <a:solidFill>
                  <a:srgbClr val="333333"/>
                </a:solidFill>
              </a:defRPr>
            </a:pPr>
            <a:r>
              <a:rPr dirty="0"/>
              <a:t>• Encapsulated state:</a:t>
            </a:r>
          </a:p>
          <a:p>
            <a:pPr>
              <a:spcBef>
                <a:spcPts val="1000"/>
              </a:spcBef>
              <a:defRPr sz="1600">
                <a:solidFill>
                  <a:srgbClr val="333333"/>
                </a:solidFill>
              </a:defRPr>
            </a:pPr>
            <a:r>
              <a:rPr dirty="0"/>
              <a:t>  All storage inside repository</a:t>
            </a:r>
          </a:p>
          <a:p>
            <a:pPr>
              <a:spcBef>
                <a:spcPts val="1000"/>
              </a:spcBef>
              <a:defRPr sz="1600">
                <a:solidFill>
                  <a:srgbClr val="333333"/>
                </a:solidFill>
              </a:defRPr>
            </a:pPr>
            <a:r>
              <a:rPr dirty="0"/>
              <a:t>• Thread-safe implementations</a:t>
            </a:r>
          </a:p>
          <a:p>
            <a:pPr>
              <a:spcBef>
                <a:spcPts val="1000"/>
              </a:spcBef>
              <a:defRPr sz="1600">
                <a:solidFill>
                  <a:srgbClr val="333333"/>
                </a:solidFill>
              </a:defRPr>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7112845" cy="584775"/>
          </a:xfrm>
          <a:prstGeom prst="rect">
            <a:avLst/>
          </a:prstGeom>
          <a:noFill/>
        </p:spPr>
        <p:txBody>
          <a:bodyPr wrap="none">
            <a:spAutoFit/>
          </a:bodyPr>
          <a:lstStyle/>
          <a:p>
            <a:pPr>
              <a:defRPr sz="3200" b="1">
                <a:solidFill>
                  <a:srgbClr val="1F4E79"/>
                </a:solidFill>
              </a:defRPr>
            </a:pPr>
            <a:r>
              <a:rPr dirty="0"/>
              <a:t>2: Mock + Factory Generation Agent</a:t>
            </a:r>
          </a:p>
        </p:txBody>
      </p:sp>
      <p:sp>
        <p:nvSpPr>
          <p:cNvPr id="3" name="TextBox 2"/>
          <p:cNvSpPr txBox="1"/>
          <p:nvPr/>
        </p:nvSpPr>
        <p:spPr>
          <a:xfrm>
            <a:off x="457200" y="1371600"/>
            <a:ext cx="4114800" cy="4457631"/>
          </a:xfrm>
          <a:prstGeom prst="rect">
            <a:avLst/>
          </a:prstGeom>
          <a:noFill/>
        </p:spPr>
        <p:txBody>
          <a:bodyPr wrap="square">
            <a:spAutoFit/>
          </a:bodyPr>
          <a:lstStyle/>
          <a:p>
            <a:pPr>
              <a:spcBef>
                <a:spcPts val="1000"/>
              </a:spcBef>
              <a:defRPr sz="1600">
                <a:solidFill>
                  <a:srgbClr val="333333"/>
                </a:solidFill>
              </a:defRPr>
            </a:pPr>
            <a:r>
              <a:rPr dirty="0"/>
              <a:t>🎭 GOMOCK GENERATION:</a:t>
            </a:r>
          </a:p>
          <a:p>
            <a:pPr>
              <a:spcBef>
                <a:spcPts val="1000"/>
              </a:spcBef>
              <a:defRPr sz="1600">
                <a:solidFill>
                  <a:srgbClr val="333333"/>
                </a:solidFill>
              </a:defRPr>
            </a:pPr>
            <a:endParaRPr dirty="0"/>
          </a:p>
          <a:p>
            <a:pPr>
              <a:spcBef>
                <a:spcPts val="1000"/>
              </a:spcBef>
              <a:defRPr sz="1600">
                <a:solidFill>
                  <a:srgbClr val="333333"/>
                </a:solidFill>
              </a:defRPr>
            </a:pPr>
            <a:r>
              <a:rPr dirty="0"/>
              <a:t>• Auto-generate from interfaces:</a:t>
            </a:r>
          </a:p>
          <a:p>
            <a:pPr>
              <a:spcBef>
                <a:spcPts val="1000"/>
              </a:spcBef>
              <a:defRPr sz="1600">
                <a:solidFill>
                  <a:srgbClr val="333333"/>
                </a:solidFill>
              </a:defRPr>
            </a:pPr>
            <a:r>
              <a:rPr dirty="0"/>
              <a:t>  //</a:t>
            </a:r>
            <a:r>
              <a:rPr dirty="0" err="1"/>
              <a:t>go:generate</a:t>
            </a:r>
            <a:r>
              <a:rPr dirty="0"/>
              <a:t> </a:t>
            </a:r>
            <a:r>
              <a:rPr dirty="0" err="1"/>
              <a:t>mockgen</a:t>
            </a:r>
            <a:r>
              <a:rPr dirty="0"/>
              <a:t>...</a:t>
            </a:r>
          </a:p>
          <a:p>
            <a:pPr>
              <a:spcBef>
                <a:spcPts val="1000"/>
              </a:spcBef>
              <a:defRPr sz="1600">
                <a:solidFill>
                  <a:srgbClr val="333333"/>
                </a:solidFill>
              </a:defRPr>
            </a:pPr>
            <a:r>
              <a:rPr dirty="0"/>
              <a:t>• </a:t>
            </a:r>
            <a:r>
              <a:rPr dirty="0" err="1"/>
              <a:t>MockStudentRepository</a:t>
            </a:r>
            <a:endParaRPr dirty="0"/>
          </a:p>
          <a:p>
            <a:pPr>
              <a:spcBef>
                <a:spcPts val="1000"/>
              </a:spcBef>
              <a:defRPr sz="1600">
                <a:solidFill>
                  <a:srgbClr val="333333"/>
                </a:solidFill>
              </a:defRPr>
            </a:pPr>
            <a:r>
              <a:rPr dirty="0"/>
              <a:t>  with expectation setting</a:t>
            </a:r>
          </a:p>
          <a:p>
            <a:pPr>
              <a:spcBef>
                <a:spcPts val="1000"/>
              </a:spcBef>
              <a:defRPr sz="1600">
                <a:solidFill>
                  <a:srgbClr val="333333"/>
                </a:solidFill>
              </a:defRPr>
            </a:pPr>
            <a:r>
              <a:rPr dirty="0"/>
              <a:t>• </a:t>
            </a:r>
            <a:r>
              <a:rPr dirty="0" err="1"/>
              <a:t>MockGradeRepository</a:t>
            </a:r>
            <a:endParaRPr dirty="0"/>
          </a:p>
          <a:p>
            <a:pPr>
              <a:spcBef>
                <a:spcPts val="1000"/>
              </a:spcBef>
              <a:defRPr sz="1600">
                <a:solidFill>
                  <a:srgbClr val="333333"/>
                </a:solidFill>
              </a:defRPr>
            </a:pPr>
            <a:r>
              <a:rPr dirty="0"/>
              <a:t>  with call verification</a:t>
            </a:r>
          </a:p>
          <a:p>
            <a:pPr>
              <a:spcBef>
                <a:spcPts val="1000"/>
              </a:spcBef>
              <a:defRPr sz="1600">
                <a:solidFill>
                  <a:srgbClr val="333333"/>
                </a:solidFill>
              </a:defRPr>
            </a:pPr>
            <a:r>
              <a:rPr dirty="0"/>
              <a:t>• 500+ lines generated</a:t>
            </a:r>
          </a:p>
          <a:p>
            <a:pPr>
              <a:spcBef>
                <a:spcPts val="1000"/>
              </a:spcBef>
              <a:defRPr sz="1600">
                <a:solidFill>
                  <a:srgbClr val="333333"/>
                </a:solidFill>
              </a:defRPr>
            </a:pPr>
            <a:r>
              <a:rPr dirty="0"/>
              <a:t>  in seconds</a:t>
            </a:r>
          </a:p>
          <a:p>
            <a:pPr>
              <a:spcBef>
                <a:spcPts val="1000"/>
              </a:spcBef>
              <a:defRPr sz="1600">
                <a:solidFill>
                  <a:srgbClr val="333333"/>
                </a:solidFill>
              </a:defRPr>
            </a:pPr>
            <a:r>
              <a:rPr dirty="0"/>
              <a:t>• Full EXPECT() syntax support</a:t>
            </a:r>
          </a:p>
          <a:p>
            <a:pPr>
              <a:spcBef>
                <a:spcPts val="1000"/>
              </a:spcBef>
              <a:defRPr sz="1600">
                <a:solidFill>
                  <a:srgbClr val="333333"/>
                </a:solidFill>
              </a:defRPr>
            </a:pPr>
            <a:endParaRPr dirty="0"/>
          </a:p>
        </p:txBody>
      </p:sp>
      <p:sp>
        <p:nvSpPr>
          <p:cNvPr id="4" name="TextBox 3"/>
          <p:cNvSpPr txBox="1"/>
          <p:nvPr/>
        </p:nvSpPr>
        <p:spPr>
          <a:xfrm>
            <a:off x="3860358" y="1371600"/>
            <a:ext cx="4114800" cy="4832092"/>
          </a:xfrm>
          <a:prstGeom prst="rect">
            <a:avLst/>
          </a:prstGeom>
          <a:noFill/>
        </p:spPr>
        <p:txBody>
          <a:bodyPr wrap="square">
            <a:spAutoFit/>
          </a:bodyPr>
          <a:lstStyle/>
          <a:p>
            <a:pPr>
              <a:spcBef>
                <a:spcPts val="1000"/>
              </a:spcBef>
              <a:defRPr sz="1600">
                <a:solidFill>
                  <a:srgbClr val="333333"/>
                </a:solidFill>
              </a:defRPr>
            </a:pPr>
            <a:r>
              <a:rPr dirty="0"/>
              <a:t>🏭 FACTORY PATTERN:</a:t>
            </a:r>
          </a:p>
          <a:p>
            <a:pPr>
              <a:spcBef>
                <a:spcPts val="1000"/>
              </a:spcBef>
              <a:defRPr sz="1600">
                <a:solidFill>
                  <a:srgbClr val="333333"/>
                </a:solidFill>
              </a:defRPr>
            </a:pPr>
            <a:endParaRPr dirty="0"/>
          </a:p>
          <a:p>
            <a:pPr>
              <a:spcBef>
                <a:spcPts val="1000"/>
              </a:spcBef>
              <a:defRPr sz="1600">
                <a:solidFill>
                  <a:srgbClr val="333333"/>
                </a:solidFill>
              </a:defRPr>
            </a:pPr>
            <a:r>
              <a:rPr dirty="0"/>
              <a:t>• Builder pattern with fluent API:</a:t>
            </a:r>
          </a:p>
          <a:p>
            <a:pPr>
              <a:spcBef>
                <a:spcPts val="1000"/>
              </a:spcBef>
              <a:defRPr sz="1600">
                <a:solidFill>
                  <a:srgbClr val="333333"/>
                </a:solidFill>
              </a:defRPr>
            </a:pPr>
            <a:r>
              <a:rPr dirty="0"/>
              <a:t>  </a:t>
            </a:r>
            <a:r>
              <a:rPr dirty="0" err="1"/>
              <a:t>NewStudentBuilder</a:t>
            </a:r>
            <a:r>
              <a:rPr dirty="0"/>
              <a:t>()</a:t>
            </a:r>
          </a:p>
          <a:p>
            <a:pPr>
              <a:spcBef>
                <a:spcPts val="1000"/>
              </a:spcBef>
              <a:defRPr sz="1600">
                <a:solidFill>
                  <a:srgbClr val="333333"/>
                </a:solidFill>
              </a:defRPr>
            </a:pPr>
            <a:r>
              <a:rPr dirty="0"/>
              <a:t>  .</a:t>
            </a:r>
            <a:r>
              <a:rPr dirty="0" err="1"/>
              <a:t>WithName</a:t>
            </a:r>
            <a:r>
              <a:rPr dirty="0"/>
              <a:t>('Alice')</a:t>
            </a:r>
          </a:p>
          <a:p>
            <a:pPr>
              <a:spcBef>
                <a:spcPts val="1000"/>
              </a:spcBef>
              <a:defRPr sz="1600">
                <a:solidFill>
                  <a:srgbClr val="333333"/>
                </a:solidFill>
              </a:defRPr>
            </a:pPr>
            <a:r>
              <a:rPr dirty="0"/>
              <a:t>  .</a:t>
            </a:r>
            <a:r>
              <a:rPr dirty="0" err="1"/>
              <a:t>WithGrade</a:t>
            </a:r>
            <a:r>
              <a:rPr dirty="0"/>
              <a:t>('A')</a:t>
            </a:r>
          </a:p>
          <a:p>
            <a:pPr>
              <a:spcBef>
                <a:spcPts val="1000"/>
              </a:spcBef>
              <a:defRPr sz="1600">
                <a:solidFill>
                  <a:srgbClr val="333333"/>
                </a:solidFill>
              </a:defRPr>
            </a:pPr>
            <a:r>
              <a:rPr dirty="0"/>
              <a:t>  .Build()</a:t>
            </a:r>
          </a:p>
          <a:p>
            <a:pPr>
              <a:spcBef>
                <a:spcPts val="1000"/>
              </a:spcBef>
              <a:defRPr sz="1600">
                <a:solidFill>
                  <a:srgbClr val="333333"/>
                </a:solidFill>
              </a:defRPr>
            </a:pPr>
            <a:r>
              <a:rPr dirty="0"/>
              <a:t>• Sensible defaults included</a:t>
            </a:r>
          </a:p>
          <a:p>
            <a:pPr>
              <a:spcBef>
                <a:spcPts val="1000"/>
              </a:spcBef>
              <a:defRPr sz="1600">
                <a:solidFill>
                  <a:srgbClr val="333333"/>
                </a:solidFill>
              </a:defRPr>
            </a:pPr>
            <a:r>
              <a:rPr dirty="0"/>
              <a:t>• Preset configurations:</a:t>
            </a:r>
          </a:p>
          <a:p>
            <a:pPr>
              <a:spcBef>
                <a:spcPts val="1000"/>
              </a:spcBef>
              <a:defRPr sz="1600">
                <a:solidFill>
                  <a:srgbClr val="333333"/>
                </a:solidFill>
              </a:defRPr>
            </a:pPr>
            <a:r>
              <a:rPr dirty="0"/>
              <a:t>  </a:t>
            </a:r>
            <a:r>
              <a:rPr dirty="0" err="1"/>
              <a:t>ValidStudent</a:t>
            </a:r>
            <a:r>
              <a:rPr dirty="0"/>
              <a:t>()</a:t>
            </a:r>
          </a:p>
          <a:p>
            <a:pPr>
              <a:spcBef>
                <a:spcPts val="1000"/>
              </a:spcBef>
              <a:defRPr sz="1600">
                <a:solidFill>
                  <a:srgbClr val="333333"/>
                </a:solidFill>
              </a:defRPr>
            </a:pPr>
            <a:r>
              <a:rPr dirty="0"/>
              <a:t>  </a:t>
            </a:r>
            <a:r>
              <a:rPr dirty="0" err="1"/>
              <a:t>HighAchiever</a:t>
            </a:r>
            <a:r>
              <a:rPr dirty="0"/>
              <a:t>()</a:t>
            </a:r>
          </a:p>
          <a:p>
            <a:pPr>
              <a:spcBef>
                <a:spcPts val="1000"/>
              </a:spcBef>
              <a:defRPr sz="1600">
                <a:solidFill>
                  <a:srgbClr val="333333"/>
                </a:solidFill>
              </a:defRPr>
            </a:pPr>
            <a:r>
              <a:rPr dirty="0"/>
              <a:t>  </a:t>
            </a:r>
            <a:r>
              <a:rPr dirty="0" err="1"/>
              <a:t>FailingStudent</a:t>
            </a:r>
            <a:r>
              <a:rPr dirty="0"/>
              <a:t>()</a:t>
            </a:r>
          </a:p>
          <a:p>
            <a:pPr>
              <a:spcBef>
                <a:spcPts val="1000"/>
              </a:spcBef>
              <a:defRPr sz="1600">
                <a:solidFill>
                  <a:srgbClr val="333333"/>
                </a:solidFill>
              </a:defRPr>
            </a:pPr>
            <a:r>
              <a:rPr dirty="0"/>
              <a:t>• </a:t>
            </a:r>
            <a:r>
              <a:rPr dirty="0" err="1"/>
              <a:t>BuildN</a:t>
            </a:r>
            <a:r>
              <a:rPr dirty="0"/>
              <a:t>(n) for bulk generation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7050328" cy="584775"/>
          </a:xfrm>
          <a:prstGeom prst="rect">
            <a:avLst/>
          </a:prstGeom>
          <a:noFill/>
        </p:spPr>
        <p:txBody>
          <a:bodyPr wrap="none">
            <a:spAutoFit/>
          </a:bodyPr>
          <a:lstStyle/>
          <a:p>
            <a:pPr>
              <a:defRPr sz="3200" b="1">
                <a:solidFill>
                  <a:srgbClr val="1F4E79"/>
                </a:solidFill>
              </a:defRPr>
            </a:pPr>
            <a:r>
              <a:rPr dirty="0"/>
              <a:t>3: Integration Test Expansion Agent</a:t>
            </a:r>
          </a:p>
        </p:txBody>
      </p:sp>
      <p:sp>
        <p:nvSpPr>
          <p:cNvPr id="3" name="TextBox 2"/>
          <p:cNvSpPr txBox="1"/>
          <p:nvPr/>
        </p:nvSpPr>
        <p:spPr>
          <a:xfrm>
            <a:off x="731520" y="1371600"/>
            <a:ext cx="7772400" cy="5539978"/>
          </a:xfrm>
          <a:prstGeom prst="rect">
            <a:avLst/>
          </a:prstGeom>
          <a:noFill/>
        </p:spPr>
        <p:txBody>
          <a:bodyPr wrap="square">
            <a:spAutoFit/>
          </a:bodyPr>
          <a:lstStyle/>
          <a:p>
            <a:pPr>
              <a:spcBef>
                <a:spcPts val="1200"/>
              </a:spcBef>
              <a:defRPr sz="1800">
                <a:solidFill>
                  <a:srgbClr val="333333"/>
                </a:solidFill>
              </a:defRPr>
            </a:pPr>
            <a:r>
              <a:rPr dirty="0"/>
              <a:t>📊 COVERAGE EXPLOSION:</a:t>
            </a:r>
          </a:p>
          <a:p>
            <a:pPr>
              <a:spcBef>
                <a:spcPts val="1200"/>
              </a:spcBef>
              <a:defRPr sz="1800">
                <a:solidFill>
                  <a:srgbClr val="333333"/>
                </a:solidFill>
              </a:defRPr>
            </a:pPr>
            <a:r>
              <a:rPr dirty="0"/>
              <a:t>   Before: </a:t>
            </a:r>
            <a:r>
              <a:rPr lang="en-US" dirty="0"/>
              <a:t>low</a:t>
            </a:r>
            <a:r>
              <a:rPr dirty="0"/>
              <a:t> coverage    →    After: </a:t>
            </a:r>
            <a:r>
              <a:rPr lang="en-US" dirty="0"/>
              <a:t>higher</a:t>
            </a:r>
            <a:r>
              <a:rPr dirty="0"/>
              <a:t> coverage</a:t>
            </a:r>
            <a:endParaRPr lang="en-US" dirty="0"/>
          </a:p>
          <a:p>
            <a:pPr>
              <a:spcBef>
                <a:spcPts val="1200"/>
              </a:spcBef>
              <a:defRPr sz="1800">
                <a:solidFill>
                  <a:srgbClr val="333333"/>
                </a:solidFill>
              </a:defRPr>
            </a:pPr>
            <a:endParaRPr dirty="0"/>
          </a:p>
          <a:p>
            <a:pPr>
              <a:spcBef>
                <a:spcPts val="1200"/>
              </a:spcBef>
              <a:defRPr sz="1800">
                <a:solidFill>
                  <a:srgbClr val="333333"/>
                </a:solidFill>
              </a:defRPr>
            </a:pPr>
            <a:r>
              <a:rPr dirty="0"/>
              <a:t>🧪 COMPREHENSIVE TEST SUITE:</a:t>
            </a:r>
          </a:p>
          <a:p>
            <a:pPr>
              <a:spcBef>
                <a:spcPts val="1200"/>
              </a:spcBef>
              <a:defRPr sz="1800">
                <a:solidFill>
                  <a:srgbClr val="333333"/>
                </a:solidFill>
              </a:defRPr>
            </a:pPr>
            <a:r>
              <a:rPr dirty="0"/>
              <a:t>• </a:t>
            </a:r>
            <a:r>
              <a:rPr dirty="0" err="1"/>
              <a:t>TestStudentCRUDWorkflow</a:t>
            </a:r>
            <a:r>
              <a:rPr dirty="0"/>
              <a:t> - Full lifecycle testing</a:t>
            </a:r>
          </a:p>
          <a:p>
            <a:pPr>
              <a:spcBef>
                <a:spcPts val="1200"/>
              </a:spcBef>
              <a:defRPr sz="1800">
                <a:solidFill>
                  <a:srgbClr val="333333"/>
                </a:solidFill>
              </a:defRPr>
            </a:pPr>
            <a:r>
              <a:rPr dirty="0"/>
              <a:t>  Create → Read → Update → Delete → Verify 404</a:t>
            </a:r>
          </a:p>
          <a:p>
            <a:pPr>
              <a:spcBef>
                <a:spcPts val="1200"/>
              </a:spcBef>
              <a:defRPr sz="1800">
                <a:solidFill>
                  <a:srgbClr val="333333"/>
                </a:solidFill>
              </a:defRPr>
            </a:pPr>
            <a:r>
              <a:rPr dirty="0"/>
              <a:t>• </a:t>
            </a:r>
            <a:r>
              <a:rPr dirty="0" err="1"/>
              <a:t>TestStudentConcurrentCreation</a:t>
            </a:r>
            <a:r>
              <a:rPr dirty="0"/>
              <a:t> - Thread safety validation</a:t>
            </a:r>
          </a:p>
          <a:p>
            <a:pPr>
              <a:spcBef>
                <a:spcPts val="1200"/>
              </a:spcBef>
              <a:defRPr sz="1800">
                <a:solidFill>
                  <a:srgbClr val="333333"/>
                </a:solidFill>
              </a:defRPr>
            </a:pPr>
            <a:r>
              <a:rPr dirty="0"/>
              <a:t>  100 parallel requests with unique ID verification</a:t>
            </a:r>
          </a:p>
          <a:p>
            <a:pPr>
              <a:spcBef>
                <a:spcPts val="1200"/>
              </a:spcBef>
              <a:defRPr sz="1800">
                <a:solidFill>
                  <a:srgbClr val="333333"/>
                </a:solidFill>
              </a:defRPr>
            </a:pPr>
            <a:r>
              <a:rPr dirty="0"/>
              <a:t>• </a:t>
            </a:r>
            <a:r>
              <a:rPr dirty="0" err="1"/>
              <a:t>TestStudentErrorScenarios</a:t>
            </a:r>
            <a:r>
              <a:rPr dirty="0"/>
              <a:t> - Sad path coverage</a:t>
            </a:r>
          </a:p>
          <a:p>
            <a:pPr>
              <a:spcBef>
                <a:spcPts val="1200"/>
              </a:spcBef>
              <a:defRPr sz="1800">
                <a:solidFill>
                  <a:srgbClr val="333333"/>
                </a:solidFill>
              </a:defRPr>
            </a:pPr>
            <a:r>
              <a:rPr dirty="0"/>
              <a:t>  404 for missing resources, 400 for invalid input</a:t>
            </a:r>
          </a:p>
          <a:p>
            <a:pPr>
              <a:spcBef>
                <a:spcPts val="1200"/>
              </a:spcBef>
              <a:defRPr sz="1800">
                <a:solidFill>
                  <a:srgbClr val="333333"/>
                </a:solidFill>
              </a:defRPr>
            </a:pPr>
            <a:r>
              <a:rPr dirty="0"/>
              <a:t>• </a:t>
            </a:r>
            <a:r>
              <a:rPr dirty="0" err="1"/>
              <a:t>TestStudentListPagination</a:t>
            </a:r>
            <a:r>
              <a:rPr dirty="0"/>
              <a:t> - Edge cases</a:t>
            </a:r>
          </a:p>
          <a:p>
            <a:pPr>
              <a:spcBef>
                <a:spcPts val="1200"/>
              </a:spcBef>
              <a:defRPr sz="1800">
                <a:solidFill>
                  <a:srgbClr val="333333"/>
                </a:solidFill>
              </a:defRPr>
            </a:pPr>
            <a:r>
              <a:rPr dirty="0"/>
              <a:t>  Empty lists, bulk operations, boundary conditions</a:t>
            </a:r>
          </a:p>
          <a:p>
            <a:pPr>
              <a:spcBef>
                <a:spcPts val="1200"/>
              </a:spcBef>
              <a:defRPr sz="1800">
                <a:solidFill>
                  <a:srgbClr val="333333"/>
                </a:solidFill>
              </a:defRP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1F4E79"/>
                </a:solidFill>
              </a:defRPr>
            </a:pPr>
            <a:r>
              <a:t>Session 2 Results &amp; Impact</a:t>
            </a:r>
          </a:p>
        </p:txBody>
      </p:sp>
      <p:sp>
        <p:nvSpPr>
          <p:cNvPr id="4" name="TextBox 3"/>
          <p:cNvSpPr txBox="1"/>
          <p:nvPr/>
        </p:nvSpPr>
        <p:spPr>
          <a:xfrm>
            <a:off x="457200" y="1282148"/>
            <a:ext cx="3607904" cy="4862870"/>
          </a:xfrm>
          <a:prstGeom prst="rect">
            <a:avLst/>
          </a:prstGeom>
          <a:noFill/>
        </p:spPr>
        <p:txBody>
          <a:bodyPr wrap="square" numCol="1">
            <a:spAutoFit/>
          </a:bodyPr>
          <a:lstStyle/>
          <a:p>
            <a:endParaRPr dirty="0"/>
          </a:p>
          <a:p>
            <a:pPr>
              <a:spcBef>
                <a:spcPts val="1000"/>
              </a:spcBef>
              <a:defRPr sz="1600">
                <a:solidFill>
                  <a:srgbClr val="333333"/>
                </a:solidFill>
              </a:defRPr>
            </a:pPr>
            <a:r>
              <a:rPr dirty="0"/>
              <a:t>🎯 QUALITATIVE IMPACT:</a:t>
            </a:r>
          </a:p>
          <a:p>
            <a:pPr>
              <a:spcBef>
                <a:spcPts val="1000"/>
              </a:spcBef>
              <a:defRPr sz="1600">
                <a:solidFill>
                  <a:srgbClr val="333333"/>
                </a:solidFill>
              </a:defRPr>
            </a:pPr>
            <a:endParaRPr dirty="0"/>
          </a:p>
          <a:p>
            <a:pPr>
              <a:spcBef>
                <a:spcPts val="1000"/>
              </a:spcBef>
              <a:defRPr sz="1600">
                <a:solidFill>
                  <a:srgbClr val="333333"/>
                </a:solidFill>
              </a:defRPr>
            </a:pPr>
            <a:r>
              <a:rPr dirty="0"/>
              <a:t>✅ Architecture:</a:t>
            </a:r>
          </a:p>
          <a:p>
            <a:pPr>
              <a:spcBef>
                <a:spcPts val="1000"/>
              </a:spcBef>
              <a:defRPr sz="1600">
                <a:solidFill>
                  <a:srgbClr val="333333"/>
                </a:solidFill>
              </a:defRPr>
            </a:pPr>
            <a:r>
              <a:rPr lang="en-US" dirty="0"/>
              <a:t>   </a:t>
            </a:r>
            <a:r>
              <a:rPr dirty="0"/>
              <a:t>Clean repository pattern</a:t>
            </a:r>
            <a:endParaRPr lang="en-US" dirty="0"/>
          </a:p>
          <a:p>
            <a:pPr>
              <a:spcBef>
                <a:spcPts val="1000"/>
              </a:spcBef>
              <a:defRPr sz="1600">
                <a:solidFill>
                  <a:srgbClr val="333333"/>
                </a:solidFill>
              </a:defRPr>
            </a:pPr>
            <a:r>
              <a:rPr lang="en-US" dirty="0"/>
              <a:t>   SOLID principles followed</a:t>
            </a:r>
          </a:p>
          <a:p>
            <a:pPr>
              <a:spcBef>
                <a:spcPts val="1000"/>
              </a:spcBef>
              <a:defRPr sz="1600">
                <a:solidFill>
                  <a:srgbClr val="333333"/>
                </a:solidFill>
              </a:defRPr>
            </a:pPr>
            <a:r>
              <a:rPr dirty="0"/>
              <a:t>   Dependency injection</a:t>
            </a:r>
          </a:p>
          <a:p>
            <a:pPr>
              <a:spcBef>
                <a:spcPts val="1000"/>
              </a:spcBef>
              <a:defRPr sz="1600">
                <a:solidFill>
                  <a:srgbClr val="333333"/>
                </a:solidFill>
              </a:defRPr>
            </a:pPr>
            <a:endParaRPr dirty="0"/>
          </a:p>
          <a:p>
            <a:pPr>
              <a:spcBef>
                <a:spcPts val="1000"/>
              </a:spcBef>
              <a:defRPr sz="1600">
                <a:solidFill>
                  <a:srgbClr val="333333"/>
                </a:solidFill>
              </a:defRPr>
            </a:pPr>
            <a:r>
              <a:rPr dirty="0"/>
              <a:t>✅ Testability:</a:t>
            </a:r>
          </a:p>
          <a:p>
            <a:pPr>
              <a:spcBef>
                <a:spcPts val="1000"/>
              </a:spcBef>
              <a:defRPr sz="1600">
                <a:solidFill>
                  <a:srgbClr val="333333"/>
                </a:solidFill>
              </a:defRPr>
            </a:pPr>
            <a:r>
              <a:rPr dirty="0"/>
              <a:t>   Can mock any component</a:t>
            </a:r>
          </a:p>
          <a:p>
            <a:pPr>
              <a:spcBef>
                <a:spcPts val="1000"/>
              </a:spcBef>
              <a:defRPr sz="1600">
                <a:solidFill>
                  <a:srgbClr val="333333"/>
                </a:solidFill>
              </a:defRPr>
            </a:pPr>
            <a:r>
              <a:rPr dirty="0"/>
              <a:t>   Fast isolated unit tests</a:t>
            </a:r>
          </a:p>
          <a:p>
            <a:pPr>
              <a:spcBef>
                <a:spcPts val="1000"/>
              </a:spcBef>
              <a:defRPr sz="1600">
                <a:solidFill>
                  <a:srgbClr val="333333"/>
                </a:solidFill>
              </a:defRPr>
            </a:pPr>
            <a:r>
              <a:rPr dirty="0"/>
              <a:t>   Comprehensive integration tests</a:t>
            </a:r>
          </a:p>
          <a:p>
            <a:pPr>
              <a:spcBef>
                <a:spcPts val="1000"/>
              </a:spcBef>
              <a:defRPr sz="1600">
                <a:solidFill>
                  <a:srgbClr val="333333"/>
                </a:solidFill>
              </a:defRPr>
            </a:pPr>
            <a:endParaRPr lang="en-US" dirty="0"/>
          </a:p>
        </p:txBody>
      </p:sp>
      <p:sp>
        <p:nvSpPr>
          <p:cNvPr id="6" name="TextBox 5">
            <a:extLst>
              <a:ext uri="{FF2B5EF4-FFF2-40B4-BE49-F238E27FC236}">
                <a16:creationId xmlns:a16="http://schemas.microsoft.com/office/drawing/2014/main" id="{A5AC279B-89C2-B6B9-BD89-23F97F2423C8}"/>
              </a:ext>
            </a:extLst>
          </p:cNvPr>
          <p:cNvSpPr txBox="1"/>
          <p:nvPr/>
        </p:nvSpPr>
        <p:spPr>
          <a:xfrm>
            <a:off x="4099892" y="2427799"/>
            <a:ext cx="4586908" cy="3334246"/>
          </a:xfrm>
          <a:prstGeom prst="rect">
            <a:avLst/>
          </a:prstGeom>
          <a:noFill/>
        </p:spPr>
        <p:txBody>
          <a:bodyPr wrap="square">
            <a:spAutoFit/>
          </a:bodyPr>
          <a:lstStyle/>
          <a:p>
            <a:pPr>
              <a:spcBef>
                <a:spcPts val="1000"/>
              </a:spcBef>
              <a:defRPr sz="1600">
                <a:solidFill>
                  <a:srgbClr val="333333"/>
                </a:solidFill>
              </a:defRPr>
            </a:pPr>
            <a:r>
              <a:rPr lang="en-US" dirty="0"/>
              <a:t>✅ Maintainability:</a:t>
            </a:r>
          </a:p>
          <a:p>
            <a:pPr>
              <a:spcBef>
                <a:spcPts val="1000"/>
              </a:spcBef>
              <a:defRPr sz="1600">
                <a:solidFill>
                  <a:srgbClr val="333333"/>
                </a:solidFill>
              </a:defRPr>
            </a:pPr>
            <a:r>
              <a:rPr lang="en-US" dirty="0"/>
              <a:t>   Single responsibility</a:t>
            </a:r>
          </a:p>
          <a:p>
            <a:pPr>
              <a:spcBef>
                <a:spcPts val="1000"/>
              </a:spcBef>
              <a:defRPr sz="1600">
                <a:solidFill>
                  <a:srgbClr val="333333"/>
                </a:solidFill>
              </a:defRPr>
            </a:pPr>
            <a:r>
              <a:rPr lang="en-US" dirty="0"/>
              <a:t>   Clear separation of concerns</a:t>
            </a:r>
          </a:p>
          <a:p>
            <a:pPr>
              <a:spcBef>
                <a:spcPts val="1000"/>
              </a:spcBef>
              <a:defRPr sz="1600">
                <a:solidFill>
                  <a:srgbClr val="333333"/>
                </a:solidFill>
              </a:defRPr>
            </a:pPr>
            <a:r>
              <a:rPr lang="en-US" dirty="0"/>
              <a:t>   Tests as documentation</a:t>
            </a:r>
          </a:p>
          <a:p>
            <a:pPr>
              <a:spcBef>
                <a:spcPts val="1000"/>
              </a:spcBef>
              <a:defRPr sz="1600">
                <a:solidFill>
                  <a:srgbClr val="333333"/>
                </a:solidFill>
              </a:defRPr>
            </a:pPr>
            <a:endParaRPr lang="en-US" dirty="0"/>
          </a:p>
          <a:p>
            <a:pPr>
              <a:spcBef>
                <a:spcPts val="1000"/>
              </a:spcBef>
              <a:defRPr sz="1600">
                <a:solidFill>
                  <a:srgbClr val="333333"/>
                </a:solidFill>
              </a:defRPr>
            </a:pPr>
            <a:r>
              <a:rPr lang="en-US" dirty="0"/>
              <a:t>✅ Flexibility:</a:t>
            </a:r>
          </a:p>
          <a:p>
            <a:pPr>
              <a:spcBef>
                <a:spcPts val="1000"/>
              </a:spcBef>
              <a:defRPr sz="1600">
                <a:solidFill>
                  <a:srgbClr val="333333"/>
                </a:solidFill>
              </a:defRPr>
            </a:pPr>
            <a:r>
              <a:rPr lang="en-US" dirty="0"/>
              <a:t>   Can swap storage (PostgreSQL,</a:t>
            </a:r>
          </a:p>
          <a:p>
            <a:pPr>
              <a:spcBef>
                <a:spcPts val="1000"/>
              </a:spcBef>
              <a:defRPr sz="1600">
                <a:solidFill>
                  <a:srgbClr val="333333"/>
                </a:solidFill>
              </a:defRPr>
            </a:pPr>
            <a:r>
              <a:rPr lang="en-US" dirty="0"/>
              <a:t>   MongoDB, Redis) without</a:t>
            </a:r>
          </a:p>
          <a:p>
            <a:pPr>
              <a:spcBef>
                <a:spcPts val="1000"/>
              </a:spcBef>
              <a:defRPr sz="1600">
                <a:solidFill>
                  <a:srgbClr val="333333"/>
                </a:solidFill>
              </a:defRPr>
            </a:pPr>
            <a:r>
              <a:rPr lang="en-US" dirty="0"/>
              <a:t>   touching handlers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2257349" cy="584775"/>
          </a:xfrm>
          <a:prstGeom prst="rect">
            <a:avLst/>
          </a:prstGeom>
          <a:noFill/>
        </p:spPr>
        <p:txBody>
          <a:bodyPr wrap="none">
            <a:spAutoFit/>
          </a:bodyPr>
          <a:lstStyle/>
          <a:p>
            <a:pPr>
              <a:defRPr sz="3200" b="1">
                <a:solidFill>
                  <a:srgbClr val="1F4E79"/>
                </a:solidFill>
              </a:defRPr>
            </a:pPr>
            <a:r>
              <a:rPr lang="en-US" dirty="0"/>
              <a:t>Conclusion</a:t>
            </a:r>
            <a:endParaRPr dirty="0"/>
          </a:p>
        </p:txBody>
      </p:sp>
      <p:sp>
        <p:nvSpPr>
          <p:cNvPr id="3" name="TextBox 2"/>
          <p:cNvSpPr txBox="1"/>
          <p:nvPr/>
        </p:nvSpPr>
        <p:spPr>
          <a:xfrm>
            <a:off x="731520" y="1371600"/>
            <a:ext cx="7772400" cy="4001095"/>
          </a:xfrm>
          <a:prstGeom prst="rect">
            <a:avLst/>
          </a:prstGeom>
          <a:noFill/>
        </p:spPr>
        <p:txBody>
          <a:bodyPr wrap="square">
            <a:spAutoFit/>
          </a:bodyPr>
          <a:lstStyle/>
          <a:p>
            <a:pPr>
              <a:spcBef>
                <a:spcPts val="1200"/>
              </a:spcBef>
              <a:defRPr sz="1800">
                <a:solidFill>
                  <a:srgbClr val="333333"/>
                </a:solidFill>
              </a:defRPr>
            </a:pPr>
            <a:r>
              <a:rPr sz="1400" dirty="0"/>
              <a:t>1️⃣ REFACTOR EARLY WITH AI ASSISTANCE</a:t>
            </a:r>
          </a:p>
          <a:p>
            <a:pPr>
              <a:spcBef>
                <a:spcPts val="1200"/>
              </a:spcBef>
              <a:defRPr sz="1800">
                <a:solidFill>
                  <a:srgbClr val="333333"/>
                </a:solidFill>
              </a:defRPr>
            </a:pPr>
            <a:r>
              <a:rPr sz="1400" dirty="0"/>
              <a:t>   Don't wait for debt to compound | AI makes refactoring economically viable</a:t>
            </a:r>
          </a:p>
          <a:p>
            <a:pPr>
              <a:spcBef>
                <a:spcPts val="1200"/>
              </a:spcBef>
              <a:defRPr sz="1800">
                <a:solidFill>
                  <a:srgbClr val="333333"/>
                </a:solidFill>
              </a:defRPr>
            </a:pPr>
            <a:r>
              <a:rPr sz="1400" dirty="0"/>
              <a:t>2️⃣ INTERFACES UNLOCK TESTABILITY</a:t>
            </a:r>
          </a:p>
          <a:p>
            <a:pPr>
              <a:spcBef>
                <a:spcPts val="1200"/>
              </a:spcBef>
              <a:defRPr sz="1800">
                <a:solidFill>
                  <a:srgbClr val="333333"/>
                </a:solidFill>
              </a:defRPr>
            </a:pPr>
            <a:r>
              <a:rPr sz="1400" dirty="0"/>
              <a:t>   Repository pattern + dependency injection = mockable code</a:t>
            </a:r>
          </a:p>
          <a:p>
            <a:pPr>
              <a:spcBef>
                <a:spcPts val="1200"/>
              </a:spcBef>
              <a:defRPr sz="1800">
                <a:solidFill>
                  <a:srgbClr val="333333"/>
                </a:solidFill>
              </a:defRPr>
            </a:pPr>
            <a:r>
              <a:rPr sz="1400" dirty="0"/>
              <a:t>   Isolation testing is fast testing | Testable architecture enables rapid development</a:t>
            </a:r>
          </a:p>
          <a:p>
            <a:pPr>
              <a:spcBef>
                <a:spcPts val="1200"/>
              </a:spcBef>
              <a:defRPr sz="1800">
                <a:solidFill>
                  <a:srgbClr val="333333"/>
                </a:solidFill>
              </a:defRPr>
            </a:pPr>
            <a:r>
              <a:rPr sz="1400" dirty="0"/>
              <a:t>3️⃣ FACTORIES MAKE TESTS MAINTAINABLE</a:t>
            </a:r>
          </a:p>
          <a:p>
            <a:pPr>
              <a:spcBef>
                <a:spcPts val="1200"/>
              </a:spcBef>
              <a:defRPr sz="1800">
                <a:solidFill>
                  <a:srgbClr val="333333"/>
                </a:solidFill>
              </a:defRPr>
            </a:pPr>
            <a:r>
              <a:rPr sz="1400" dirty="0"/>
              <a:t>   Test code IS documentation | Builder pattern eliminates duplication</a:t>
            </a:r>
          </a:p>
          <a:p>
            <a:pPr>
              <a:spcBef>
                <a:spcPts val="1200"/>
              </a:spcBef>
              <a:defRPr sz="1800">
                <a:solidFill>
                  <a:srgbClr val="333333"/>
                </a:solidFill>
              </a:defRPr>
            </a:pPr>
            <a:r>
              <a:rPr sz="1400" dirty="0"/>
              <a:t>   80% less test setup = more time testing</a:t>
            </a:r>
          </a:p>
          <a:p>
            <a:pPr>
              <a:spcBef>
                <a:spcPts val="1200"/>
              </a:spcBef>
              <a:defRPr sz="1800">
                <a:solidFill>
                  <a:srgbClr val="333333"/>
                </a:solidFill>
              </a:defRPr>
            </a:pPr>
            <a:r>
              <a:rPr sz="1400" dirty="0"/>
              <a:t>4️⃣ EVOLUTION &gt; REVOLUTION</a:t>
            </a:r>
          </a:p>
          <a:p>
            <a:pPr>
              <a:spcBef>
                <a:spcPts val="1200"/>
              </a:spcBef>
              <a:defRPr sz="1800">
                <a:solidFill>
                  <a:srgbClr val="333333"/>
                </a:solidFill>
              </a:defRPr>
            </a:pPr>
            <a:r>
              <a:rPr sz="1400" dirty="0"/>
              <a:t>   Continuous improvement with AI | Maintain velocity while fixing debt</a:t>
            </a:r>
          </a:p>
          <a:p>
            <a:pPr>
              <a:spcBef>
                <a:spcPts val="1200"/>
              </a:spcBef>
              <a:defRPr sz="1800">
                <a:solidFill>
                  <a:srgbClr val="333333"/>
                </a:solidFill>
              </a:defRPr>
            </a:pPr>
            <a:r>
              <a:rPr sz="1400" dirty="0"/>
              <a:t>   Quality and speed are NOT opposites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1F4E79"/>
                </a:solidFill>
              </a:defRPr>
            </a:pPr>
            <a:r>
              <a:t>What's Next: Sessions 3 &amp; 4</a:t>
            </a:r>
          </a:p>
        </p:txBody>
      </p:sp>
      <p:sp>
        <p:nvSpPr>
          <p:cNvPr id="3" name="TextBox 2"/>
          <p:cNvSpPr txBox="1"/>
          <p:nvPr/>
        </p:nvSpPr>
        <p:spPr>
          <a:xfrm>
            <a:off x="457200" y="978310"/>
            <a:ext cx="7772400" cy="1661993"/>
          </a:xfrm>
          <a:prstGeom prst="rect">
            <a:avLst/>
          </a:prstGeom>
          <a:noFill/>
        </p:spPr>
        <p:txBody>
          <a:bodyPr wrap="square">
            <a:spAutoFit/>
          </a:bodyPr>
          <a:lstStyle/>
          <a:p>
            <a:endParaRPr dirty="0"/>
          </a:p>
          <a:p>
            <a:pPr>
              <a:spcBef>
                <a:spcPts val="1200"/>
              </a:spcBef>
              <a:defRPr sz="1800">
                <a:solidFill>
                  <a:srgbClr val="333333"/>
                </a:solidFill>
              </a:defRPr>
            </a:pPr>
            <a:r>
              <a:rPr dirty="0"/>
              <a:t>📅 SESSION 3: Security &amp; DevOps Automation</a:t>
            </a:r>
          </a:p>
          <a:p>
            <a:pPr>
              <a:spcBef>
                <a:spcPts val="1200"/>
              </a:spcBef>
              <a:defRPr sz="1800">
                <a:solidFill>
                  <a:srgbClr val="333333"/>
                </a:solidFill>
              </a:defRPr>
            </a:pPr>
            <a:r>
              <a:rPr dirty="0"/>
              <a:t>📅 SESSION 4: Advanced Workflows &amp; Multi-Agent Orchestration</a:t>
            </a:r>
          </a:p>
          <a:p>
            <a:pPr>
              <a:spcBef>
                <a:spcPts val="1200"/>
              </a:spcBef>
              <a:defRPr sz="1800">
                <a:solidFill>
                  <a:srgbClr val="333333"/>
                </a:solidFill>
              </a:defRP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8229600" cy="914400"/>
          </a:xfrm>
          <a:prstGeom prst="rect">
            <a:avLst/>
          </a:prstGeom>
          <a:noFill/>
        </p:spPr>
        <p:txBody>
          <a:bodyPr wrap="none">
            <a:spAutoFit/>
          </a:bodyPr>
          <a:lstStyle/>
          <a:p>
            <a:pPr algn="ctr">
              <a:defRPr sz="4400" b="1">
                <a:solidFill>
                  <a:srgbClr val="1F4E79"/>
                </a:solidFill>
              </a:defRPr>
            </a:pPr>
            <a:r>
              <a:t>Questions &amp; Discussion</a:t>
            </a:r>
          </a:p>
        </p:txBody>
      </p:sp>
      <p:sp>
        <p:nvSpPr>
          <p:cNvPr id="3" name="TextBox 2"/>
          <p:cNvSpPr txBox="1"/>
          <p:nvPr/>
        </p:nvSpPr>
        <p:spPr>
          <a:xfrm>
            <a:off x="457200" y="3474720"/>
            <a:ext cx="8229600" cy="914400"/>
          </a:xfrm>
          <a:prstGeom prst="rect">
            <a:avLst/>
          </a:prstGeom>
          <a:noFill/>
        </p:spPr>
        <p:txBody>
          <a:bodyPr wrap="none">
            <a:spAutoFit/>
          </a:bodyPr>
          <a:lstStyle/>
          <a:p>
            <a:pPr algn="ctr">
              <a:defRPr sz="2400">
                <a:solidFill>
                  <a:srgbClr val="FF5722"/>
                </a:solidFill>
              </a:defRPr>
            </a:pPr>
            <a:r>
              <a:t>Share your technical debt challenges!</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1490</TotalTime>
  <Words>2932</Words>
  <Application>Microsoft Office PowerPoint</Application>
  <PresentationFormat>On-screen Show (4:3)</PresentationFormat>
  <Paragraphs>341</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Hemavathi N</cp:lastModifiedBy>
  <cp:revision>1</cp:revision>
  <dcterms:created xsi:type="dcterms:W3CDTF">2013-01-27T09:14:16Z</dcterms:created>
  <dcterms:modified xsi:type="dcterms:W3CDTF">2026-01-09T09:01:53Z</dcterms:modified>
  <cp:category/>
</cp:coreProperties>
</file>