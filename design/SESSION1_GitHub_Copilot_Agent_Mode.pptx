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04" r:id="rId1"/>
  </p:sldMasterIdLst>
  <p:notesMasterIdLst>
    <p:notesMasterId r:id="rId20"/>
  </p:notesMasterIdLst>
  <p:sldIdLst>
    <p:sldId id="256" r:id="rId2"/>
    <p:sldId id="257" r:id="rId3"/>
    <p:sldId id="269" r:id="rId4"/>
    <p:sldId id="258" r:id="rId5"/>
    <p:sldId id="270" r:id="rId6"/>
    <p:sldId id="271" r:id="rId7"/>
    <p:sldId id="272" r:id="rId8"/>
    <p:sldId id="273" r:id="rId9"/>
    <p:sldId id="259" r:id="rId10"/>
    <p:sldId id="260" r:id="rId11"/>
    <p:sldId id="261" r:id="rId12"/>
    <p:sldId id="262" r:id="rId13"/>
    <p:sldId id="263" r:id="rId14"/>
    <p:sldId id="264" r:id="rId15"/>
    <p:sldId id="265" r:id="rId16"/>
    <p:sldId id="266" r:id="rId17"/>
    <p:sldId id="267" r:id="rId18"/>
    <p:sldId id="268"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CFB634-6BE0-4471-942A-5DD69F7C5B6D}" v="48" dt="2026-01-08T05:06:01.9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77" d="100"/>
          <a:sy n="77" d="100"/>
        </p:scale>
        <p:origin x="1618" y="10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mavathi N" userId="03ffe50d-d8c4-450f-8767-16fec8f145ea" providerId="ADAL" clId="{F670BC12-C9CA-4FC8-99C4-9688C5EDF73A}"/>
    <pc:docChg chg="undo redo custSel addSld delSld modSld">
      <pc:chgData name="Hemavathi N" userId="03ffe50d-d8c4-450f-8767-16fec8f145ea" providerId="ADAL" clId="{F670BC12-C9CA-4FC8-99C4-9688C5EDF73A}" dt="2026-01-08T05:08:11.563" v="347" actId="20577"/>
      <pc:docMkLst>
        <pc:docMk/>
      </pc:docMkLst>
      <pc:sldChg chg="addSp delSp modSp mod setBg setClrOvrMap">
        <pc:chgData name="Hemavathi N" userId="03ffe50d-d8c4-450f-8767-16fec8f145ea" providerId="ADAL" clId="{F670BC12-C9CA-4FC8-99C4-9688C5EDF73A}" dt="2026-01-07T18:46:51.643" v="248" actId="5793"/>
        <pc:sldMkLst>
          <pc:docMk/>
          <pc:sldMk cId="0" sldId="256"/>
        </pc:sldMkLst>
        <pc:spChg chg="del">
          <ac:chgData name="Hemavathi N" userId="03ffe50d-d8c4-450f-8767-16fec8f145ea" providerId="ADAL" clId="{F670BC12-C9CA-4FC8-99C4-9688C5EDF73A}" dt="2026-01-07T18:25:14.228" v="106" actId="478"/>
          <ac:spMkLst>
            <pc:docMk/>
            <pc:sldMk cId="0" sldId="256"/>
            <ac:spMk id="2" creationId="{00000000-0000-0000-0000-000000000000}"/>
          </ac:spMkLst>
        </pc:spChg>
        <pc:spChg chg="mod">
          <ac:chgData name="Hemavathi N" userId="03ffe50d-d8c4-450f-8767-16fec8f145ea" providerId="ADAL" clId="{F670BC12-C9CA-4FC8-99C4-9688C5EDF73A}" dt="2026-01-07T18:30:26.628" v="130" actId="26606"/>
          <ac:spMkLst>
            <pc:docMk/>
            <pc:sldMk cId="0" sldId="256"/>
            <ac:spMk id="3" creationId="{00000000-0000-0000-0000-000000000000}"/>
          </ac:spMkLst>
        </pc:spChg>
        <pc:spChg chg="mod">
          <ac:chgData name="Hemavathi N" userId="03ffe50d-d8c4-450f-8767-16fec8f145ea" providerId="ADAL" clId="{F670BC12-C9CA-4FC8-99C4-9688C5EDF73A}" dt="2026-01-07T18:46:51.643" v="248" actId="5793"/>
          <ac:spMkLst>
            <pc:docMk/>
            <pc:sldMk cId="0" sldId="256"/>
            <ac:spMk id="4" creationId="{00000000-0000-0000-0000-000000000000}"/>
          </ac:spMkLst>
        </pc:spChg>
        <pc:spChg chg="add del">
          <ac:chgData name="Hemavathi N" userId="03ffe50d-d8c4-450f-8767-16fec8f145ea" providerId="ADAL" clId="{F670BC12-C9CA-4FC8-99C4-9688C5EDF73A}" dt="2026-01-07T18:30:26.628" v="130" actId="26606"/>
          <ac:spMkLst>
            <pc:docMk/>
            <pc:sldMk cId="0" sldId="256"/>
            <ac:spMk id="21" creationId="{86C16C40-7C29-4ACC-B851-7E08E459B596}"/>
          </ac:spMkLst>
        </pc:spChg>
        <pc:grpChg chg="add del">
          <ac:chgData name="Hemavathi N" userId="03ffe50d-d8c4-450f-8767-16fec8f145ea" providerId="ADAL" clId="{F670BC12-C9CA-4FC8-99C4-9688C5EDF73A}" dt="2026-01-07T18:30:26.628" v="130" actId="26606"/>
          <ac:grpSpMkLst>
            <pc:docMk/>
            <pc:sldMk cId="0" sldId="256"/>
            <ac:grpSpMk id="9" creationId="{09EA7EA7-74F5-4EE2-8E3D-1A10308259D7}"/>
          </ac:grpSpMkLst>
        </pc:grpChg>
        <pc:grpChg chg="add del">
          <ac:chgData name="Hemavathi N" userId="03ffe50d-d8c4-450f-8767-16fec8f145ea" providerId="ADAL" clId="{F670BC12-C9CA-4FC8-99C4-9688C5EDF73A}" dt="2026-01-07T18:30:26.628" v="130" actId="26606"/>
          <ac:grpSpMkLst>
            <pc:docMk/>
            <pc:sldMk cId="0" sldId="256"/>
            <ac:grpSpMk id="23" creationId="{CDD733AE-DD5E-4C77-8BCD-72BF12A06BB1}"/>
          </ac:grpSpMkLst>
        </pc:grpChg>
      </pc:sldChg>
      <pc:sldChg chg="addSp delSp modSp mod setBg">
        <pc:chgData name="Hemavathi N" userId="03ffe50d-d8c4-450f-8767-16fec8f145ea" providerId="ADAL" clId="{F670BC12-C9CA-4FC8-99C4-9688C5EDF73A}" dt="2026-01-07T19:22:53.691" v="249" actId="20577"/>
        <pc:sldMkLst>
          <pc:docMk/>
          <pc:sldMk cId="0" sldId="257"/>
        </pc:sldMkLst>
        <pc:spChg chg="del mod">
          <ac:chgData name="Hemavathi N" userId="03ffe50d-d8c4-450f-8767-16fec8f145ea" providerId="ADAL" clId="{F670BC12-C9CA-4FC8-99C4-9688C5EDF73A}" dt="2026-01-07T18:25:06.159" v="105" actId="478"/>
          <ac:spMkLst>
            <pc:docMk/>
            <pc:sldMk cId="0" sldId="257"/>
            <ac:spMk id="2" creationId="{00000000-0000-0000-0000-000000000000}"/>
          </ac:spMkLst>
        </pc:spChg>
        <pc:spChg chg="mod">
          <ac:chgData name="Hemavathi N" userId="03ffe50d-d8c4-450f-8767-16fec8f145ea" providerId="ADAL" clId="{F670BC12-C9CA-4FC8-99C4-9688C5EDF73A}" dt="2026-01-07T19:22:53.691" v="249" actId="20577"/>
          <ac:spMkLst>
            <pc:docMk/>
            <pc:sldMk cId="0" sldId="257"/>
            <ac:spMk id="3" creationId="{00000000-0000-0000-0000-000000000000}"/>
          </ac:spMkLst>
        </pc:spChg>
        <pc:spChg chg="del">
          <ac:chgData name="Hemavathi N" userId="03ffe50d-d8c4-450f-8767-16fec8f145ea" providerId="ADAL" clId="{F670BC12-C9CA-4FC8-99C4-9688C5EDF73A}" dt="2026-01-07T18:14:04.940" v="17" actId="26606"/>
          <ac:spMkLst>
            <pc:docMk/>
            <pc:sldMk cId="0" sldId="257"/>
            <ac:spMk id="4" creationId="{00000000-0000-0000-0000-000000000000}"/>
          </ac:spMkLst>
        </pc:spChg>
        <pc:spChg chg="add del">
          <ac:chgData name="Hemavathi N" userId="03ffe50d-d8c4-450f-8767-16fec8f145ea" providerId="ADAL" clId="{F670BC12-C9CA-4FC8-99C4-9688C5EDF73A}" dt="2026-01-07T18:30:18.507" v="128" actId="26606"/>
          <ac:spMkLst>
            <pc:docMk/>
            <pc:sldMk cId="0" sldId="257"/>
            <ac:spMk id="23" creationId="{9F4444CE-BC8D-4D61-B303-4C05614E62AB}"/>
          </ac:spMkLst>
        </pc:spChg>
        <pc:spChg chg="add del">
          <ac:chgData name="Hemavathi N" userId="03ffe50d-d8c4-450f-8767-16fec8f145ea" providerId="ADAL" clId="{F670BC12-C9CA-4FC8-99C4-9688C5EDF73A}" dt="2026-01-07T18:30:18.507" v="128" actId="26606"/>
          <ac:spMkLst>
            <pc:docMk/>
            <pc:sldMk cId="0" sldId="257"/>
            <ac:spMk id="25" creationId="{73772B81-181F-48B7-8826-4D9686D15DF5}"/>
          </ac:spMkLst>
        </pc:spChg>
        <pc:spChg chg="add del">
          <ac:chgData name="Hemavathi N" userId="03ffe50d-d8c4-450f-8767-16fec8f145ea" providerId="ADAL" clId="{F670BC12-C9CA-4FC8-99C4-9688C5EDF73A}" dt="2026-01-07T18:30:18.507" v="128" actId="26606"/>
          <ac:spMkLst>
            <pc:docMk/>
            <pc:sldMk cId="0" sldId="257"/>
            <ac:spMk id="27" creationId="{B2205F6E-03C6-4E92-877C-E2482F6599AA}"/>
          </ac:spMkLst>
        </pc:spChg>
        <pc:spChg chg="add">
          <ac:chgData name="Hemavathi N" userId="03ffe50d-d8c4-450f-8767-16fec8f145ea" providerId="ADAL" clId="{F670BC12-C9CA-4FC8-99C4-9688C5EDF73A}" dt="2026-01-07T18:30:50.662" v="133" actId="26606"/>
          <ac:spMkLst>
            <pc:docMk/>
            <pc:sldMk cId="0" sldId="257"/>
            <ac:spMk id="36" creationId="{9F4444CE-BC8D-4D61-B303-4C05614E62AB}"/>
          </ac:spMkLst>
        </pc:spChg>
        <pc:spChg chg="add">
          <ac:chgData name="Hemavathi N" userId="03ffe50d-d8c4-450f-8767-16fec8f145ea" providerId="ADAL" clId="{F670BC12-C9CA-4FC8-99C4-9688C5EDF73A}" dt="2026-01-07T18:30:50.662" v="133" actId="26606"/>
          <ac:spMkLst>
            <pc:docMk/>
            <pc:sldMk cId="0" sldId="257"/>
            <ac:spMk id="37" creationId="{73772B81-181F-48B7-8826-4D9686D15DF5}"/>
          </ac:spMkLst>
        </pc:spChg>
        <pc:spChg chg="add">
          <ac:chgData name="Hemavathi N" userId="03ffe50d-d8c4-450f-8767-16fec8f145ea" providerId="ADAL" clId="{F670BC12-C9CA-4FC8-99C4-9688C5EDF73A}" dt="2026-01-07T18:30:50.662" v="133" actId="26606"/>
          <ac:spMkLst>
            <pc:docMk/>
            <pc:sldMk cId="0" sldId="257"/>
            <ac:spMk id="38" creationId="{B2205F6E-03C6-4E92-877C-E2482F6599AA}"/>
          </ac:spMkLst>
        </pc:spChg>
        <pc:spChg chg="add del">
          <ac:chgData name="Hemavathi N" userId="03ffe50d-d8c4-450f-8767-16fec8f145ea" providerId="ADAL" clId="{F670BC12-C9CA-4FC8-99C4-9688C5EDF73A}" dt="2026-01-07T18:30:14.173" v="126" actId="26606"/>
          <ac:spMkLst>
            <pc:docMk/>
            <pc:sldMk cId="0" sldId="257"/>
            <ac:spMk id="51" creationId="{9F4444CE-BC8D-4D61-B303-4C05614E62AB}"/>
          </ac:spMkLst>
        </pc:spChg>
        <pc:spChg chg="add del">
          <ac:chgData name="Hemavathi N" userId="03ffe50d-d8c4-450f-8767-16fec8f145ea" providerId="ADAL" clId="{F670BC12-C9CA-4FC8-99C4-9688C5EDF73A}" dt="2026-01-07T18:30:14.173" v="126" actId="26606"/>
          <ac:spMkLst>
            <pc:docMk/>
            <pc:sldMk cId="0" sldId="257"/>
            <ac:spMk id="53" creationId="{73772B81-181F-48B7-8826-4D9686D15DF5}"/>
          </ac:spMkLst>
        </pc:spChg>
        <pc:spChg chg="add del">
          <ac:chgData name="Hemavathi N" userId="03ffe50d-d8c4-450f-8767-16fec8f145ea" providerId="ADAL" clId="{F670BC12-C9CA-4FC8-99C4-9688C5EDF73A}" dt="2026-01-07T18:30:14.173" v="126" actId="26606"/>
          <ac:spMkLst>
            <pc:docMk/>
            <pc:sldMk cId="0" sldId="257"/>
            <ac:spMk id="55" creationId="{B2205F6E-03C6-4E92-877C-E2482F6599AA}"/>
          </ac:spMkLst>
        </pc:spChg>
        <pc:grpChg chg="add del">
          <ac:chgData name="Hemavathi N" userId="03ffe50d-d8c4-450f-8767-16fec8f145ea" providerId="ADAL" clId="{F670BC12-C9CA-4FC8-99C4-9688C5EDF73A}" dt="2026-01-07T18:30:50.596" v="132" actId="26606"/>
          <ac:grpSpMkLst>
            <pc:docMk/>
            <pc:sldMk cId="0" sldId="257"/>
            <ac:grpSpMk id="8" creationId="{D920209C-E85B-4D6F-A56F-724F5ADA811C}"/>
          </ac:grpSpMkLst>
        </pc:grpChg>
        <pc:grpChg chg="add del">
          <ac:chgData name="Hemavathi N" userId="03ffe50d-d8c4-450f-8767-16fec8f145ea" providerId="ADAL" clId="{F670BC12-C9CA-4FC8-99C4-9688C5EDF73A}" dt="2026-01-07T18:29:38.493" v="121" actId="26606"/>
          <ac:grpSpMkLst>
            <pc:docMk/>
            <pc:sldMk cId="0" sldId="257"/>
            <ac:grpSpMk id="11" creationId="{D920209C-E85B-4D6F-A56F-724F5ADA811C}"/>
          </ac:grpSpMkLst>
        </pc:grpChg>
        <pc:grpChg chg="add del">
          <ac:chgData name="Hemavathi N" userId="03ffe50d-d8c4-450f-8767-16fec8f145ea" providerId="ADAL" clId="{F670BC12-C9CA-4FC8-99C4-9688C5EDF73A}" dt="2026-01-07T18:30:18.507" v="128" actId="26606"/>
          <ac:grpSpMkLst>
            <pc:docMk/>
            <pc:sldMk cId="0" sldId="257"/>
            <ac:grpSpMk id="24" creationId="{D920209C-E85B-4D6F-A56F-724F5ADA811C}"/>
          </ac:grpSpMkLst>
        </pc:grpChg>
        <pc:grpChg chg="add">
          <ac:chgData name="Hemavathi N" userId="03ffe50d-d8c4-450f-8767-16fec8f145ea" providerId="ADAL" clId="{F670BC12-C9CA-4FC8-99C4-9688C5EDF73A}" dt="2026-01-07T18:30:50.662" v="133" actId="26606"/>
          <ac:grpSpMkLst>
            <pc:docMk/>
            <pc:sldMk cId="0" sldId="257"/>
            <ac:grpSpMk id="26" creationId="{D920209C-E85B-4D6F-A56F-724F5ADA811C}"/>
          </ac:grpSpMkLst>
        </pc:grpChg>
        <pc:grpChg chg="add del">
          <ac:chgData name="Hemavathi N" userId="03ffe50d-d8c4-450f-8767-16fec8f145ea" providerId="ADAL" clId="{F670BC12-C9CA-4FC8-99C4-9688C5EDF73A}" dt="2026-01-07T18:30:14.173" v="126" actId="26606"/>
          <ac:grpSpMkLst>
            <pc:docMk/>
            <pc:sldMk cId="0" sldId="257"/>
            <ac:grpSpMk id="39" creationId="{D920209C-E85B-4D6F-A56F-724F5ADA811C}"/>
          </ac:grpSpMkLst>
        </pc:grpChg>
        <pc:graphicFrameChg chg="add mod modGraphic">
          <ac:chgData name="Hemavathi N" userId="03ffe50d-d8c4-450f-8767-16fec8f145ea" providerId="ADAL" clId="{F670BC12-C9CA-4FC8-99C4-9688C5EDF73A}" dt="2026-01-07T18:30:50.662" v="133" actId="26606"/>
          <ac:graphicFrameMkLst>
            <pc:docMk/>
            <pc:sldMk cId="0" sldId="257"/>
            <ac:graphicFrameMk id="6" creationId="{D72749EC-7D66-50E5-68C2-60BCBC861C33}"/>
          </ac:graphicFrameMkLst>
        </pc:graphicFrameChg>
      </pc:sldChg>
      <pc:sldChg chg="addSp delSp modSp mod setBg setClrOvrMap">
        <pc:chgData name="Hemavathi N" userId="03ffe50d-d8c4-450f-8767-16fec8f145ea" providerId="ADAL" clId="{F670BC12-C9CA-4FC8-99C4-9688C5EDF73A}" dt="2026-01-07T18:32:07.796" v="138" actId="5793"/>
        <pc:sldMkLst>
          <pc:docMk/>
          <pc:sldMk cId="0" sldId="258"/>
        </pc:sldMkLst>
        <pc:spChg chg="del mod">
          <ac:chgData name="Hemavathi N" userId="03ffe50d-d8c4-450f-8767-16fec8f145ea" providerId="ADAL" clId="{F670BC12-C9CA-4FC8-99C4-9688C5EDF73A}" dt="2026-01-07T18:24:51.380" v="104" actId="478"/>
          <ac:spMkLst>
            <pc:docMk/>
            <pc:sldMk cId="0" sldId="258"/>
            <ac:spMk id="2" creationId="{00000000-0000-0000-0000-000000000000}"/>
          </ac:spMkLst>
        </pc:spChg>
        <pc:spChg chg="mod">
          <ac:chgData name="Hemavathi N" userId="03ffe50d-d8c4-450f-8767-16fec8f145ea" providerId="ADAL" clId="{F670BC12-C9CA-4FC8-99C4-9688C5EDF73A}" dt="2026-01-07T18:31:59.343" v="137" actId="26606"/>
          <ac:spMkLst>
            <pc:docMk/>
            <pc:sldMk cId="0" sldId="258"/>
            <ac:spMk id="3" creationId="{00000000-0000-0000-0000-000000000000}"/>
          </ac:spMkLst>
        </pc:spChg>
        <pc:spChg chg="mod">
          <ac:chgData name="Hemavathi N" userId="03ffe50d-d8c4-450f-8767-16fec8f145ea" providerId="ADAL" clId="{F670BC12-C9CA-4FC8-99C4-9688C5EDF73A}" dt="2026-01-07T18:32:07.796" v="138" actId="5793"/>
          <ac:spMkLst>
            <pc:docMk/>
            <pc:sldMk cId="0" sldId="258"/>
            <ac:spMk id="4" creationId="{00000000-0000-0000-0000-000000000000}"/>
          </ac:spMkLst>
        </pc:spChg>
        <pc:spChg chg="add">
          <ac:chgData name="Hemavathi N" userId="03ffe50d-d8c4-450f-8767-16fec8f145ea" providerId="ADAL" clId="{F670BC12-C9CA-4FC8-99C4-9688C5EDF73A}" dt="2026-01-07T18:31:59.343" v="137" actId="26606"/>
          <ac:spMkLst>
            <pc:docMk/>
            <pc:sldMk cId="0" sldId="258"/>
            <ac:spMk id="21" creationId="{A65AC7D1-EAA9-48F5-B509-60A7F50BF703}"/>
          </ac:spMkLst>
        </pc:spChg>
        <pc:spChg chg="add">
          <ac:chgData name="Hemavathi N" userId="03ffe50d-d8c4-450f-8767-16fec8f145ea" providerId="ADAL" clId="{F670BC12-C9CA-4FC8-99C4-9688C5EDF73A}" dt="2026-01-07T18:31:59.343" v="137" actId="26606"/>
          <ac:spMkLst>
            <pc:docMk/>
            <pc:sldMk cId="0" sldId="258"/>
            <ac:spMk id="23" creationId="{D6320AF9-619A-4175-865B-5663E1AEF4C5}"/>
          </ac:spMkLst>
        </pc:spChg>
        <pc:spChg chg="add">
          <ac:chgData name="Hemavathi N" userId="03ffe50d-d8c4-450f-8767-16fec8f145ea" providerId="ADAL" clId="{F670BC12-C9CA-4FC8-99C4-9688C5EDF73A}" dt="2026-01-07T18:31:59.343" v="137" actId="26606"/>
          <ac:spMkLst>
            <pc:docMk/>
            <pc:sldMk cId="0" sldId="258"/>
            <ac:spMk id="29" creationId="{7E018740-5C2B-4A41-AC1A-7E68D1EC1954}"/>
          </ac:spMkLst>
        </pc:spChg>
        <pc:spChg chg="add">
          <ac:chgData name="Hemavathi N" userId="03ffe50d-d8c4-450f-8767-16fec8f145ea" providerId="ADAL" clId="{F670BC12-C9CA-4FC8-99C4-9688C5EDF73A}" dt="2026-01-07T18:31:59.343" v="137" actId="26606"/>
          <ac:spMkLst>
            <pc:docMk/>
            <pc:sldMk cId="0" sldId="258"/>
            <ac:spMk id="31" creationId="{166F75A4-C475-4941-8EE2-B80A06A2C1BB}"/>
          </ac:spMkLst>
        </pc:spChg>
        <pc:spChg chg="add">
          <ac:chgData name="Hemavathi N" userId="03ffe50d-d8c4-450f-8767-16fec8f145ea" providerId="ADAL" clId="{F670BC12-C9CA-4FC8-99C4-9688C5EDF73A}" dt="2026-01-07T18:31:59.343" v="137" actId="26606"/>
          <ac:spMkLst>
            <pc:docMk/>
            <pc:sldMk cId="0" sldId="258"/>
            <ac:spMk id="33" creationId="{A032553A-72E8-4B0D-8405-FF9771C9AF05}"/>
          </ac:spMkLst>
        </pc:spChg>
        <pc:spChg chg="add">
          <ac:chgData name="Hemavathi N" userId="03ffe50d-d8c4-450f-8767-16fec8f145ea" providerId="ADAL" clId="{F670BC12-C9CA-4FC8-99C4-9688C5EDF73A}" dt="2026-01-07T18:31:59.343" v="137" actId="26606"/>
          <ac:spMkLst>
            <pc:docMk/>
            <pc:sldMk cId="0" sldId="258"/>
            <ac:spMk id="35" creationId="{765800AC-C3B9-498E-87BC-29FAE4C76B21}"/>
          </ac:spMkLst>
        </pc:spChg>
        <pc:spChg chg="add">
          <ac:chgData name="Hemavathi N" userId="03ffe50d-d8c4-450f-8767-16fec8f145ea" providerId="ADAL" clId="{F670BC12-C9CA-4FC8-99C4-9688C5EDF73A}" dt="2026-01-07T18:31:59.343" v="137" actId="26606"/>
          <ac:spMkLst>
            <pc:docMk/>
            <pc:sldMk cId="0" sldId="258"/>
            <ac:spMk id="37" creationId="{1F9D6ACB-2FF4-49F9-978A-E0D5327FC635}"/>
          </ac:spMkLst>
        </pc:spChg>
        <pc:spChg chg="add">
          <ac:chgData name="Hemavathi N" userId="03ffe50d-d8c4-450f-8767-16fec8f145ea" providerId="ADAL" clId="{F670BC12-C9CA-4FC8-99C4-9688C5EDF73A}" dt="2026-01-07T18:31:59.343" v="137" actId="26606"/>
          <ac:spMkLst>
            <pc:docMk/>
            <pc:sldMk cId="0" sldId="258"/>
            <ac:spMk id="39" creationId="{142BFA2A-77A0-4F60-A32A-685681C84889}"/>
          </ac:spMkLst>
        </pc:spChg>
      </pc:sldChg>
      <pc:sldChg chg="addSp delSp modSp mod setBg">
        <pc:chgData name="Hemavathi N" userId="03ffe50d-d8c4-450f-8767-16fec8f145ea" providerId="ADAL" clId="{F670BC12-C9CA-4FC8-99C4-9688C5EDF73A}" dt="2026-01-07T18:33:04.666" v="140" actId="14100"/>
        <pc:sldMkLst>
          <pc:docMk/>
          <pc:sldMk cId="0" sldId="259"/>
        </pc:sldMkLst>
        <pc:spChg chg="del mod">
          <ac:chgData name="Hemavathi N" userId="03ffe50d-d8c4-450f-8767-16fec8f145ea" providerId="ADAL" clId="{F670BC12-C9CA-4FC8-99C4-9688C5EDF73A}" dt="2026-01-07T18:24:44.159" v="102" actId="478"/>
          <ac:spMkLst>
            <pc:docMk/>
            <pc:sldMk cId="0" sldId="259"/>
            <ac:spMk id="2" creationId="{00000000-0000-0000-0000-000000000000}"/>
          </ac:spMkLst>
        </pc:spChg>
        <pc:spChg chg="mod">
          <ac:chgData name="Hemavathi N" userId="03ffe50d-d8c4-450f-8767-16fec8f145ea" providerId="ADAL" clId="{F670BC12-C9CA-4FC8-99C4-9688C5EDF73A}" dt="2026-01-07T18:32:43.052" v="139" actId="26606"/>
          <ac:spMkLst>
            <pc:docMk/>
            <pc:sldMk cId="0" sldId="259"/>
            <ac:spMk id="3" creationId="{00000000-0000-0000-0000-000000000000}"/>
          </ac:spMkLst>
        </pc:spChg>
        <pc:spChg chg="add del mod">
          <ac:chgData name="Hemavathi N" userId="03ffe50d-d8c4-450f-8767-16fec8f145ea" providerId="ADAL" clId="{F670BC12-C9CA-4FC8-99C4-9688C5EDF73A}" dt="2026-01-07T18:32:43.052" v="139" actId="26606"/>
          <ac:spMkLst>
            <pc:docMk/>
            <pc:sldMk cId="0" sldId="259"/>
            <ac:spMk id="4" creationId="{00000000-0000-0000-0000-000000000000}"/>
          </ac:spMkLst>
        </pc:spChg>
        <pc:grpChg chg="add">
          <ac:chgData name="Hemavathi N" userId="03ffe50d-d8c4-450f-8767-16fec8f145ea" providerId="ADAL" clId="{F670BC12-C9CA-4FC8-99C4-9688C5EDF73A}" dt="2026-01-07T18:32:43.052" v="139" actId="26606"/>
          <ac:grpSpMkLst>
            <pc:docMk/>
            <pc:sldMk cId="0" sldId="259"/>
            <ac:grpSpMk id="10" creationId="{D920209C-E85B-4D6F-A56F-724F5ADA811C}"/>
          </ac:grpSpMkLst>
        </pc:grpChg>
        <pc:graphicFrameChg chg="add mod">
          <ac:chgData name="Hemavathi N" userId="03ffe50d-d8c4-450f-8767-16fec8f145ea" providerId="ADAL" clId="{F670BC12-C9CA-4FC8-99C4-9688C5EDF73A}" dt="2026-01-07T18:33:04.666" v="140" actId="14100"/>
          <ac:graphicFrameMkLst>
            <pc:docMk/>
            <pc:sldMk cId="0" sldId="259"/>
            <ac:graphicFrameMk id="6" creationId="{C5B61C50-5094-08A2-3960-495E9CD22C5B}"/>
          </ac:graphicFrameMkLst>
        </pc:graphicFrameChg>
      </pc:sldChg>
      <pc:sldChg chg="addSp delSp modSp mod setBg setClrOvrMap">
        <pc:chgData name="Hemavathi N" userId="03ffe50d-d8c4-450f-8767-16fec8f145ea" providerId="ADAL" clId="{F670BC12-C9CA-4FC8-99C4-9688C5EDF73A}" dt="2026-01-07T18:35:51.263" v="153" actId="20577"/>
        <pc:sldMkLst>
          <pc:docMk/>
          <pc:sldMk cId="0" sldId="260"/>
        </pc:sldMkLst>
        <pc:spChg chg="del mod">
          <ac:chgData name="Hemavathi N" userId="03ffe50d-d8c4-450f-8767-16fec8f145ea" providerId="ADAL" clId="{F670BC12-C9CA-4FC8-99C4-9688C5EDF73A}" dt="2026-01-07T18:33:33.224" v="142" actId="478"/>
          <ac:spMkLst>
            <pc:docMk/>
            <pc:sldMk cId="0" sldId="260"/>
            <ac:spMk id="2" creationId="{00000000-0000-0000-0000-000000000000}"/>
          </ac:spMkLst>
        </pc:spChg>
        <pc:spChg chg="mod">
          <ac:chgData name="Hemavathi N" userId="03ffe50d-d8c4-450f-8767-16fec8f145ea" providerId="ADAL" clId="{F670BC12-C9CA-4FC8-99C4-9688C5EDF73A}" dt="2026-01-07T18:35:43.173" v="151" actId="20577"/>
          <ac:spMkLst>
            <pc:docMk/>
            <pc:sldMk cId="0" sldId="260"/>
            <ac:spMk id="3" creationId="{00000000-0000-0000-0000-000000000000}"/>
          </ac:spMkLst>
        </pc:spChg>
        <pc:spChg chg="add del mod">
          <ac:chgData name="Hemavathi N" userId="03ffe50d-d8c4-450f-8767-16fec8f145ea" providerId="ADAL" clId="{F670BC12-C9CA-4FC8-99C4-9688C5EDF73A}" dt="2026-01-07T18:35:36.399" v="149" actId="26606"/>
          <ac:spMkLst>
            <pc:docMk/>
            <pc:sldMk cId="0" sldId="260"/>
            <ac:spMk id="4" creationId="{00000000-0000-0000-0000-000000000000}"/>
          </ac:spMkLst>
        </pc:spChg>
        <pc:spChg chg="add del">
          <ac:chgData name="Hemavathi N" userId="03ffe50d-d8c4-450f-8767-16fec8f145ea" providerId="ADAL" clId="{F670BC12-C9CA-4FC8-99C4-9688C5EDF73A}" dt="2026-01-07T18:35:14.730" v="146" actId="26606"/>
          <ac:spMkLst>
            <pc:docMk/>
            <pc:sldMk cId="0" sldId="260"/>
            <ac:spMk id="21" creationId="{A65AC7D1-EAA9-48F5-B509-60A7F50BF703}"/>
          </ac:spMkLst>
        </pc:spChg>
        <pc:spChg chg="add del">
          <ac:chgData name="Hemavathi N" userId="03ffe50d-d8c4-450f-8767-16fec8f145ea" providerId="ADAL" clId="{F670BC12-C9CA-4FC8-99C4-9688C5EDF73A}" dt="2026-01-07T18:34:44.952" v="144" actId="26606"/>
          <ac:spMkLst>
            <pc:docMk/>
            <pc:sldMk cId="0" sldId="260"/>
            <ac:spMk id="22" creationId="{9F4444CE-BC8D-4D61-B303-4C05614E62AB}"/>
          </ac:spMkLst>
        </pc:spChg>
        <pc:spChg chg="add del">
          <ac:chgData name="Hemavathi N" userId="03ffe50d-d8c4-450f-8767-16fec8f145ea" providerId="ADAL" clId="{F670BC12-C9CA-4FC8-99C4-9688C5EDF73A}" dt="2026-01-07T18:35:14.730" v="146" actId="26606"/>
          <ac:spMkLst>
            <pc:docMk/>
            <pc:sldMk cId="0" sldId="260"/>
            <ac:spMk id="23" creationId="{D6320AF9-619A-4175-865B-5663E1AEF4C5}"/>
          </ac:spMkLst>
        </pc:spChg>
        <pc:spChg chg="add del">
          <ac:chgData name="Hemavathi N" userId="03ffe50d-d8c4-450f-8767-16fec8f145ea" providerId="ADAL" clId="{F670BC12-C9CA-4FC8-99C4-9688C5EDF73A}" dt="2026-01-07T18:34:44.952" v="144" actId="26606"/>
          <ac:spMkLst>
            <pc:docMk/>
            <pc:sldMk cId="0" sldId="260"/>
            <ac:spMk id="24" creationId="{73772B81-181F-48B7-8826-4D9686D15DF5}"/>
          </ac:spMkLst>
        </pc:spChg>
        <pc:spChg chg="add del">
          <ac:chgData name="Hemavathi N" userId="03ffe50d-d8c4-450f-8767-16fec8f145ea" providerId="ADAL" clId="{F670BC12-C9CA-4FC8-99C4-9688C5EDF73A}" dt="2026-01-07T18:34:44.952" v="144" actId="26606"/>
          <ac:spMkLst>
            <pc:docMk/>
            <pc:sldMk cId="0" sldId="260"/>
            <ac:spMk id="26" creationId="{B2205F6E-03C6-4E92-877C-E2482F6599AA}"/>
          </ac:spMkLst>
        </pc:spChg>
        <pc:spChg chg="add del">
          <ac:chgData name="Hemavathi N" userId="03ffe50d-d8c4-450f-8767-16fec8f145ea" providerId="ADAL" clId="{F670BC12-C9CA-4FC8-99C4-9688C5EDF73A}" dt="2026-01-07T18:35:14.730" v="146" actId="26606"/>
          <ac:spMkLst>
            <pc:docMk/>
            <pc:sldMk cId="0" sldId="260"/>
            <ac:spMk id="29" creationId="{7E018740-5C2B-4A41-AC1A-7E68D1EC1954}"/>
          </ac:spMkLst>
        </pc:spChg>
        <pc:spChg chg="add del">
          <ac:chgData name="Hemavathi N" userId="03ffe50d-d8c4-450f-8767-16fec8f145ea" providerId="ADAL" clId="{F670BC12-C9CA-4FC8-99C4-9688C5EDF73A}" dt="2026-01-07T18:35:14.730" v="146" actId="26606"/>
          <ac:spMkLst>
            <pc:docMk/>
            <pc:sldMk cId="0" sldId="260"/>
            <ac:spMk id="31" creationId="{166F75A4-C475-4941-8EE2-B80A06A2C1BB}"/>
          </ac:spMkLst>
        </pc:spChg>
        <pc:spChg chg="add del">
          <ac:chgData name="Hemavathi N" userId="03ffe50d-d8c4-450f-8767-16fec8f145ea" providerId="ADAL" clId="{F670BC12-C9CA-4FC8-99C4-9688C5EDF73A}" dt="2026-01-07T18:35:14.730" v="146" actId="26606"/>
          <ac:spMkLst>
            <pc:docMk/>
            <pc:sldMk cId="0" sldId="260"/>
            <ac:spMk id="33" creationId="{A032553A-72E8-4B0D-8405-FF9771C9AF05}"/>
          </ac:spMkLst>
        </pc:spChg>
        <pc:spChg chg="add del">
          <ac:chgData name="Hemavathi N" userId="03ffe50d-d8c4-450f-8767-16fec8f145ea" providerId="ADAL" clId="{F670BC12-C9CA-4FC8-99C4-9688C5EDF73A}" dt="2026-01-07T18:35:14.730" v="146" actId="26606"/>
          <ac:spMkLst>
            <pc:docMk/>
            <pc:sldMk cId="0" sldId="260"/>
            <ac:spMk id="35" creationId="{765800AC-C3B9-498E-87BC-29FAE4C76B21}"/>
          </ac:spMkLst>
        </pc:spChg>
        <pc:spChg chg="add del">
          <ac:chgData name="Hemavathi N" userId="03ffe50d-d8c4-450f-8767-16fec8f145ea" providerId="ADAL" clId="{F670BC12-C9CA-4FC8-99C4-9688C5EDF73A}" dt="2026-01-07T18:35:14.730" v="146" actId="26606"/>
          <ac:spMkLst>
            <pc:docMk/>
            <pc:sldMk cId="0" sldId="260"/>
            <ac:spMk id="37" creationId="{1F9D6ACB-2FF4-49F9-978A-E0D5327FC635}"/>
          </ac:spMkLst>
        </pc:spChg>
        <pc:spChg chg="add del">
          <ac:chgData name="Hemavathi N" userId="03ffe50d-d8c4-450f-8767-16fec8f145ea" providerId="ADAL" clId="{F670BC12-C9CA-4FC8-99C4-9688C5EDF73A}" dt="2026-01-07T18:35:14.730" v="146" actId="26606"/>
          <ac:spMkLst>
            <pc:docMk/>
            <pc:sldMk cId="0" sldId="260"/>
            <ac:spMk id="39" creationId="{142BFA2A-77A0-4F60-A32A-685681C84889}"/>
          </ac:spMkLst>
        </pc:spChg>
        <pc:spChg chg="add del">
          <ac:chgData name="Hemavathi N" userId="03ffe50d-d8c4-450f-8767-16fec8f145ea" providerId="ADAL" clId="{F670BC12-C9CA-4FC8-99C4-9688C5EDF73A}" dt="2026-01-07T18:35:36.368" v="148" actId="26606"/>
          <ac:spMkLst>
            <pc:docMk/>
            <pc:sldMk cId="0" sldId="260"/>
            <ac:spMk id="43" creationId="{9F4444CE-BC8D-4D61-B303-4C05614E62AB}"/>
          </ac:spMkLst>
        </pc:spChg>
        <pc:spChg chg="add del">
          <ac:chgData name="Hemavathi N" userId="03ffe50d-d8c4-450f-8767-16fec8f145ea" providerId="ADAL" clId="{F670BC12-C9CA-4FC8-99C4-9688C5EDF73A}" dt="2026-01-07T18:35:36.368" v="148" actId="26606"/>
          <ac:spMkLst>
            <pc:docMk/>
            <pc:sldMk cId="0" sldId="260"/>
            <ac:spMk id="44" creationId="{73772B81-181F-48B7-8826-4D9686D15DF5}"/>
          </ac:spMkLst>
        </pc:spChg>
        <pc:spChg chg="add del">
          <ac:chgData name="Hemavathi N" userId="03ffe50d-d8c4-450f-8767-16fec8f145ea" providerId="ADAL" clId="{F670BC12-C9CA-4FC8-99C4-9688C5EDF73A}" dt="2026-01-07T18:35:36.368" v="148" actId="26606"/>
          <ac:spMkLst>
            <pc:docMk/>
            <pc:sldMk cId="0" sldId="260"/>
            <ac:spMk id="45" creationId="{B2205F6E-03C6-4E92-877C-E2482F6599AA}"/>
          </ac:spMkLst>
        </pc:spChg>
        <pc:spChg chg="add">
          <ac:chgData name="Hemavathi N" userId="03ffe50d-d8c4-450f-8767-16fec8f145ea" providerId="ADAL" clId="{F670BC12-C9CA-4FC8-99C4-9688C5EDF73A}" dt="2026-01-07T18:35:36.399" v="149" actId="26606"/>
          <ac:spMkLst>
            <pc:docMk/>
            <pc:sldMk cId="0" sldId="260"/>
            <ac:spMk id="57" creationId="{A65AC7D1-EAA9-48F5-B509-60A7F50BF703}"/>
          </ac:spMkLst>
        </pc:spChg>
        <pc:spChg chg="add">
          <ac:chgData name="Hemavathi N" userId="03ffe50d-d8c4-450f-8767-16fec8f145ea" providerId="ADAL" clId="{F670BC12-C9CA-4FC8-99C4-9688C5EDF73A}" dt="2026-01-07T18:35:36.399" v="149" actId="26606"/>
          <ac:spMkLst>
            <pc:docMk/>
            <pc:sldMk cId="0" sldId="260"/>
            <ac:spMk id="58" creationId="{D6320AF9-619A-4175-865B-5663E1AEF4C5}"/>
          </ac:spMkLst>
        </pc:spChg>
        <pc:spChg chg="add">
          <ac:chgData name="Hemavathi N" userId="03ffe50d-d8c4-450f-8767-16fec8f145ea" providerId="ADAL" clId="{F670BC12-C9CA-4FC8-99C4-9688C5EDF73A}" dt="2026-01-07T18:35:36.399" v="149" actId="26606"/>
          <ac:spMkLst>
            <pc:docMk/>
            <pc:sldMk cId="0" sldId="260"/>
            <ac:spMk id="61" creationId="{7E018740-5C2B-4A41-AC1A-7E68D1EC1954}"/>
          </ac:spMkLst>
        </pc:spChg>
        <pc:spChg chg="add">
          <ac:chgData name="Hemavathi N" userId="03ffe50d-d8c4-450f-8767-16fec8f145ea" providerId="ADAL" clId="{F670BC12-C9CA-4FC8-99C4-9688C5EDF73A}" dt="2026-01-07T18:35:36.399" v="149" actId="26606"/>
          <ac:spMkLst>
            <pc:docMk/>
            <pc:sldMk cId="0" sldId="260"/>
            <ac:spMk id="63" creationId="{A032553A-72E8-4B0D-8405-FF9771C9AF05}"/>
          </ac:spMkLst>
        </pc:spChg>
        <pc:spChg chg="add">
          <ac:chgData name="Hemavathi N" userId="03ffe50d-d8c4-450f-8767-16fec8f145ea" providerId="ADAL" clId="{F670BC12-C9CA-4FC8-99C4-9688C5EDF73A}" dt="2026-01-07T18:35:36.399" v="149" actId="26606"/>
          <ac:spMkLst>
            <pc:docMk/>
            <pc:sldMk cId="0" sldId="260"/>
            <ac:spMk id="64" creationId="{765800AC-C3B9-498E-87BC-29FAE4C76B21}"/>
          </ac:spMkLst>
        </pc:spChg>
        <pc:spChg chg="add">
          <ac:chgData name="Hemavathi N" userId="03ffe50d-d8c4-450f-8767-16fec8f145ea" providerId="ADAL" clId="{F670BC12-C9CA-4FC8-99C4-9688C5EDF73A}" dt="2026-01-07T18:35:36.399" v="149" actId="26606"/>
          <ac:spMkLst>
            <pc:docMk/>
            <pc:sldMk cId="0" sldId="260"/>
            <ac:spMk id="65" creationId="{1F9D6ACB-2FF4-49F9-978A-E0D5327FC635}"/>
          </ac:spMkLst>
        </pc:spChg>
        <pc:spChg chg="add">
          <ac:chgData name="Hemavathi N" userId="03ffe50d-d8c4-450f-8767-16fec8f145ea" providerId="ADAL" clId="{F670BC12-C9CA-4FC8-99C4-9688C5EDF73A}" dt="2026-01-07T18:35:36.399" v="149" actId="26606"/>
          <ac:spMkLst>
            <pc:docMk/>
            <pc:sldMk cId="0" sldId="260"/>
            <ac:spMk id="66" creationId="{142BFA2A-77A0-4F60-A32A-685681C84889}"/>
          </ac:spMkLst>
        </pc:spChg>
        <pc:spChg chg="add mod">
          <ac:chgData name="Hemavathi N" userId="03ffe50d-d8c4-450f-8767-16fec8f145ea" providerId="ADAL" clId="{F670BC12-C9CA-4FC8-99C4-9688C5EDF73A}" dt="2026-01-07T18:35:51.263" v="153" actId="20577"/>
          <ac:spMkLst>
            <pc:docMk/>
            <pc:sldMk cId="0" sldId="260"/>
            <ac:spMk id="67" creationId="{00000000-0000-0000-0000-000000000000}"/>
          </ac:spMkLst>
        </pc:spChg>
        <pc:grpChg chg="add del">
          <ac:chgData name="Hemavathi N" userId="03ffe50d-d8c4-450f-8767-16fec8f145ea" providerId="ADAL" clId="{F670BC12-C9CA-4FC8-99C4-9688C5EDF73A}" dt="2026-01-07T18:34:44.952" v="144" actId="26606"/>
          <ac:grpSpMkLst>
            <pc:docMk/>
            <pc:sldMk cId="0" sldId="260"/>
            <ac:grpSpMk id="10" creationId="{D920209C-E85B-4D6F-A56F-724F5ADA811C}"/>
          </ac:grpSpMkLst>
        </pc:grpChg>
        <pc:grpChg chg="add del">
          <ac:chgData name="Hemavathi N" userId="03ffe50d-d8c4-450f-8767-16fec8f145ea" providerId="ADAL" clId="{F670BC12-C9CA-4FC8-99C4-9688C5EDF73A}" dt="2026-01-07T18:35:36.368" v="148" actId="26606"/>
          <ac:grpSpMkLst>
            <pc:docMk/>
            <pc:sldMk cId="0" sldId="260"/>
            <ac:grpSpMk id="41" creationId="{D920209C-E85B-4D6F-A56F-724F5ADA811C}"/>
          </ac:grpSpMkLst>
        </pc:grpChg>
        <pc:graphicFrameChg chg="add del">
          <ac:chgData name="Hemavathi N" userId="03ffe50d-d8c4-450f-8767-16fec8f145ea" providerId="ADAL" clId="{F670BC12-C9CA-4FC8-99C4-9688C5EDF73A}" dt="2026-01-07T18:34:44.952" v="144" actId="26606"/>
          <ac:graphicFrameMkLst>
            <pc:docMk/>
            <pc:sldMk cId="0" sldId="260"/>
            <ac:graphicFrameMk id="6" creationId="{433C7624-530E-FF38-A205-8476024EBECA}"/>
          </ac:graphicFrameMkLst>
        </pc:graphicFrameChg>
        <pc:graphicFrameChg chg="add del">
          <ac:chgData name="Hemavathi N" userId="03ffe50d-d8c4-450f-8767-16fec8f145ea" providerId="ADAL" clId="{F670BC12-C9CA-4FC8-99C4-9688C5EDF73A}" dt="2026-01-07T18:35:36.368" v="148" actId="26606"/>
          <ac:graphicFrameMkLst>
            <pc:docMk/>
            <pc:sldMk cId="0" sldId="260"/>
            <ac:graphicFrameMk id="46" creationId="{097D951E-1A99-97FF-AD5B-1557186AA9F9}"/>
          </ac:graphicFrameMkLst>
        </pc:graphicFrameChg>
      </pc:sldChg>
      <pc:sldChg chg="delSp modSp mod">
        <pc:chgData name="Hemavathi N" userId="03ffe50d-d8c4-450f-8767-16fec8f145ea" providerId="ADAL" clId="{F670BC12-C9CA-4FC8-99C4-9688C5EDF73A}" dt="2026-01-07T18:38:33.940" v="176" actId="20577"/>
        <pc:sldMkLst>
          <pc:docMk/>
          <pc:sldMk cId="0" sldId="261"/>
        </pc:sldMkLst>
        <pc:spChg chg="del">
          <ac:chgData name="Hemavathi N" userId="03ffe50d-d8c4-450f-8767-16fec8f145ea" providerId="ADAL" clId="{F670BC12-C9CA-4FC8-99C4-9688C5EDF73A}" dt="2026-01-07T18:36:02.908" v="154" actId="478"/>
          <ac:spMkLst>
            <pc:docMk/>
            <pc:sldMk cId="0" sldId="261"/>
            <ac:spMk id="2" creationId="{00000000-0000-0000-0000-000000000000}"/>
          </ac:spMkLst>
        </pc:spChg>
        <pc:spChg chg="mod">
          <ac:chgData name="Hemavathi N" userId="03ffe50d-d8c4-450f-8767-16fec8f145ea" providerId="ADAL" clId="{F670BC12-C9CA-4FC8-99C4-9688C5EDF73A}" dt="2026-01-07T18:38:33.940" v="176" actId="20577"/>
          <ac:spMkLst>
            <pc:docMk/>
            <pc:sldMk cId="0" sldId="261"/>
            <ac:spMk id="3" creationId="{00000000-0000-0000-0000-000000000000}"/>
          </ac:spMkLst>
        </pc:spChg>
        <pc:spChg chg="mod">
          <ac:chgData name="Hemavathi N" userId="03ffe50d-d8c4-450f-8767-16fec8f145ea" providerId="ADAL" clId="{F670BC12-C9CA-4FC8-99C4-9688C5EDF73A}" dt="2026-01-07T18:38:02.120" v="173" actId="1076"/>
          <ac:spMkLst>
            <pc:docMk/>
            <pc:sldMk cId="0" sldId="261"/>
            <ac:spMk id="4" creationId="{00000000-0000-0000-0000-000000000000}"/>
          </ac:spMkLst>
        </pc:spChg>
        <pc:spChg chg="del">
          <ac:chgData name="Hemavathi N" userId="03ffe50d-d8c4-450f-8767-16fec8f145ea" providerId="ADAL" clId="{F670BC12-C9CA-4FC8-99C4-9688C5EDF73A}" dt="2026-01-07T18:37:19.241" v="166" actId="478"/>
          <ac:spMkLst>
            <pc:docMk/>
            <pc:sldMk cId="0" sldId="261"/>
            <ac:spMk id="7" creationId="{00000000-0000-0000-0000-000000000000}"/>
          </ac:spMkLst>
        </pc:spChg>
        <pc:spChg chg="mod">
          <ac:chgData name="Hemavathi N" userId="03ffe50d-d8c4-450f-8767-16fec8f145ea" providerId="ADAL" clId="{F670BC12-C9CA-4FC8-99C4-9688C5EDF73A}" dt="2026-01-07T18:37:33.949" v="167" actId="1076"/>
          <ac:spMkLst>
            <pc:docMk/>
            <pc:sldMk cId="0" sldId="261"/>
            <ac:spMk id="8" creationId="{00000000-0000-0000-0000-000000000000}"/>
          </ac:spMkLst>
        </pc:spChg>
        <pc:spChg chg="mod">
          <ac:chgData name="Hemavathi N" userId="03ffe50d-d8c4-450f-8767-16fec8f145ea" providerId="ADAL" clId="{F670BC12-C9CA-4FC8-99C4-9688C5EDF73A}" dt="2026-01-07T18:37:36.598" v="168" actId="1076"/>
          <ac:spMkLst>
            <pc:docMk/>
            <pc:sldMk cId="0" sldId="261"/>
            <ac:spMk id="9" creationId="{00000000-0000-0000-0000-000000000000}"/>
          </ac:spMkLst>
        </pc:spChg>
        <pc:spChg chg="mod">
          <ac:chgData name="Hemavathi N" userId="03ffe50d-d8c4-450f-8767-16fec8f145ea" providerId="ADAL" clId="{F670BC12-C9CA-4FC8-99C4-9688C5EDF73A}" dt="2026-01-07T18:37:39.175" v="169" actId="1076"/>
          <ac:spMkLst>
            <pc:docMk/>
            <pc:sldMk cId="0" sldId="261"/>
            <ac:spMk id="10" creationId="{00000000-0000-0000-0000-000000000000}"/>
          </ac:spMkLst>
        </pc:spChg>
        <pc:spChg chg="mod">
          <ac:chgData name="Hemavathi N" userId="03ffe50d-d8c4-450f-8767-16fec8f145ea" providerId="ADAL" clId="{F670BC12-C9CA-4FC8-99C4-9688C5EDF73A}" dt="2026-01-07T18:37:41.702" v="170" actId="1076"/>
          <ac:spMkLst>
            <pc:docMk/>
            <pc:sldMk cId="0" sldId="261"/>
            <ac:spMk id="11" creationId="{00000000-0000-0000-0000-000000000000}"/>
          </ac:spMkLst>
        </pc:spChg>
        <pc:spChg chg="mod">
          <ac:chgData name="Hemavathi N" userId="03ffe50d-d8c4-450f-8767-16fec8f145ea" providerId="ADAL" clId="{F670BC12-C9CA-4FC8-99C4-9688C5EDF73A}" dt="2026-01-07T18:37:44.035" v="171" actId="1076"/>
          <ac:spMkLst>
            <pc:docMk/>
            <pc:sldMk cId="0" sldId="261"/>
            <ac:spMk id="12" creationId="{00000000-0000-0000-0000-000000000000}"/>
          </ac:spMkLst>
        </pc:spChg>
      </pc:sldChg>
      <pc:sldChg chg="delSp modSp mod">
        <pc:chgData name="Hemavathi N" userId="03ffe50d-d8c4-450f-8767-16fec8f145ea" providerId="ADAL" clId="{F670BC12-C9CA-4FC8-99C4-9688C5EDF73A}" dt="2026-01-07T18:39:11.075" v="182" actId="20577"/>
        <pc:sldMkLst>
          <pc:docMk/>
          <pc:sldMk cId="0" sldId="262"/>
        </pc:sldMkLst>
        <pc:spChg chg="del mod">
          <ac:chgData name="Hemavathi N" userId="03ffe50d-d8c4-450f-8767-16fec8f145ea" providerId="ADAL" clId="{F670BC12-C9CA-4FC8-99C4-9688C5EDF73A}" dt="2026-01-07T18:36:18.760" v="157" actId="478"/>
          <ac:spMkLst>
            <pc:docMk/>
            <pc:sldMk cId="0" sldId="262"/>
            <ac:spMk id="2" creationId="{00000000-0000-0000-0000-000000000000}"/>
          </ac:spMkLst>
        </pc:spChg>
        <pc:spChg chg="mod">
          <ac:chgData name="Hemavathi N" userId="03ffe50d-d8c4-450f-8767-16fec8f145ea" providerId="ADAL" clId="{F670BC12-C9CA-4FC8-99C4-9688C5EDF73A}" dt="2026-01-07T18:39:11.075" v="182" actId="20577"/>
          <ac:spMkLst>
            <pc:docMk/>
            <pc:sldMk cId="0" sldId="262"/>
            <ac:spMk id="3" creationId="{00000000-0000-0000-0000-000000000000}"/>
          </ac:spMkLst>
        </pc:spChg>
        <pc:spChg chg="del">
          <ac:chgData name="Hemavathi N" userId="03ffe50d-d8c4-450f-8767-16fec8f145ea" providerId="ADAL" clId="{F670BC12-C9CA-4FC8-99C4-9688C5EDF73A}" dt="2026-01-07T18:36:12.328" v="155" actId="478"/>
          <ac:spMkLst>
            <pc:docMk/>
            <pc:sldMk cId="0" sldId="262"/>
            <ac:spMk id="6" creationId="{00000000-0000-0000-0000-000000000000}"/>
          </ac:spMkLst>
        </pc:spChg>
        <pc:spChg chg="mod">
          <ac:chgData name="Hemavathi N" userId="03ffe50d-d8c4-450f-8767-16fec8f145ea" providerId="ADAL" clId="{F670BC12-C9CA-4FC8-99C4-9688C5EDF73A}" dt="2026-01-07T18:36:50.933" v="159" actId="1076"/>
          <ac:spMkLst>
            <pc:docMk/>
            <pc:sldMk cId="0" sldId="262"/>
            <ac:spMk id="7" creationId="{00000000-0000-0000-0000-000000000000}"/>
          </ac:spMkLst>
        </pc:spChg>
        <pc:spChg chg="mod">
          <ac:chgData name="Hemavathi N" userId="03ffe50d-d8c4-450f-8767-16fec8f145ea" providerId="ADAL" clId="{F670BC12-C9CA-4FC8-99C4-9688C5EDF73A}" dt="2026-01-07T18:36:53.840" v="160" actId="1076"/>
          <ac:spMkLst>
            <pc:docMk/>
            <pc:sldMk cId="0" sldId="262"/>
            <ac:spMk id="8" creationId="{00000000-0000-0000-0000-000000000000}"/>
          </ac:spMkLst>
        </pc:spChg>
        <pc:spChg chg="mod">
          <ac:chgData name="Hemavathi N" userId="03ffe50d-d8c4-450f-8767-16fec8f145ea" providerId="ADAL" clId="{F670BC12-C9CA-4FC8-99C4-9688C5EDF73A}" dt="2026-01-07T18:36:56.442" v="161" actId="1076"/>
          <ac:spMkLst>
            <pc:docMk/>
            <pc:sldMk cId="0" sldId="262"/>
            <ac:spMk id="9" creationId="{00000000-0000-0000-0000-000000000000}"/>
          </ac:spMkLst>
        </pc:spChg>
        <pc:spChg chg="del">
          <ac:chgData name="Hemavathi N" userId="03ffe50d-d8c4-450f-8767-16fec8f145ea" providerId="ADAL" clId="{F670BC12-C9CA-4FC8-99C4-9688C5EDF73A}" dt="2026-01-07T18:36:43.744" v="158" actId="478"/>
          <ac:spMkLst>
            <pc:docMk/>
            <pc:sldMk cId="0" sldId="262"/>
            <ac:spMk id="10" creationId="{00000000-0000-0000-0000-000000000000}"/>
          </ac:spMkLst>
        </pc:spChg>
        <pc:spChg chg="mod">
          <ac:chgData name="Hemavathi N" userId="03ffe50d-d8c4-450f-8767-16fec8f145ea" providerId="ADAL" clId="{F670BC12-C9CA-4FC8-99C4-9688C5EDF73A}" dt="2026-01-07T18:37:00.508" v="162" actId="1076"/>
          <ac:spMkLst>
            <pc:docMk/>
            <pc:sldMk cId="0" sldId="262"/>
            <ac:spMk id="11" creationId="{00000000-0000-0000-0000-000000000000}"/>
          </ac:spMkLst>
        </pc:spChg>
        <pc:spChg chg="mod">
          <ac:chgData name="Hemavathi N" userId="03ffe50d-d8c4-450f-8767-16fec8f145ea" providerId="ADAL" clId="{F670BC12-C9CA-4FC8-99C4-9688C5EDF73A}" dt="2026-01-07T18:37:02.695" v="163" actId="1076"/>
          <ac:spMkLst>
            <pc:docMk/>
            <pc:sldMk cId="0" sldId="262"/>
            <ac:spMk id="12" creationId="{00000000-0000-0000-0000-000000000000}"/>
          </ac:spMkLst>
        </pc:spChg>
        <pc:spChg chg="mod">
          <ac:chgData name="Hemavathi N" userId="03ffe50d-d8c4-450f-8767-16fec8f145ea" providerId="ADAL" clId="{F670BC12-C9CA-4FC8-99C4-9688C5EDF73A}" dt="2026-01-07T18:37:05.991" v="164" actId="1076"/>
          <ac:spMkLst>
            <pc:docMk/>
            <pc:sldMk cId="0" sldId="262"/>
            <ac:spMk id="13" creationId="{00000000-0000-0000-0000-000000000000}"/>
          </ac:spMkLst>
        </pc:spChg>
        <pc:spChg chg="mod">
          <ac:chgData name="Hemavathi N" userId="03ffe50d-d8c4-450f-8767-16fec8f145ea" providerId="ADAL" clId="{F670BC12-C9CA-4FC8-99C4-9688C5EDF73A}" dt="2026-01-07T18:37:08.405" v="165" actId="1076"/>
          <ac:spMkLst>
            <pc:docMk/>
            <pc:sldMk cId="0" sldId="262"/>
            <ac:spMk id="14" creationId="{00000000-0000-0000-0000-000000000000}"/>
          </ac:spMkLst>
        </pc:spChg>
      </pc:sldChg>
      <pc:sldChg chg="delSp modSp mod">
        <pc:chgData name="Hemavathi N" userId="03ffe50d-d8c4-450f-8767-16fec8f145ea" providerId="ADAL" clId="{F670BC12-C9CA-4FC8-99C4-9688C5EDF73A}" dt="2026-01-07T18:42:57.152" v="236" actId="478"/>
        <pc:sldMkLst>
          <pc:docMk/>
          <pc:sldMk cId="0" sldId="263"/>
        </pc:sldMkLst>
        <pc:spChg chg="del mod">
          <ac:chgData name="Hemavathi N" userId="03ffe50d-d8c4-450f-8767-16fec8f145ea" providerId="ADAL" clId="{F670BC12-C9CA-4FC8-99C4-9688C5EDF73A}" dt="2026-01-07T18:42:57.152" v="236" actId="478"/>
          <ac:spMkLst>
            <pc:docMk/>
            <pc:sldMk cId="0" sldId="263"/>
            <ac:spMk id="2" creationId="{00000000-0000-0000-0000-000000000000}"/>
          </ac:spMkLst>
        </pc:spChg>
        <pc:spChg chg="mod">
          <ac:chgData name="Hemavathi N" userId="03ffe50d-d8c4-450f-8767-16fec8f145ea" providerId="ADAL" clId="{F670BC12-C9CA-4FC8-99C4-9688C5EDF73A}" dt="2026-01-07T18:40:23.231" v="199" actId="20577"/>
          <ac:spMkLst>
            <pc:docMk/>
            <pc:sldMk cId="0" sldId="263"/>
            <ac:spMk id="3" creationId="{00000000-0000-0000-0000-000000000000}"/>
          </ac:spMkLst>
        </pc:spChg>
        <pc:spChg chg="del">
          <ac:chgData name="Hemavathi N" userId="03ffe50d-d8c4-450f-8767-16fec8f145ea" providerId="ADAL" clId="{F670BC12-C9CA-4FC8-99C4-9688C5EDF73A}" dt="2026-01-07T18:39:34.607" v="183" actId="478"/>
          <ac:spMkLst>
            <pc:docMk/>
            <pc:sldMk cId="0" sldId="263"/>
            <ac:spMk id="6" creationId="{00000000-0000-0000-0000-000000000000}"/>
          </ac:spMkLst>
        </pc:spChg>
        <pc:spChg chg="mod">
          <ac:chgData name="Hemavathi N" userId="03ffe50d-d8c4-450f-8767-16fec8f145ea" providerId="ADAL" clId="{F670BC12-C9CA-4FC8-99C4-9688C5EDF73A}" dt="2026-01-07T18:39:41.366" v="184" actId="1076"/>
          <ac:spMkLst>
            <pc:docMk/>
            <pc:sldMk cId="0" sldId="263"/>
            <ac:spMk id="7" creationId="{00000000-0000-0000-0000-000000000000}"/>
          </ac:spMkLst>
        </pc:spChg>
        <pc:spChg chg="mod">
          <ac:chgData name="Hemavathi N" userId="03ffe50d-d8c4-450f-8767-16fec8f145ea" providerId="ADAL" clId="{F670BC12-C9CA-4FC8-99C4-9688C5EDF73A}" dt="2026-01-07T18:39:43.341" v="185" actId="1076"/>
          <ac:spMkLst>
            <pc:docMk/>
            <pc:sldMk cId="0" sldId="263"/>
            <ac:spMk id="8" creationId="{00000000-0000-0000-0000-000000000000}"/>
          </ac:spMkLst>
        </pc:spChg>
        <pc:spChg chg="mod">
          <ac:chgData name="Hemavathi N" userId="03ffe50d-d8c4-450f-8767-16fec8f145ea" providerId="ADAL" clId="{F670BC12-C9CA-4FC8-99C4-9688C5EDF73A}" dt="2026-01-07T18:39:46.460" v="186" actId="1076"/>
          <ac:spMkLst>
            <pc:docMk/>
            <pc:sldMk cId="0" sldId="263"/>
            <ac:spMk id="9" creationId="{00000000-0000-0000-0000-000000000000}"/>
          </ac:spMkLst>
        </pc:spChg>
        <pc:spChg chg="del">
          <ac:chgData name="Hemavathi N" userId="03ffe50d-d8c4-450f-8767-16fec8f145ea" providerId="ADAL" clId="{F670BC12-C9CA-4FC8-99C4-9688C5EDF73A}" dt="2026-01-07T18:39:50.567" v="187" actId="478"/>
          <ac:spMkLst>
            <pc:docMk/>
            <pc:sldMk cId="0" sldId="263"/>
            <ac:spMk id="10" creationId="{00000000-0000-0000-0000-000000000000}"/>
          </ac:spMkLst>
        </pc:spChg>
      </pc:sldChg>
      <pc:sldChg chg="delSp modSp mod">
        <pc:chgData name="Hemavathi N" userId="03ffe50d-d8c4-450f-8767-16fec8f145ea" providerId="ADAL" clId="{F670BC12-C9CA-4FC8-99C4-9688C5EDF73A}" dt="2026-01-07T18:43:01.619" v="237" actId="478"/>
        <pc:sldMkLst>
          <pc:docMk/>
          <pc:sldMk cId="0" sldId="264"/>
        </pc:sldMkLst>
        <pc:spChg chg="del">
          <ac:chgData name="Hemavathi N" userId="03ffe50d-d8c4-450f-8767-16fec8f145ea" providerId="ADAL" clId="{F670BC12-C9CA-4FC8-99C4-9688C5EDF73A}" dt="2026-01-07T18:43:01.619" v="237" actId="478"/>
          <ac:spMkLst>
            <pc:docMk/>
            <pc:sldMk cId="0" sldId="264"/>
            <ac:spMk id="2" creationId="{00000000-0000-0000-0000-000000000000}"/>
          </ac:spMkLst>
        </pc:spChg>
        <pc:spChg chg="mod">
          <ac:chgData name="Hemavathi N" userId="03ffe50d-d8c4-450f-8767-16fec8f145ea" providerId="ADAL" clId="{F670BC12-C9CA-4FC8-99C4-9688C5EDF73A}" dt="2026-01-07T18:40:32.735" v="211" actId="20577"/>
          <ac:spMkLst>
            <pc:docMk/>
            <pc:sldMk cId="0" sldId="264"/>
            <ac:spMk id="3" creationId="{00000000-0000-0000-0000-000000000000}"/>
          </ac:spMkLst>
        </pc:spChg>
        <pc:spChg chg="del">
          <ac:chgData name="Hemavathi N" userId="03ffe50d-d8c4-450f-8767-16fec8f145ea" providerId="ADAL" clId="{F670BC12-C9CA-4FC8-99C4-9688C5EDF73A}" dt="2026-01-07T18:40:38.528" v="212" actId="478"/>
          <ac:spMkLst>
            <pc:docMk/>
            <pc:sldMk cId="0" sldId="264"/>
            <ac:spMk id="6" creationId="{00000000-0000-0000-0000-000000000000}"/>
          </ac:spMkLst>
        </pc:spChg>
        <pc:spChg chg="mod">
          <ac:chgData name="Hemavathi N" userId="03ffe50d-d8c4-450f-8767-16fec8f145ea" providerId="ADAL" clId="{F670BC12-C9CA-4FC8-99C4-9688C5EDF73A}" dt="2026-01-07T18:40:47.180" v="213" actId="1076"/>
          <ac:spMkLst>
            <pc:docMk/>
            <pc:sldMk cId="0" sldId="264"/>
            <ac:spMk id="7" creationId="{00000000-0000-0000-0000-000000000000}"/>
          </ac:spMkLst>
        </pc:spChg>
        <pc:spChg chg="mod">
          <ac:chgData name="Hemavathi N" userId="03ffe50d-d8c4-450f-8767-16fec8f145ea" providerId="ADAL" clId="{F670BC12-C9CA-4FC8-99C4-9688C5EDF73A}" dt="2026-01-07T18:40:52.357" v="214" actId="1076"/>
          <ac:spMkLst>
            <pc:docMk/>
            <pc:sldMk cId="0" sldId="264"/>
            <ac:spMk id="8" creationId="{00000000-0000-0000-0000-000000000000}"/>
          </ac:spMkLst>
        </pc:spChg>
        <pc:spChg chg="mod">
          <ac:chgData name="Hemavathi N" userId="03ffe50d-d8c4-450f-8767-16fec8f145ea" providerId="ADAL" clId="{F670BC12-C9CA-4FC8-99C4-9688C5EDF73A}" dt="2026-01-07T18:40:56.751" v="215" actId="1076"/>
          <ac:spMkLst>
            <pc:docMk/>
            <pc:sldMk cId="0" sldId="264"/>
            <ac:spMk id="9" creationId="{00000000-0000-0000-0000-000000000000}"/>
          </ac:spMkLst>
        </pc:spChg>
        <pc:spChg chg="del">
          <ac:chgData name="Hemavathi N" userId="03ffe50d-d8c4-450f-8767-16fec8f145ea" providerId="ADAL" clId="{F670BC12-C9CA-4FC8-99C4-9688C5EDF73A}" dt="2026-01-07T18:41:04.184" v="216" actId="478"/>
          <ac:spMkLst>
            <pc:docMk/>
            <pc:sldMk cId="0" sldId="264"/>
            <ac:spMk id="10" creationId="{00000000-0000-0000-0000-000000000000}"/>
          </ac:spMkLst>
        </pc:spChg>
        <pc:spChg chg="del">
          <ac:chgData name="Hemavathi N" userId="03ffe50d-d8c4-450f-8767-16fec8f145ea" providerId="ADAL" clId="{F670BC12-C9CA-4FC8-99C4-9688C5EDF73A}" dt="2026-01-07T18:41:45.249" v="217" actId="478"/>
          <ac:spMkLst>
            <pc:docMk/>
            <pc:sldMk cId="0" sldId="264"/>
            <ac:spMk id="16" creationId="{00000000-0000-0000-0000-000000000000}"/>
          </ac:spMkLst>
        </pc:spChg>
        <pc:spChg chg="del">
          <ac:chgData name="Hemavathi N" userId="03ffe50d-d8c4-450f-8767-16fec8f145ea" providerId="ADAL" clId="{F670BC12-C9CA-4FC8-99C4-9688C5EDF73A}" dt="2026-01-07T18:41:48.529" v="218" actId="478"/>
          <ac:spMkLst>
            <pc:docMk/>
            <pc:sldMk cId="0" sldId="264"/>
            <ac:spMk id="17" creationId="{00000000-0000-0000-0000-000000000000}"/>
          </ac:spMkLst>
        </pc:spChg>
      </pc:sldChg>
      <pc:sldChg chg="delSp modSp mod">
        <pc:chgData name="Hemavathi N" userId="03ffe50d-d8c4-450f-8767-16fec8f145ea" providerId="ADAL" clId="{F670BC12-C9CA-4FC8-99C4-9688C5EDF73A}" dt="2026-01-07T18:43:07.262" v="238" actId="478"/>
        <pc:sldMkLst>
          <pc:docMk/>
          <pc:sldMk cId="0" sldId="265"/>
        </pc:sldMkLst>
        <pc:spChg chg="del">
          <ac:chgData name="Hemavathi N" userId="03ffe50d-d8c4-450f-8767-16fec8f145ea" providerId="ADAL" clId="{F670BC12-C9CA-4FC8-99C4-9688C5EDF73A}" dt="2026-01-07T18:43:07.262" v="238" actId="478"/>
          <ac:spMkLst>
            <pc:docMk/>
            <pc:sldMk cId="0" sldId="265"/>
            <ac:spMk id="2" creationId="{00000000-0000-0000-0000-000000000000}"/>
          </ac:spMkLst>
        </pc:spChg>
        <pc:spChg chg="mod">
          <ac:chgData name="Hemavathi N" userId="03ffe50d-d8c4-450f-8767-16fec8f145ea" providerId="ADAL" clId="{F670BC12-C9CA-4FC8-99C4-9688C5EDF73A}" dt="2026-01-07T18:42:49.686" v="234" actId="20577"/>
          <ac:spMkLst>
            <pc:docMk/>
            <pc:sldMk cId="0" sldId="265"/>
            <ac:spMk id="3" creationId="{00000000-0000-0000-0000-000000000000}"/>
          </ac:spMkLst>
        </pc:spChg>
        <pc:spChg chg="del">
          <ac:chgData name="Hemavathi N" userId="03ffe50d-d8c4-450f-8767-16fec8f145ea" providerId="ADAL" clId="{F670BC12-C9CA-4FC8-99C4-9688C5EDF73A}" dt="2026-01-07T18:41:59.757" v="219" actId="478"/>
          <ac:spMkLst>
            <pc:docMk/>
            <pc:sldMk cId="0" sldId="265"/>
            <ac:spMk id="5" creationId="{00000000-0000-0000-0000-000000000000}"/>
          </ac:spMkLst>
        </pc:spChg>
        <pc:spChg chg="mod">
          <ac:chgData name="Hemavathi N" userId="03ffe50d-d8c4-450f-8767-16fec8f145ea" providerId="ADAL" clId="{F670BC12-C9CA-4FC8-99C4-9688C5EDF73A}" dt="2026-01-07T18:42:04.633" v="220" actId="1076"/>
          <ac:spMkLst>
            <pc:docMk/>
            <pc:sldMk cId="0" sldId="265"/>
            <ac:spMk id="6" creationId="{00000000-0000-0000-0000-000000000000}"/>
          </ac:spMkLst>
        </pc:spChg>
        <pc:spChg chg="mod">
          <ac:chgData name="Hemavathi N" userId="03ffe50d-d8c4-450f-8767-16fec8f145ea" providerId="ADAL" clId="{F670BC12-C9CA-4FC8-99C4-9688C5EDF73A}" dt="2026-01-07T18:42:06.450" v="221" actId="1076"/>
          <ac:spMkLst>
            <pc:docMk/>
            <pc:sldMk cId="0" sldId="265"/>
            <ac:spMk id="7" creationId="{00000000-0000-0000-0000-000000000000}"/>
          </ac:spMkLst>
        </pc:spChg>
        <pc:spChg chg="mod">
          <ac:chgData name="Hemavathi N" userId="03ffe50d-d8c4-450f-8767-16fec8f145ea" providerId="ADAL" clId="{F670BC12-C9CA-4FC8-99C4-9688C5EDF73A}" dt="2026-01-07T18:42:08.812" v="222" actId="1076"/>
          <ac:spMkLst>
            <pc:docMk/>
            <pc:sldMk cId="0" sldId="265"/>
            <ac:spMk id="8" creationId="{00000000-0000-0000-0000-000000000000}"/>
          </ac:spMkLst>
        </pc:spChg>
        <pc:spChg chg="mod">
          <ac:chgData name="Hemavathi N" userId="03ffe50d-d8c4-450f-8767-16fec8f145ea" providerId="ADAL" clId="{F670BC12-C9CA-4FC8-99C4-9688C5EDF73A}" dt="2026-01-07T18:42:13.715" v="223" actId="1076"/>
          <ac:spMkLst>
            <pc:docMk/>
            <pc:sldMk cId="0" sldId="265"/>
            <ac:spMk id="9" creationId="{00000000-0000-0000-0000-000000000000}"/>
          </ac:spMkLst>
        </pc:spChg>
        <pc:spChg chg="mod">
          <ac:chgData name="Hemavathi N" userId="03ffe50d-d8c4-450f-8767-16fec8f145ea" providerId="ADAL" clId="{F670BC12-C9CA-4FC8-99C4-9688C5EDF73A}" dt="2026-01-07T18:42:15.641" v="224" actId="1076"/>
          <ac:spMkLst>
            <pc:docMk/>
            <pc:sldMk cId="0" sldId="265"/>
            <ac:spMk id="10" creationId="{00000000-0000-0000-0000-000000000000}"/>
          </ac:spMkLst>
        </pc:spChg>
        <pc:spChg chg="del">
          <ac:chgData name="Hemavathi N" userId="03ffe50d-d8c4-450f-8767-16fec8f145ea" providerId="ADAL" clId="{F670BC12-C9CA-4FC8-99C4-9688C5EDF73A}" dt="2026-01-07T18:42:18.410" v="225" actId="478"/>
          <ac:spMkLst>
            <pc:docMk/>
            <pc:sldMk cId="0" sldId="265"/>
            <ac:spMk id="11" creationId="{00000000-0000-0000-0000-000000000000}"/>
          </ac:spMkLst>
        </pc:spChg>
        <pc:spChg chg="mod">
          <ac:chgData name="Hemavathi N" userId="03ffe50d-d8c4-450f-8767-16fec8f145ea" providerId="ADAL" clId="{F670BC12-C9CA-4FC8-99C4-9688C5EDF73A}" dt="2026-01-07T18:42:22.091" v="226" actId="1076"/>
          <ac:spMkLst>
            <pc:docMk/>
            <pc:sldMk cId="0" sldId="265"/>
            <ac:spMk id="12" creationId="{00000000-0000-0000-0000-000000000000}"/>
          </ac:spMkLst>
        </pc:spChg>
        <pc:spChg chg="mod">
          <ac:chgData name="Hemavathi N" userId="03ffe50d-d8c4-450f-8767-16fec8f145ea" providerId="ADAL" clId="{F670BC12-C9CA-4FC8-99C4-9688C5EDF73A}" dt="2026-01-07T18:42:24.214" v="227" actId="1076"/>
          <ac:spMkLst>
            <pc:docMk/>
            <pc:sldMk cId="0" sldId="265"/>
            <ac:spMk id="13" creationId="{00000000-0000-0000-0000-000000000000}"/>
          </ac:spMkLst>
        </pc:spChg>
        <pc:spChg chg="del">
          <ac:chgData name="Hemavathi N" userId="03ffe50d-d8c4-450f-8767-16fec8f145ea" providerId="ADAL" clId="{F670BC12-C9CA-4FC8-99C4-9688C5EDF73A}" dt="2026-01-07T18:42:26.457" v="228" actId="478"/>
          <ac:spMkLst>
            <pc:docMk/>
            <pc:sldMk cId="0" sldId="265"/>
            <ac:spMk id="14" creationId="{00000000-0000-0000-0000-000000000000}"/>
          </ac:spMkLst>
        </pc:spChg>
        <pc:spChg chg="mod">
          <ac:chgData name="Hemavathi N" userId="03ffe50d-d8c4-450f-8767-16fec8f145ea" providerId="ADAL" clId="{F670BC12-C9CA-4FC8-99C4-9688C5EDF73A}" dt="2026-01-07T18:42:30.690" v="229" actId="1076"/>
          <ac:spMkLst>
            <pc:docMk/>
            <pc:sldMk cId="0" sldId="265"/>
            <ac:spMk id="15" creationId="{00000000-0000-0000-0000-000000000000}"/>
          </ac:spMkLst>
        </pc:spChg>
        <pc:spChg chg="mod">
          <ac:chgData name="Hemavathi N" userId="03ffe50d-d8c4-450f-8767-16fec8f145ea" providerId="ADAL" clId="{F670BC12-C9CA-4FC8-99C4-9688C5EDF73A}" dt="2026-01-07T18:42:34.797" v="230" actId="1076"/>
          <ac:spMkLst>
            <pc:docMk/>
            <pc:sldMk cId="0" sldId="265"/>
            <ac:spMk id="16" creationId="{00000000-0000-0000-0000-000000000000}"/>
          </ac:spMkLst>
        </pc:spChg>
      </pc:sldChg>
      <pc:sldChg chg="addSp delSp modSp mod">
        <pc:chgData name="Hemavathi N" userId="03ffe50d-d8c4-450f-8767-16fec8f145ea" providerId="ADAL" clId="{F670BC12-C9CA-4FC8-99C4-9688C5EDF73A}" dt="2026-01-08T05:08:11.563" v="347" actId="20577"/>
        <pc:sldMkLst>
          <pc:docMk/>
          <pc:sldMk cId="0" sldId="266"/>
        </pc:sldMkLst>
        <pc:spChg chg="del">
          <ac:chgData name="Hemavathi N" userId="03ffe50d-d8c4-450f-8767-16fec8f145ea" providerId="ADAL" clId="{F670BC12-C9CA-4FC8-99C4-9688C5EDF73A}" dt="2026-01-07T18:43:15.017" v="239" actId="478"/>
          <ac:spMkLst>
            <pc:docMk/>
            <pc:sldMk cId="0" sldId="266"/>
            <ac:spMk id="2" creationId="{00000000-0000-0000-0000-000000000000}"/>
          </ac:spMkLst>
        </pc:spChg>
        <pc:spChg chg="mod">
          <ac:chgData name="Hemavathi N" userId="03ffe50d-d8c4-450f-8767-16fec8f145ea" providerId="ADAL" clId="{F670BC12-C9CA-4FC8-99C4-9688C5EDF73A}" dt="2026-01-08T05:08:11.563" v="347" actId="20577"/>
          <ac:spMkLst>
            <pc:docMk/>
            <pc:sldMk cId="0" sldId="266"/>
            <ac:spMk id="3" creationId="{00000000-0000-0000-0000-000000000000}"/>
          </ac:spMkLst>
        </pc:spChg>
        <pc:spChg chg="del">
          <ac:chgData name="Hemavathi N" userId="03ffe50d-d8c4-450f-8767-16fec8f145ea" providerId="ADAL" clId="{F670BC12-C9CA-4FC8-99C4-9688C5EDF73A}" dt="2026-01-07T18:44:20.696" v="240" actId="26606"/>
          <ac:spMkLst>
            <pc:docMk/>
            <pc:sldMk cId="0" sldId="266"/>
            <ac:spMk id="4" creationId="{00000000-0000-0000-0000-000000000000}"/>
          </ac:spMkLst>
        </pc:spChg>
        <pc:graphicFrameChg chg="add">
          <ac:chgData name="Hemavathi N" userId="03ffe50d-d8c4-450f-8767-16fec8f145ea" providerId="ADAL" clId="{F670BC12-C9CA-4FC8-99C4-9688C5EDF73A}" dt="2026-01-07T18:44:20.696" v="240" actId="26606"/>
          <ac:graphicFrameMkLst>
            <pc:docMk/>
            <pc:sldMk cId="0" sldId="266"/>
            <ac:graphicFrameMk id="6" creationId="{88AAF964-5E0E-3688-B9B0-1D1632311B1C}"/>
          </ac:graphicFrameMkLst>
        </pc:graphicFrameChg>
      </pc:sldChg>
      <pc:sldChg chg="addSp delSp modSp mod setBg setClrOvrMap">
        <pc:chgData name="Hemavathi N" userId="03ffe50d-d8c4-450f-8767-16fec8f145ea" providerId="ADAL" clId="{F670BC12-C9CA-4FC8-99C4-9688C5EDF73A}" dt="2026-01-07T18:45:15.114" v="244" actId="26606"/>
        <pc:sldMkLst>
          <pc:docMk/>
          <pc:sldMk cId="0" sldId="267"/>
        </pc:sldMkLst>
        <pc:spChg chg="del">
          <ac:chgData name="Hemavathi N" userId="03ffe50d-d8c4-450f-8767-16fec8f145ea" providerId="ADAL" clId="{F670BC12-C9CA-4FC8-99C4-9688C5EDF73A}" dt="2026-01-07T18:45:04.419" v="243" actId="478"/>
          <ac:spMkLst>
            <pc:docMk/>
            <pc:sldMk cId="0" sldId="267"/>
            <ac:spMk id="2" creationId="{00000000-0000-0000-0000-000000000000}"/>
          </ac:spMkLst>
        </pc:spChg>
        <pc:spChg chg="mod">
          <ac:chgData name="Hemavathi N" userId="03ffe50d-d8c4-450f-8767-16fec8f145ea" providerId="ADAL" clId="{F670BC12-C9CA-4FC8-99C4-9688C5EDF73A}" dt="2026-01-07T18:45:15.114" v="244" actId="26606"/>
          <ac:spMkLst>
            <pc:docMk/>
            <pc:sldMk cId="0" sldId="267"/>
            <ac:spMk id="3" creationId="{00000000-0000-0000-0000-000000000000}"/>
          </ac:spMkLst>
        </pc:spChg>
        <pc:spChg chg="mod">
          <ac:chgData name="Hemavathi N" userId="03ffe50d-d8c4-450f-8767-16fec8f145ea" providerId="ADAL" clId="{F670BC12-C9CA-4FC8-99C4-9688C5EDF73A}" dt="2026-01-07T18:45:15.114" v="244" actId="26606"/>
          <ac:spMkLst>
            <pc:docMk/>
            <pc:sldMk cId="0" sldId="267"/>
            <ac:spMk id="4" creationId="{00000000-0000-0000-0000-000000000000}"/>
          </ac:spMkLst>
        </pc:spChg>
        <pc:spChg chg="add">
          <ac:chgData name="Hemavathi N" userId="03ffe50d-d8c4-450f-8767-16fec8f145ea" providerId="ADAL" clId="{F670BC12-C9CA-4FC8-99C4-9688C5EDF73A}" dt="2026-01-07T18:45:15.114" v="244" actId="26606"/>
          <ac:spMkLst>
            <pc:docMk/>
            <pc:sldMk cId="0" sldId="267"/>
            <ac:spMk id="21" creationId="{A65AC7D1-EAA9-48F5-B509-60A7F50BF703}"/>
          </ac:spMkLst>
        </pc:spChg>
        <pc:spChg chg="add">
          <ac:chgData name="Hemavathi N" userId="03ffe50d-d8c4-450f-8767-16fec8f145ea" providerId="ADAL" clId="{F670BC12-C9CA-4FC8-99C4-9688C5EDF73A}" dt="2026-01-07T18:45:15.114" v="244" actId="26606"/>
          <ac:spMkLst>
            <pc:docMk/>
            <pc:sldMk cId="0" sldId="267"/>
            <ac:spMk id="23" creationId="{D6320AF9-619A-4175-865B-5663E1AEF4C5}"/>
          </ac:spMkLst>
        </pc:spChg>
        <pc:spChg chg="add">
          <ac:chgData name="Hemavathi N" userId="03ffe50d-d8c4-450f-8767-16fec8f145ea" providerId="ADAL" clId="{F670BC12-C9CA-4FC8-99C4-9688C5EDF73A}" dt="2026-01-07T18:45:15.114" v="244" actId="26606"/>
          <ac:spMkLst>
            <pc:docMk/>
            <pc:sldMk cId="0" sldId="267"/>
            <ac:spMk id="29" creationId="{7E018740-5C2B-4A41-AC1A-7E68D1EC1954}"/>
          </ac:spMkLst>
        </pc:spChg>
        <pc:spChg chg="add">
          <ac:chgData name="Hemavathi N" userId="03ffe50d-d8c4-450f-8767-16fec8f145ea" providerId="ADAL" clId="{F670BC12-C9CA-4FC8-99C4-9688C5EDF73A}" dt="2026-01-07T18:45:15.114" v="244" actId="26606"/>
          <ac:spMkLst>
            <pc:docMk/>
            <pc:sldMk cId="0" sldId="267"/>
            <ac:spMk id="31" creationId="{166F75A4-C475-4941-8EE2-B80A06A2C1BB}"/>
          </ac:spMkLst>
        </pc:spChg>
        <pc:spChg chg="add">
          <ac:chgData name="Hemavathi N" userId="03ffe50d-d8c4-450f-8767-16fec8f145ea" providerId="ADAL" clId="{F670BC12-C9CA-4FC8-99C4-9688C5EDF73A}" dt="2026-01-07T18:45:15.114" v="244" actId="26606"/>
          <ac:spMkLst>
            <pc:docMk/>
            <pc:sldMk cId="0" sldId="267"/>
            <ac:spMk id="33" creationId="{A032553A-72E8-4B0D-8405-FF9771C9AF05}"/>
          </ac:spMkLst>
        </pc:spChg>
        <pc:spChg chg="add">
          <ac:chgData name="Hemavathi N" userId="03ffe50d-d8c4-450f-8767-16fec8f145ea" providerId="ADAL" clId="{F670BC12-C9CA-4FC8-99C4-9688C5EDF73A}" dt="2026-01-07T18:45:15.114" v="244" actId="26606"/>
          <ac:spMkLst>
            <pc:docMk/>
            <pc:sldMk cId="0" sldId="267"/>
            <ac:spMk id="35" creationId="{765800AC-C3B9-498E-87BC-29FAE4C76B21}"/>
          </ac:spMkLst>
        </pc:spChg>
        <pc:spChg chg="add">
          <ac:chgData name="Hemavathi N" userId="03ffe50d-d8c4-450f-8767-16fec8f145ea" providerId="ADAL" clId="{F670BC12-C9CA-4FC8-99C4-9688C5EDF73A}" dt="2026-01-07T18:45:15.114" v="244" actId="26606"/>
          <ac:spMkLst>
            <pc:docMk/>
            <pc:sldMk cId="0" sldId="267"/>
            <ac:spMk id="37" creationId="{1F9D6ACB-2FF4-49F9-978A-E0D5327FC635}"/>
          </ac:spMkLst>
        </pc:spChg>
        <pc:spChg chg="add">
          <ac:chgData name="Hemavathi N" userId="03ffe50d-d8c4-450f-8767-16fec8f145ea" providerId="ADAL" clId="{F670BC12-C9CA-4FC8-99C4-9688C5EDF73A}" dt="2026-01-07T18:45:15.114" v="244" actId="26606"/>
          <ac:spMkLst>
            <pc:docMk/>
            <pc:sldMk cId="0" sldId="267"/>
            <ac:spMk id="39" creationId="{142BFA2A-77A0-4F60-A32A-685681C84889}"/>
          </ac:spMkLst>
        </pc:spChg>
      </pc:sldChg>
      <pc:sldChg chg="addSp delSp modSp mod setBg setClrOvrMap">
        <pc:chgData name="Hemavathi N" userId="03ffe50d-d8c4-450f-8767-16fec8f145ea" providerId="ADAL" clId="{F670BC12-C9CA-4FC8-99C4-9688C5EDF73A}" dt="2026-01-07T18:46:32.952" v="247" actId="20577"/>
        <pc:sldMkLst>
          <pc:docMk/>
          <pc:sldMk cId="0" sldId="268"/>
        </pc:sldMkLst>
        <pc:spChg chg="del">
          <ac:chgData name="Hemavathi N" userId="03ffe50d-d8c4-450f-8767-16fec8f145ea" providerId="ADAL" clId="{F670BC12-C9CA-4FC8-99C4-9688C5EDF73A}" dt="2026-01-07T18:45:34.457" v="245" actId="478"/>
          <ac:spMkLst>
            <pc:docMk/>
            <pc:sldMk cId="0" sldId="268"/>
            <ac:spMk id="2" creationId="{00000000-0000-0000-0000-000000000000}"/>
          </ac:spMkLst>
        </pc:spChg>
        <pc:spChg chg="mod">
          <ac:chgData name="Hemavathi N" userId="03ffe50d-d8c4-450f-8767-16fec8f145ea" providerId="ADAL" clId="{F670BC12-C9CA-4FC8-99C4-9688C5EDF73A}" dt="2026-01-07T18:45:58.947" v="246" actId="26606"/>
          <ac:spMkLst>
            <pc:docMk/>
            <pc:sldMk cId="0" sldId="268"/>
            <ac:spMk id="3" creationId="{00000000-0000-0000-0000-000000000000}"/>
          </ac:spMkLst>
        </pc:spChg>
        <pc:spChg chg="mod">
          <ac:chgData name="Hemavathi N" userId="03ffe50d-d8c4-450f-8767-16fec8f145ea" providerId="ADAL" clId="{F670BC12-C9CA-4FC8-99C4-9688C5EDF73A}" dt="2026-01-07T18:46:32.952" v="247" actId="20577"/>
          <ac:spMkLst>
            <pc:docMk/>
            <pc:sldMk cId="0" sldId="268"/>
            <ac:spMk id="4" creationId="{00000000-0000-0000-0000-000000000000}"/>
          </ac:spMkLst>
        </pc:spChg>
        <pc:spChg chg="add">
          <ac:chgData name="Hemavathi N" userId="03ffe50d-d8c4-450f-8767-16fec8f145ea" providerId="ADAL" clId="{F670BC12-C9CA-4FC8-99C4-9688C5EDF73A}" dt="2026-01-07T18:45:58.947" v="246" actId="26606"/>
          <ac:spMkLst>
            <pc:docMk/>
            <pc:sldMk cId="0" sldId="268"/>
            <ac:spMk id="21" creationId="{A65AC7D1-EAA9-48F5-B509-60A7F50BF703}"/>
          </ac:spMkLst>
        </pc:spChg>
        <pc:spChg chg="add">
          <ac:chgData name="Hemavathi N" userId="03ffe50d-d8c4-450f-8767-16fec8f145ea" providerId="ADAL" clId="{F670BC12-C9CA-4FC8-99C4-9688C5EDF73A}" dt="2026-01-07T18:45:58.947" v="246" actId="26606"/>
          <ac:spMkLst>
            <pc:docMk/>
            <pc:sldMk cId="0" sldId="268"/>
            <ac:spMk id="23" creationId="{D6320AF9-619A-4175-865B-5663E1AEF4C5}"/>
          </ac:spMkLst>
        </pc:spChg>
        <pc:spChg chg="add">
          <ac:chgData name="Hemavathi N" userId="03ffe50d-d8c4-450f-8767-16fec8f145ea" providerId="ADAL" clId="{F670BC12-C9CA-4FC8-99C4-9688C5EDF73A}" dt="2026-01-07T18:45:58.947" v="246" actId="26606"/>
          <ac:spMkLst>
            <pc:docMk/>
            <pc:sldMk cId="0" sldId="268"/>
            <ac:spMk id="29" creationId="{7E018740-5C2B-4A41-AC1A-7E68D1EC1954}"/>
          </ac:spMkLst>
        </pc:spChg>
        <pc:spChg chg="add">
          <ac:chgData name="Hemavathi N" userId="03ffe50d-d8c4-450f-8767-16fec8f145ea" providerId="ADAL" clId="{F670BC12-C9CA-4FC8-99C4-9688C5EDF73A}" dt="2026-01-07T18:45:58.947" v="246" actId="26606"/>
          <ac:spMkLst>
            <pc:docMk/>
            <pc:sldMk cId="0" sldId="268"/>
            <ac:spMk id="31" creationId="{166F75A4-C475-4941-8EE2-B80A06A2C1BB}"/>
          </ac:spMkLst>
        </pc:spChg>
        <pc:spChg chg="add">
          <ac:chgData name="Hemavathi N" userId="03ffe50d-d8c4-450f-8767-16fec8f145ea" providerId="ADAL" clId="{F670BC12-C9CA-4FC8-99C4-9688C5EDF73A}" dt="2026-01-07T18:45:58.947" v="246" actId="26606"/>
          <ac:spMkLst>
            <pc:docMk/>
            <pc:sldMk cId="0" sldId="268"/>
            <ac:spMk id="33" creationId="{A032553A-72E8-4B0D-8405-FF9771C9AF05}"/>
          </ac:spMkLst>
        </pc:spChg>
        <pc:spChg chg="add">
          <ac:chgData name="Hemavathi N" userId="03ffe50d-d8c4-450f-8767-16fec8f145ea" providerId="ADAL" clId="{F670BC12-C9CA-4FC8-99C4-9688C5EDF73A}" dt="2026-01-07T18:45:58.947" v="246" actId="26606"/>
          <ac:spMkLst>
            <pc:docMk/>
            <pc:sldMk cId="0" sldId="268"/>
            <ac:spMk id="35" creationId="{765800AC-C3B9-498E-87BC-29FAE4C76B21}"/>
          </ac:spMkLst>
        </pc:spChg>
        <pc:spChg chg="add">
          <ac:chgData name="Hemavathi N" userId="03ffe50d-d8c4-450f-8767-16fec8f145ea" providerId="ADAL" clId="{F670BC12-C9CA-4FC8-99C4-9688C5EDF73A}" dt="2026-01-07T18:45:58.947" v="246" actId="26606"/>
          <ac:spMkLst>
            <pc:docMk/>
            <pc:sldMk cId="0" sldId="268"/>
            <ac:spMk id="37" creationId="{1F9D6ACB-2FF4-49F9-978A-E0D5327FC635}"/>
          </ac:spMkLst>
        </pc:spChg>
        <pc:spChg chg="add">
          <ac:chgData name="Hemavathi N" userId="03ffe50d-d8c4-450f-8767-16fec8f145ea" providerId="ADAL" clId="{F670BC12-C9CA-4FC8-99C4-9688C5EDF73A}" dt="2026-01-07T18:45:58.947" v="246" actId="26606"/>
          <ac:spMkLst>
            <pc:docMk/>
            <pc:sldMk cId="0" sldId="268"/>
            <ac:spMk id="39" creationId="{142BFA2A-77A0-4F60-A32A-685681C84889}"/>
          </ac:spMkLst>
        </pc:spChg>
      </pc:sldChg>
      <pc:sldChg chg="addSp delSp add del setBg delDesignElem">
        <pc:chgData name="Hemavathi N" userId="03ffe50d-d8c4-450f-8767-16fec8f145ea" providerId="ADAL" clId="{F670BC12-C9CA-4FC8-99C4-9688C5EDF73A}" dt="2026-01-07T18:30:17.425" v="127"/>
        <pc:sldMkLst>
          <pc:docMk/>
          <pc:sldMk cId="1475333900" sldId="269"/>
        </pc:sldMkLst>
        <pc:spChg chg="add del">
          <ac:chgData name="Hemavathi N" userId="03ffe50d-d8c4-450f-8767-16fec8f145ea" providerId="ADAL" clId="{F670BC12-C9CA-4FC8-99C4-9688C5EDF73A}" dt="2026-01-07T18:30:17.425" v="127"/>
          <ac:spMkLst>
            <pc:docMk/>
            <pc:sldMk cId="1475333900" sldId="269"/>
            <ac:spMk id="23" creationId="{10F236D1-0838-7A02-FB04-DA0C5165E293}"/>
          </ac:spMkLst>
        </pc:spChg>
        <pc:spChg chg="add del">
          <ac:chgData name="Hemavathi N" userId="03ffe50d-d8c4-450f-8767-16fec8f145ea" providerId="ADAL" clId="{F670BC12-C9CA-4FC8-99C4-9688C5EDF73A}" dt="2026-01-07T18:30:17.425" v="127"/>
          <ac:spMkLst>
            <pc:docMk/>
            <pc:sldMk cId="1475333900" sldId="269"/>
            <ac:spMk id="25" creationId="{A775F9CE-0A51-915F-2139-36F28AAF381C}"/>
          </ac:spMkLst>
        </pc:spChg>
        <pc:spChg chg="add del">
          <ac:chgData name="Hemavathi N" userId="03ffe50d-d8c4-450f-8767-16fec8f145ea" providerId="ADAL" clId="{F670BC12-C9CA-4FC8-99C4-9688C5EDF73A}" dt="2026-01-07T18:30:17.425" v="127"/>
          <ac:spMkLst>
            <pc:docMk/>
            <pc:sldMk cId="1475333900" sldId="269"/>
            <ac:spMk id="27" creationId="{D421564B-87C9-B8D6-B079-B6DF22546339}"/>
          </ac:spMkLst>
        </pc:spChg>
        <pc:grpChg chg="add del">
          <ac:chgData name="Hemavathi N" userId="03ffe50d-d8c4-450f-8767-16fec8f145ea" providerId="ADAL" clId="{F670BC12-C9CA-4FC8-99C4-9688C5EDF73A}" dt="2026-01-07T18:30:17.425" v="127"/>
          <ac:grpSpMkLst>
            <pc:docMk/>
            <pc:sldMk cId="1475333900" sldId="269"/>
            <ac:grpSpMk id="24" creationId="{E348502B-96C6-6316-4A2D-80E4640F8038}"/>
          </ac:grpSpMkLst>
        </pc:grpChg>
      </pc:sldChg>
      <pc:sldChg chg="addSp delSp modSp add mod setBg delDesignElem">
        <pc:chgData name="Hemavathi N" userId="03ffe50d-d8c4-450f-8767-16fec8f145ea" providerId="ADAL" clId="{F670BC12-C9CA-4FC8-99C4-9688C5EDF73A}" dt="2026-01-07T19:22:58.532" v="250" actId="20577"/>
        <pc:sldMkLst>
          <pc:docMk/>
          <pc:sldMk cId="2799504155" sldId="269"/>
        </pc:sldMkLst>
        <pc:spChg chg="mod">
          <ac:chgData name="Hemavathi N" userId="03ffe50d-d8c4-450f-8767-16fec8f145ea" providerId="ADAL" clId="{F670BC12-C9CA-4FC8-99C4-9688C5EDF73A}" dt="2026-01-07T19:22:58.532" v="250" actId="20577"/>
          <ac:spMkLst>
            <pc:docMk/>
            <pc:sldMk cId="2799504155" sldId="269"/>
            <ac:spMk id="3" creationId="{E33CA00E-950B-15C7-1949-FC7EDAF0C9F5}"/>
          </ac:spMkLst>
        </pc:spChg>
        <pc:spChg chg="del">
          <ac:chgData name="Hemavathi N" userId="03ffe50d-d8c4-450f-8767-16fec8f145ea" providerId="ADAL" clId="{F670BC12-C9CA-4FC8-99C4-9688C5EDF73A}" dt="2026-01-07T18:30:58.720" v="135"/>
          <ac:spMkLst>
            <pc:docMk/>
            <pc:sldMk cId="2799504155" sldId="269"/>
            <ac:spMk id="36" creationId="{D619BA34-7EC2-2C5D-1B1B-3BF546F20D51}"/>
          </ac:spMkLst>
        </pc:spChg>
        <pc:spChg chg="del">
          <ac:chgData name="Hemavathi N" userId="03ffe50d-d8c4-450f-8767-16fec8f145ea" providerId="ADAL" clId="{F670BC12-C9CA-4FC8-99C4-9688C5EDF73A}" dt="2026-01-07T18:30:58.720" v="135"/>
          <ac:spMkLst>
            <pc:docMk/>
            <pc:sldMk cId="2799504155" sldId="269"/>
            <ac:spMk id="37" creationId="{F581165B-A0BE-FAF5-907E-36C9B8000BEA}"/>
          </ac:spMkLst>
        </pc:spChg>
        <pc:spChg chg="del">
          <ac:chgData name="Hemavathi N" userId="03ffe50d-d8c4-450f-8767-16fec8f145ea" providerId="ADAL" clId="{F670BC12-C9CA-4FC8-99C4-9688C5EDF73A}" dt="2026-01-07T18:30:58.720" v="135"/>
          <ac:spMkLst>
            <pc:docMk/>
            <pc:sldMk cId="2799504155" sldId="269"/>
            <ac:spMk id="38" creationId="{2A14285E-8DE1-EA76-DE1F-6505949A9B1A}"/>
          </ac:spMkLst>
        </pc:spChg>
        <pc:grpChg chg="add">
          <ac:chgData name="Hemavathi N" userId="03ffe50d-d8c4-450f-8767-16fec8f145ea" providerId="ADAL" clId="{F670BC12-C9CA-4FC8-99C4-9688C5EDF73A}" dt="2026-01-07T18:31:08.027" v="136" actId="26606"/>
          <ac:grpSpMkLst>
            <pc:docMk/>
            <pc:sldMk cId="2799504155" sldId="269"/>
            <ac:grpSpMk id="11" creationId="{D920209C-E85B-4D6F-A56F-724F5ADA811C}"/>
          </ac:grpSpMkLst>
        </pc:grpChg>
        <pc:grpChg chg="del">
          <ac:chgData name="Hemavathi N" userId="03ffe50d-d8c4-450f-8767-16fec8f145ea" providerId="ADAL" clId="{F670BC12-C9CA-4FC8-99C4-9688C5EDF73A}" dt="2026-01-07T18:30:58.720" v="135"/>
          <ac:grpSpMkLst>
            <pc:docMk/>
            <pc:sldMk cId="2799504155" sldId="269"/>
            <ac:grpSpMk id="26" creationId="{E369660D-5A74-CE4B-DFF7-F9017F410AEF}"/>
          </ac:grpSpMkLst>
        </pc:grpChg>
        <pc:graphicFrameChg chg="mod modGraphic">
          <ac:chgData name="Hemavathi N" userId="03ffe50d-d8c4-450f-8767-16fec8f145ea" providerId="ADAL" clId="{F670BC12-C9CA-4FC8-99C4-9688C5EDF73A}" dt="2026-01-07T18:31:08.027" v="136" actId="26606"/>
          <ac:graphicFrameMkLst>
            <pc:docMk/>
            <pc:sldMk cId="2799504155" sldId="269"/>
            <ac:graphicFrameMk id="6" creationId="{AB31DAB0-E35D-8A32-C01C-80CB7BF352FC}"/>
          </ac:graphicFrameMkLst>
        </pc:graphicFrameChg>
      </pc:sldChg>
      <pc:sldChg chg="addSp delSp modSp new mod setBg">
        <pc:chgData name="Hemavathi N" userId="03ffe50d-d8c4-450f-8767-16fec8f145ea" providerId="ADAL" clId="{F670BC12-C9CA-4FC8-99C4-9688C5EDF73A}" dt="2026-01-08T05:07:08.144" v="322" actId="14100"/>
        <pc:sldMkLst>
          <pc:docMk/>
          <pc:sldMk cId="2261893104" sldId="270"/>
        </pc:sldMkLst>
        <pc:spChg chg="add del">
          <ac:chgData name="Hemavathi N" userId="03ffe50d-d8c4-450f-8767-16fec8f145ea" providerId="ADAL" clId="{F670BC12-C9CA-4FC8-99C4-9688C5EDF73A}" dt="2026-01-08T04:52:01.405" v="255" actId="22"/>
          <ac:spMkLst>
            <pc:docMk/>
            <pc:sldMk cId="2261893104" sldId="270"/>
            <ac:spMk id="3" creationId="{C21B59E1-D4F1-61C1-0AAA-972245042BA5}"/>
          </ac:spMkLst>
        </pc:spChg>
        <pc:spChg chg="add del">
          <ac:chgData name="Hemavathi N" userId="03ffe50d-d8c4-450f-8767-16fec8f145ea" providerId="ADAL" clId="{F670BC12-C9CA-4FC8-99C4-9688C5EDF73A}" dt="2026-01-08T04:52:03.920" v="257" actId="22"/>
          <ac:spMkLst>
            <pc:docMk/>
            <pc:sldMk cId="2261893104" sldId="270"/>
            <ac:spMk id="5" creationId="{D4326838-F1A8-4D07-728C-85C3AFE00FF1}"/>
          </ac:spMkLst>
        </pc:spChg>
        <pc:spChg chg="add del mod">
          <ac:chgData name="Hemavathi N" userId="03ffe50d-d8c4-450f-8767-16fec8f145ea" providerId="ADAL" clId="{F670BC12-C9CA-4FC8-99C4-9688C5EDF73A}" dt="2026-01-08T04:57:36.779" v="283" actId="26606"/>
          <ac:spMkLst>
            <pc:docMk/>
            <pc:sldMk cId="2261893104" sldId="270"/>
            <ac:spMk id="7" creationId="{7B71B2FC-5C4B-D57A-CC5B-0318402947E4}"/>
          </ac:spMkLst>
        </pc:spChg>
        <pc:spChg chg="add mod">
          <ac:chgData name="Hemavathi N" userId="03ffe50d-d8c4-450f-8767-16fec8f145ea" providerId="ADAL" clId="{F670BC12-C9CA-4FC8-99C4-9688C5EDF73A}" dt="2026-01-08T05:07:08.144" v="322" actId="14100"/>
          <ac:spMkLst>
            <pc:docMk/>
            <pc:sldMk cId="2261893104" sldId="270"/>
            <ac:spMk id="10" creationId="{120F2F88-1E6B-6E33-2E9D-07EA201A060E}"/>
          </ac:spMkLst>
        </pc:spChg>
        <pc:spChg chg="add del">
          <ac:chgData name="Hemavathi N" userId="03ffe50d-d8c4-450f-8767-16fec8f145ea" providerId="ADAL" clId="{F670BC12-C9CA-4FC8-99C4-9688C5EDF73A}" dt="2026-01-08T04:57:33.464" v="280" actId="26606"/>
          <ac:spMkLst>
            <pc:docMk/>
            <pc:sldMk cId="2261893104" sldId="270"/>
            <ac:spMk id="25" creationId="{9F4444CE-BC8D-4D61-B303-4C05614E62AB}"/>
          </ac:spMkLst>
        </pc:spChg>
        <pc:spChg chg="add del">
          <ac:chgData name="Hemavathi N" userId="03ffe50d-d8c4-450f-8767-16fec8f145ea" providerId="ADAL" clId="{F670BC12-C9CA-4FC8-99C4-9688C5EDF73A}" dt="2026-01-08T04:57:33.464" v="280" actId="26606"/>
          <ac:spMkLst>
            <pc:docMk/>
            <pc:sldMk cId="2261893104" sldId="270"/>
            <ac:spMk id="27" creationId="{73772B81-181F-48B7-8826-4D9686D15DF5}"/>
          </ac:spMkLst>
        </pc:spChg>
        <pc:spChg chg="add del">
          <ac:chgData name="Hemavathi N" userId="03ffe50d-d8c4-450f-8767-16fec8f145ea" providerId="ADAL" clId="{F670BC12-C9CA-4FC8-99C4-9688C5EDF73A}" dt="2026-01-08T04:57:33.464" v="280" actId="26606"/>
          <ac:spMkLst>
            <pc:docMk/>
            <pc:sldMk cId="2261893104" sldId="270"/>
            <ac:spMk id="29" creationId="{B2205F6E-03C6-4E92-877C-E2482F6599AA}"/>
          </ac:spMkLst>
        </pc:spChg>
        <pc:spChg chg="add del">
          <ac:chgData name="Hemavathi N" userId="03ffe50d-d8c4-450f-8767-16fec8f145ea" providerId="ADAL" clId="{F670BC12-C9CA-4FC8-99C4-9688C5EDF73A}" dt="2026-01-08T04:57:36.718" v="282" actId="26606"/>
          <ac:spMkLst>
            <pc:docMk/>
            <pc:sldMk cId="2261893104" sldId="270"/>
            <ac:spMk id="38" creationId="{87BD1F4E-A66D-4C06-86DA-8D56CA7A3B41}"/>
          </ac:spMkLst>
        </pc:spChg>
        <pc:spChg chg="add del">
          <ac:chgData name="Hemavathi N" userId="03ffe50d-d8c4-450f-8767-16fec8f145ea" providerId="ADAL" clId="{F670BC12-C9CA-4FC8-99C4-9688C5EDF73A}" dt="2026-01-08T04:57:36.718" v="282" actId="26606"/>
          <ac:spMkLst>
            <pc:docMk/>
            <pc:sldMk cId="2261893104" sldId="270"/>
            <ac:spMk id="47" creationId="{655AE6B0-AC9E-4167-806F-E9DB135FC46B}"/>
          </ac:spMkLst>
        </pc:spChg>
        <pc:spChg chg="add del">
          <ac:chgData name="Hemavathi N" userId="03ffe50d-d8c4-450f-8767-16fec8f145ea" providerId="ADAL" clId="{F670BC12-C9CA-4FC8-99C4-9688C5EDF73A}" dt="2026-01-08T04:59:43.713" v="289" actId="26606"/>
          <ac:spMkLst>
            <pc:docMk/>
            <pc:sldMk cId="2261893104" sldId="270"/>
            <ac:spMk id="53" creationId="{9F4444CE-BC8D-4D61-B303-4C05614E62AB}"/>
          </ac:spMkLst>
        </pc:spChg>
        <pc:spChg chg="add del">
          <ac:chgData name="Hemavathi N" userId="03ffe50d-d8c4-450f-8767-16fec8f145ea" providerId="ADAL" clId="{F670BC12-C9CA-4FC8-99C4-9688C5EDF73A}" dt="2026-01-08T04:59:43.713" v="289" actId="26606"/>
          <ac:spMkLst>
            <pc:docMk/>
            <pc:sldMk cId="2261893104" sldId="270"/>
            <ac:spMk id="54" creationId="{73772B81-181F-48B7-8826-4D9686D15DF5}"/>
          </ac:spMkLst>
        </pc:spChg>
        <pc:spChg chg="add del">
          <ac:chgData name="Hemavathi N" userId="03ffe50d-d8c4-450f-8767-16fec8f145ea" providerId="ADAL" clId="{F670BC12-C9CA-4FC8-99C4-9688C5EDF73A}" dt="2026-01-08T04:59:43.713" v="289" actId="26606"/>
          <ac:spMkLst>
            <pc:docMk/>
            <pc:sldMk cId="2261893104" sldId="270"/>
            <ac:spMk id="55" creationId="{B2205F6E-03C6-4E92-877C-E2482F6599AA}"/>
          </ac:spMkLst>
        </pc:spChg>
        <pc:grpChg chg="add del">
          <ac:chgData name="Hemavathi N" userId="03ffe50d-d8c4-450f-8767-16fec8f145ea" providerId="ADAL" clId="{F670BC12-C9CA-4FC8-99C4-9688C5EDF73A}" dt="2026-01-08T04:57:33.464" v="280" actId="26606"/>
          <ac:grpSpMkLst>
            <pc:docMk/>
            <pc:sldMk cId="2261893104" sldId="270"/>
            <ac:grpSpMk id="13" creationId="{D920209C-E85B-4D6F-A56F-724F5ADA811C}"/>
          </ac:grpSpMkLst>
        </pc:grpChg>
        <pc:grpChg chg="add del">
          <ac:chgData name="Hemavathi N" userId="03ffe50d-d8c4-450f-8767-16fec8f145ea" providerId="ADAL" clId="{F670BC12-C9CA-4FC8-99C4-9688C5EDF73A}" dt="2026-01-08T04:57:36.718" v="282" actId="26606"/>
          <ac:grpSpMkLst>
            <pc:docMk/>
            <pc:sldMk cId="2261893104" sldId="270"/>
            <ac:grpSpMk id="37" creationId="{D920209C-E85B-4D6F-A56F-724F5ADA811C}"/>
          </ac:grpSpMkLst>
        </pc:grpChg>
        <pc:grpChg chg="add del">
          <ac:chgData name="Hemavathi N" userId="03ffe50d-d8c4-450f-8767-16fec8f145ea" providerId="ADAL" clId="{F670BC12-C9CA-4FC8-99C4-9688C5EDF73A}" dt="2026-01-08T04:57:36.718" v="282" actId="26606"/>
          <ac:grpSpMkLst>
            <pc:docMk/>
            <pc:sldMk cId="2261893104" sldId="270"/>
            <ac:grpSpMk id="48" creationId="{3523416A-383B-4FDC-B4C9-D8EDDFE9C043}"/>
          </ac:grpSpMkLst>
        </pc:grpChg>
        <pc:grpChg chg="add del">
          <ac:chgData name="Hemavathi N" userId="03ffe50d-d8c4-450f-8767-16fec8f145ea" providerId="ADAL" clId="{F670BC12-C9CA-4FC8-99C4-9688C5EDF73A}" dt="2026-01-08T04:59:43.713" v="289" actId="26606"/>
          <ac:grpSpMkLst>
            <pc:docMk/>
            <pc:sldMk cId="2261893104" sldId="270"/>
            <ac:grpSpMk id="52" creationId="{D920209C-E85B-4D6F-A56F-724F5ADA811C}"/>
          </ac:grpSpMkLst>
        </pc:grpChg>
        <pc:grpChg chg="add del">
          <ac:chgData name="Hemavathi N" userId="03ffe50d-d8c4-450f-8767-16fec8f145ea" providerId="ADAL" clId="{F670BC12-C9CA-4FC8-99C4-9688C5EDF73A}" dt="2026-01-08T04:59:43.651" v="288" actId="26606"/>
          <ac:grpSpMkLst>
            <pc:docMk/>
            <pc:sldMk cId="2261893104" sldId="270"/>
            <ac:grpSpMk id="61" creationId="{D920209C-E85B-4D6F-A56F-724F5ADA811C}"/>
          </ac:grpSpMkLst>
        </pc:grpChg>
        <pc:grpChg chg="add">
          <ac:chgData name="Hemavathi N" userId="03ffe50d-d8c4-450f-8767-16fec8f145ea" providerId="ADAL" clId="{F670BC12-C9CA-4FC8-99C4-9688C5EDF73A}" dt="2026-01-08T04:59:43.713" v="289" actId="26606"/>
          <ac:grpSpMkLst>
            <pc:docMk/>
            <pc:sldMk cId="2261893104" sldId="270"/>
            <ac:grpSpMk id="73" creationId="{D920209C-E85B-4D6F-A56F-724F5ADA811C}"/>
          </ac:grpSpMkLst>
        </pc:grpChg>
        <pc:graphicFrameChg chg="add del">
          <ac:chgData name="Hemavathi N" userId="03ffe50d-d8c4-450f-8767-16fec8f145ea" providerId="ADAL" clId="{F670BC12-C9CA-4FC8-99C4-9688C5EDF73A}" dt="2026-01-08T04:57:33.464" v="280" actId="26606"/>
          <ac:graphicFrameMkLst>
            <pc:docMk/>
            <pc:sldMk cId="2261893104" sldId="270"/>
            <ac:graphicFrameMk id="9" creationId="{A3AD237C-ECED-F922-AA55-042D1B1527ED}"/>
          </ac:graphicFrameMkLst>
        </pc:graphicFrameChg>
        <pc:graphicFrameChg chg="add del">
          <ac:chgData name="Hemavathi N" userId="03ffe50d-d8c4-450f-8767-16fec8f145ea" providerId="ADAL" clId="{F670BC12-C9CA-4FC8-99C4-9688C5EDF73A}" dt="2026-01-08T04:57:36.718" v="282" actId="26606"/>
          <ac:graphicFrameMkLst>
            <pc:docMk/>
            <pc:sldMk cId="2261893104" sldId="270"/>
            <ac:graphicFrameMk id="50" creationId="{DD9DA1B4-EF63-C6BD-DB10-BB07F19A1424}"/>
          </ac:graphicFrameMkLst>
        </pc:graphicFrameChg>
        <pc:graphicFrameChg chg="add mod modGraphic">
          <ac:chgData name="Hemavathi N" userId="03ffe50d-d8c4-450f-8767-16fec8f145ea" providerId="ADAL" clId="{F670BC12-C9CA-4FC8-99C4-9688C5EDF73A}" dt="2026-01-08T04:59:43.713" v="289" actId="26606"/>
          <ac:graphicFrameMkLst>
            <pc:docMk/>
            <pc:sldMk cId="2261893104" sldId="270"/>
            <ac:graphicFrameMk id="56" creationId="{A3AD237C-ECED-F922-AA55-042D1B1527ED}"/>
          </ac:graphicFrameMkLst>
        </pc:graphicFrameChg>
      </pc:sldChg>
      <pc:sldChg chg="addSp delSp modSp add mod setBg">
        <pc:chgData name="Hemavathi N" userId="03ffe50d-d8c4-450f-8767-16fec8f145ea" providerId="ADAL" clId="{F670BC12-C9CA-4FC8-99C4-9688C5EDF73A}" dt="2026-01-08T05:07:00.809" v="321" actId="113"/>
        <pc:sldMkLst>
          <pc:docMk/>
          <pc:sldMk cId="292868620" sldId="271"/>
        </pc:sldMkLst>
        <pc:spChg chg="add mod">
          <ac:chgData name="Hemavathi N" userId="03ffe50d-d8c4-450f-8767-16fec8f145ea" providerId="ADAL" clId="{F670BC12-C9CA-4FC8-99C4-9688C5EDF73A}" dt="2026-01-08T05:04:01.402" v="296" actId="20577"/>
          <ac:spMkLst>
            <pc:docMk/>
            <pc:sldMk cId="292868620" sldId="271"/>
            <ac:spMk id="3" creationId="{BDB0111E-4A51-7263-1C98-0ABFFBA7A537}"/>
          </ac:spMkLst>
        </pc:spChg>
        <pc:spChg chg="add mod">
          <ac:chgData name="Hemavathi N" userId="03ffe50d-d8c4-450f-8767-16fec8f145ea" providerId="ADAL" clId="{F670BC12-C9CA-4FC8-99C4-9688C5EDF73A}" dt="2026-01-08T05:07:00.809" v="321" actId="113"/>
          <ac:spMkLst>
            <pc:docMk/>
            <pc:sldMk cId="292868620" sldId="271"/>
            <ac:spMk id="5" creationId="{4E14B417-9546-D312-0405-8D630D03E764}"/>
          </ac:spMkLst>
        </pc:spChg>
        <pc:spChg chg="del">
          <ac:chgData name="Hemavathi N" userId="03ffe50d-d8c4-450f-8767-16fec8f145ea" providerId="ADAL" clId="{F670BC12-C9CA-4FC8-99C4-9688C5EDF73A}" dt="2026-01-08T04:53:44.636" v="264" actId="478"/>
          <ac:spMkLst>
            <pc:docMk/>
            <pc:sldMk cId="292868620" sldId="271"/>
            <ac:spMk id="7" creationId="{12F3CC63-2463-5FF8-65F1-98641B27F090}"/>
          </ac:spMkLst>
        </pc:spChg>
        <pc:spChg chg="add">
          <ac:chgData name="Hemavathi N" userId="03ffe50d-d8c4-450f-8767-16fec8f145ea" providerId="ADAL" clId="{F670BC12-C9CA-4FC8-99C4-9688C5EDF73A}" dt="2026-01-08T04:58:10.756" v="284" actId="26606"/>
          <ac:spMkLst>
            <pc:docMk/>
            <pc:sldMk cId="292868620" sldId="271"/>
            <ac:spMk id="20" creationId="{E80B86A7-A1EC-475B-9166-88902B033A38}"/>
          </ac:spMkLst>
        </pc:spChg>
        <pc:spChg chg="add">
          <ac:chgData name="Hemavathi N" userId="03ffe50d-d8c4-450f-8767-16fec8f145ea" providerId="ADAL" clId="{F670BC12-C9CA-4FC8-99C4-9688C5EDF73A}" dt="2026-01-08T04:58:10.756" v="284" actId="26606"/>
          <ac:spMkLst>
            <pc:docMk/>
            <pc:sldMk cId="292868620" sldId="271"/>
            <ac:spMk id="22" creationId="{C2C29CB1-9F74-4879-A6AF-AEA67B6F1F4D}"/>
          </ac:spMkLst>
        </pc:spChg>
        <pc:spChg chg="add">
          <ac:chgData name="Hemavathi N" userId="03ffe50d-d8c4-450f-8767-16fec8f145ea" providerId="ADAL" clId="{F670BC12-C9CA-4FC8-99C4-9688C5EDF73A}" dt="2026-01-08T04:58:10.756" v="284" actId="26606"/>
          <ac:spMkLst>
            <pc:docMk/>
            <pc:sldMk cId="292868620" sldId="271"/>
            <ac:spMk id="24" creationId="{7E2C7115-5336-410C-AD71-0F0952A2E5A7}"/>
          </ac:spMkLst>
        </pc:spChg>
        <pc:grpChg chg="add">
          <ac:chgData name="Hemavathi N" userId="03ffe50d-d8c4-450f-8767-16fec8f145ea" providerId="ADAL" clId="{F670BC12-C9CA-4FC8-99C4-9688C5EDF73A}" dt="2026-01-08T04:58:10.756" v="284" actId="26606"/>
          <ac:grpSpMkLst>
            <pc:docMk/>
            <pc:sldMk cId="292868620" sldId="271"/>
            <ac:grpSpMk id="8" creationId="{09EA7EA7-74F5-4EE2-8E3D-1A10308259D7}"/>
          </ac:grpSpMkLst>
        </pc:grpChg>
      </pc:sldChg>
      <pc:sldChg chg="addSp delSp modSp add mod setBg">
        <pc:chgData name="Hemavathi N" userId="03ffe50d-d8c4-450f-8767-16fec8f145ea" providerId="ADAL" clId="{F670BC12-C9CA-4FC8-99C4-9688C5EDF73A}" dt="2026-01-08T05:06:53.084" v="320" actId="14100"/>
        <pc:sldMkLst>
          <pc:docMk/>
          <pc:sldMk cId="2601274725" sldId="272"/>
        </pc:sldMkLst>
        <pc:spChg chg="del">
          <ac:chgData name="Hemavathi N" userId="03ffe50d-d8c4-450f-8767-16fec8f145ea" providerId="ADAL" clId="{F670BC12-C9CA-4FC8-99C4-9688C5EDF73A}" dt="2026-01-08T04:55:14.020" v="269" actId="478"/>
          <ac:spMkLst>
            <pc:docMk/>
            <pc:sldMk cId="2601274725" sldId="272"/>
            <ac:spMk id="3" creationId="{AF8C8D44-144B-D6F6-E737-000D4DCD25DC}"/>
          </ac:spMkLst>
        </pc:spChg>
        <pc:spChg chg="add mod">
          <ac:chgData name="Hemavathi N" userId="03ffe50d-d8c4-450f-8767-16fec8f145ea" providerId="ADAL" clId="{F670BC12-C9CA-4FC8-99C4-9688C5EDF73A}" dt="2026-01-08T05:06:53.084" v="320" actId="14100"/>
          <ac:spMkLst>
            <pc:docMk/>
            <pc:sldMk cId="2601274725" sldId="272"/>
            <ac:spMk id="4" creationId="{9E570B11-A1F6-6ED3-808C-1EEFF61C5FF3}"/>
          </ac:spMkLst>
        </pc:spChg>
        <pc:spChg chg="add">
          <ac:chgData name="Hemavathi N" userId="03ffe50d-d8c4-450f-8767-16fec8f145ea" providerId="ADAL" clId="{F670BC12-C9CA-4FC8-99C4-9688C5EDF73A}" dt="2026-01-08T04:58:29.490" v="285" actId="26606"/>
          <ac:spMkLst>
            <pc:docMk/>
            <pc:sldMk cId="2601274725" sldId="272"/>
            <ac:spMk id="21" creationId="{C52ED567-06B3-4107-9773-BBB6BD78673C}"/>
          </ac:spMkLst>
        </pc:spChg>
        <pc:spChg chg="add">
          <ac:chgData name="Hemavathi N" userId="03ffe50d-d8c4-450f-8767-16fec8f145ea" providerId="ADAL" clId="{F670BC12-C9CA-4FC8-99C4-9688C5EDF73A}" dt="2026-01-08T04:58:29.490" v="285" actId="26606"/>
          <ac:spMkLst>
            <pc:docMk/>
            <pc:sldMk cId="2601274725" sldId="272"/>
            <ac:spMk id="23" creationId="{AF551D8B-3775-4477-88B7-7B7C350D34E4}"/>
          </ac:spMkLst>
        </pc:spChg>
        <pc:spChg chg="add">
          <ac:chgData name="Hemavathi N" userId="03ffe50d-d8c4-450f-8767-16fec8f145ea" providerId="ADAL" clId="{F670BC12-C9CA-4FC8-99C4-9688C5EDF73A}" dt="2026-01-08T04:58:29.490" v="285" actId="26606"/>
          <ac:spMkLst>
            <pc:docMk/>
            <pc:sldMk cId="2601274725" sldId="272"/>
            <ac:spMk id="29" creationId="{BB934D2B-85E2-4375-94EE-B66C16BF7999}"/>
          </ac:spMkLst>
        </pc:spChg>
        <pc:spChg chg="add">
          <ac:chgData name="Hemavathi N" userId="03ffe50d-d8c4-450f-8767-16fec8f145ea" providerId="ADAL" clId="{F670BC12-C9CA-4FC8-99C4-9688C5EDF73A}" dt="2026-01-08T04:58:29.490" v="285" actId="26606"/>
          <ac:spMkLst>
            <pc:docMk/>
            <pc:sldMk cId="2601274725" sldId="272"/>
            <ac:spMk id="31" creationId="{9B445E02-D785-4565-B842-9567BBC09508}"/>
          </ac:spMkLst>
        </pc:spChg>
        <pc:spChg chg="add">
          <ac:chgData name="Hemavathi N" userId="03ffe50d-d8c4-450f-8767-16fec8f145ea" providerId="ADAL" clId="{F670BC12-C9CA-4FC8-99C4-9688C5EDF73A}" dt="2026-01-08T04:58:29.490" v="285" actId="26606"/>
          <ac:spMkLst>
            <pc:docMk/>
            <pc:sldMk cId="2601274725" sldId="272"/>
            <ac:spMk id="33" creationId="{2C153736-D102-4F57-9DE7-615AFC02B0AC}"/>
          </ac:spMkLst>
        </pc:spChg>
        <pc:spChg chg="add">
          <ac:chgData name="Hemavathi N" userId="03ffe50d-d8c4-450f-8767-16fec8f145ea" providerId="ADAL" clId="{F670BC12-C9CA-4FC8-99C4-9688C5EDF73A}" dt="2026-01-08T04:58:29.490" v="285" actId="26606"/>
          <ac:spMkLst>
            <pc:docMk/>
            <pc:sldMk cId="2601274725" sldId="272"/>
            <ac:spMk id="35" creationId="{BA407A52-66F4-4CDE-A726-FF79F3EC342D}"/>
          </ac:spMkLst>
        </pc:spChg>
        <pc:spChg chg="add">
          <ac:chgData name="Hemavathi N" userId="03ffe50d-d8c4-450f-8767-16fec8f145ea" providerId="ADAL" clId="{F670BC12-C9CA-4FC8-99C4-9688C5EDF73A}" dt="2026-01-08T04:58:29.490" v="285" actId="26606"/>
          <ac:spMkLst>
            <pc:docMk/>
            <pc:sldMk cId="2601274725" sldId="272"/>
            <ac:spMk id="37" creationId="{D28FFB34-4FC3-46F5-B900-D3B774FD0BE6}"/>
          </ac:spMkLst>
        </pc:spChg>
        <pc:spChg chg="add">
          <ac:chgData name="Hemavathi N" userId="03ffe50d-d8c4-450f-8767-16fec8f145ea" providerId="ADAL" clId="{F670BC12-C9CA-4FC8-99C4-9688C5EDF73A}" dt="2026-01-08T04:58:29.490" v="285" actId="26606"/>
          <ac:spMkLst>
            <pc:docMk/>
            <pc:sldMk cId="2601274725" sldId="272"/>
            <ac:spMk id="39" creationId="{205F7B13-ACB5-46BE-8070-0431266B183B}"/>
          </ac:spMkLst>
        </pc:spChg>
        <pc:spChg chg="add">
          <ac:chgData name="Hemavathi N" userId="03ffe50d-d8c4-450f-8767-16fec8f145ea" providerId="ADAL" clId="{F670BC12-C9CA-4FC8-99C4-9688C5EDF73A}" dt="2026-01-08T04:58:29.490" v="285" actId="26606"/>
          <ac:spMkLst>
            <pc:docMk/>
            <pc:sldMk cId="2601274725" sldId="272"/>
            <ac:spMk id="41" creationId="{D52A0D23-45DD-4DF4-ADE6-A81F409BB9FB}"/>
          </ac:spMkLst>
        </pc:spChg>
      </pc:sldChg>
      <pc:sldChg chg="add del">
        <pc:chgData name="Hemavathi N" userId="03ffe50d-d8c4-450f-8767-16fec8f145ea" providerId="ADAL" clId="{F670BC12-C9CA-4FC8-99C4-9688C5EDF73A}" dt="2026-01-08T04:55:18.074" v="271"/>
        <pc:sldMkLst>
          <pc:docMk/>
          <pc:sldMk cId="2327679853" sldId="273"/>
        </pc:sldMkLst>
      </pc:sldChg>
      <pc:sldChg chg="addSp delSp modSp add mod setBg">
        <pc:chgData name="Hemavathi N" userId="03ffe50d-d8c4-450f-8767-16fec8f145ea" providerId="ADAL" clId="{F670BC12-C9CA-4FC8-99C4-9688C5EDF73A}" dt="2026-01-08T05:06:41.637" v="318" actId="14100"/>
        <pc:sldMkLst>
          <pc:docMk/>
          <pc:sldMk cId="3892531356" sldId="273"/>
        </pc:sldMkLst>
        <pc:spChg chg="add del mod">
          <ac:chgData name="Hemavathi N" userId="03ffe50d-d8c4-450f-8767-16fec8f145ea" providerId="ADAL" clId="{F670BC12-C9CA-4FC8-99C4-9688C5EDF73A}" dt="2026-01-08T04:59:01.681" v="286" actId="26606"/>
          <ac:spMkLst>
            <pc:docMk/>
            <pc:sldMk cId="3892531356" sldId="273"/>
            <ac:spMk id="3" creationId="{000F5485-A26D-F811-E253-1010B51F4098}"/>
          </ac:spMkLst>
        </pc:spChg>
        <pc:spChg chg="del">
          <ac:chgData name="Hemavathi N" userId="03ffe50d-d8c4-450f-8767-16fec8f145ea" providerId="ADAL" clId="{F670BC12-C9CA-4FC8-99C4-9688C5EDF73A}" dt="2026-01-08T04:56:35.376" v="276" actId="478"/>
          <ac:spMkLst>
            <pc:docMk/>
            <pc:sldMk cId="3892531356" sldId="273"/>
            <ac:spMk id="4" creationId="{1B4F3F1E-BA43-B66A-0638-B5590007986A}"/>
          </ac:spMkLst>
        </pc:spChg>
        <pc:spChg chg="add mod">
          <ac:chgData name="Hemavathi N" userId="03ffe50d-d8c4-450f-8767-16fec8f145ea" providerId="ADAL" clId="{F670BC12-C9CA-4FC8-99C4-9688C5EDF73A}" dt="2026-01-08T05:06:41.637" v="318" actId="14100"/>
          <ac:spMkLst>
            <pc:docMk/>
            <pc:sldMk cId="3892531356" sldId="273"/>
            <ac:spMk id="7" creationId="{951AE625-8A18-84A7-A71E-A59D886A9B71}"/>
          </ac:spMkLst>
        </pc:spChg>
        <pc:spChg chg="add">
          <ac:chgData name="Hemavathi N" userId="03ffe50d-d8c4-450f-8767-16fec8f145ea" providerId="ADAL" clId="{F670BC12-C9CA-4FC8-99C4-9688C5EDF73A}" dt="2026-01-08T04:59:01.681" v="286" actId="26606"/>
          <ac:spMkLst>
            <pc:docMk/>
            <pc:sldMk cId="3892531356" sldId="273"/>
            <ac:spMk id="21" creationId="{9F4444CE-BC8D-4D61-B303-4C05614E62AB}"/>
          </ac:spMkLst>
        </pc:spChg>
        <pc:spChg chg="add">
          <ac:chgData name="Hemavathi N" userId="03ffe50d-d8c4-450f-8767-16fec8f145ea" providerId="ADAL" clId="{F670BC12-C9CA-4FC8-99C4-9688C5EDF73A}" dt="2026-01-08T04:59:01.681" v="286" actId="26606"/>
          <ac:spMkLst>
            <pc:docMk/>
            <pc:sldMk cId="3892531356" sldId="273"/>
            <ac:spMk id="23" creationId="{73772B81-181F-48B7-8826-4D9686D15DF5}"/>
          </ac:spMkLst>
        </pc:spChg>
        <pc:spChg chg="add">
          <ac:chgData name="Hemavathi N" userId="03ffe50d-d8c4-450f-8767-16fec8f145ea" providerId="ADAL" clId="{F670BC12-C9CA-4FC8-99C4-9688C5EDF73A}" dt="2026-01-08T04:59:01.681" v="286" actId="26606"/>
          <ac:spMkLst>
            <pc:docMk/>
            <pc:sldMk cId="3892531356" sldId="273"/>
            <ac:spMk id="25" creationId="{B2205F6E-03C6-4E92-877C-E2482F6599AA}"/>
          </ac:spMkLst>
        </pc:spChg>
        <pc:grpChg chg="add">
          <ac:chgData name="Hemavathi N" userId="03ffe50d-d8c4-450f-8767-16fec8f145ea" providerId="ADAL" clId="{F670BC12-C9CA-4FC8-99C4-9688C5EDF73A}" dt="2026-01-08T04:59:01.681" v="286" actId="26606"/>
          <ac:grpSpMkLst>
            <pc:docMk/>
            <pc:sldMk cId="3892531356" sldId="273"/>
            <ac:grpSpMk id="9" creationId="{D920209C-E85B-4D6F-A56F-724F5ADA811C}"/>
          </ac:grpSpMkLst>
        </pc:grpChg>
        <pc:graphicFrameChg chg="add mod">
          <ac:chgData name="Hemavathi N" userId="03ffe50d-d8c4-450f-8767-16fec8f145ea" providerId="ADAL" clId="{F670BC12-C9CA-4FC8-99C4-9688C5EDF73A}" dt="2026-01-08T05:06:01.913" v="310"/>
          <ac:graphicFrameMkLst>
            <pc:docMk/>
            <pc:sldMk cId="3892531356" sldId="273"/>
            <ac:graphicFrameMk id="5" creationId="{1F35A978-3164-2629-233F-0CA209CC3AF8}"/>
          </ac:graphicFrameMkLst>
        </pc:graphicFrameChg>
      </pc:sldChg>
    </pc:docChg>
  </pc:docChgLst>
</pc:chgInfo>
</file>

<file path=ppt/diagrams/_rels/data2.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6" Type="http://schemas.openxmlformats.org/officeDocument/2006/relationships/image" Target="../media/image16.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 Id="rId14" Type="http://schemas.openxmlformats.org/officeDocument/2006/relationships/image" Target="../media/image14.svg"/></Relationships>
</file>

<file path=ppt/diagrams/_rels/data6.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2.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6" Type="http://schemas.openxmlformats.org/officeDocument/2006/relationships/image" Target="../media/image16.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 Id="rId14" Type="http://schemas.openxmlformats.org/officeDocument/2006/relationships/image" Target="../media/image14.svg"/></Relationships>
</file>

<file path=ppt/diagrams/_rels/drawing6.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9769DA9-558C-4A5F-8D02-A3CBA6B40D09}" type="doc">
      <dgm:prSet loTypeId="urn:microsoft.com/office/officeart/2016/7/layout/RepeatingBendingProcessNew" loCatId="process" qsTypeId="urn:microsoft.com/office/officeart/2005/8/quickstyle/simple1" qsCatId="simple" csTypeId="urn:microsoft.com/office/officeart/2005/8/colors/accent2_2" csCatId="accent2" phldr="1"/>
      <dgm:spPr/>
      <dgm:t>
        <a:bodyPr/>
        <a:lstStyle/>
        <a:p>
          <a:endParaRPr lang="en-US"/>
        </a:p>
      </dgm:t>
    </dgm:pt>
    <dgm:pt modelId="{57D99151-B7A4-4DD7-8BA4-3EFA750BE9D8}">
      <dgm:prSet/>
      <dgm:spPr/>
      <dgm:t>
        <a:bodyPr/>
        <a:lstStyle/>
        <a:p>
          <a:r>
            <a:rPr lang="en-US"/>
            <a:t>YOUR TYPICAL SPRINT WEEK:</a:t>
          </a:r>
        </a:p>
      </dgm:t>
    </dgm:pt>
    <dgm:pt modelId="{A67C74F2-5178-4090-942E-98E580FD3CCE}" type="parTrans" cxnId="{3B726409-0577-4DC8-96BA-0B0072135533}">
      <dgm:prSet/>
      <dgm:spPr/>
      <dgm:t>
        <a:bodyPr/>
        <a:lstStyle/>
        <a:p>
          <a:endParaRPr lang="en-US"/>
        </a:p>
      </dgm:t>
    </dgm:pt>
    <dgm:pt modelId="{CFC4ABAE-3379-4093-8969-A98E9ED77455}" type="sibTrans" cxnId="{3B726409-0577-4DC8-96BA-0B0072135533}">
      <dgm:prSet/>
      <dgm:spPr/>
      <dgm:t>
        <a:bodyPr/>
        <a:lstStyle/>
        <a:p>
          <a:endParaRPr lang="en-US"/>
        </a:p>
      </dgm:t>
    </dgm:pt>
    <dgm:pt modelId="{8D2EE9B4-BD56-4225-8F1F-BAE5A64CD223}">
      <dgm:prSet/>
      <dgm:spPr/>
      <dgm:t>
        <a:bodyPr/>
        <a:lstStyle/>
        <a:p>
          <a:r>
            <a:rPr lang="en-US"/>
            <a:t>🏗️  CRUD Boilerplate → 16 hours</a:t>
          </a:r>
        </a:p>
      </dgm:t>
    </dgm:pt>
    <dgm:pt modelId="{FC607636-8F0D-42E8-8FE5-4B2098BD43FC}" type="parTrans" cxnId="{CF62A1D3-2D21-4F13-86F6-5F60C1AA8263}">
      <dgm:prSet/>
      <dgm:spPr/>
      <dgm:t>
        <a:bodyPr/>
        <a:lstStyle/>
        <a:p>
          <a:endParaRPr lang="en-US"/>
        </a:p>
      </dgm:t>
    </dgm:pt>
    <dgm:pt modelId="{CEB1628C-EBAB-4EC4-856D-F77C8C332F51}" type="sibTrans" cxnId="{CF62A1D3-2D21-4F13-86F6-5F60C1AA8263}">
      <dgm:prSet/>
      <dgm:spPr/>
      <dgm:t>
        <a:bodyPr/>
        <a:lstStyle/>
        <a:p>
          <a:endParaRPr lang="en-US"/>
        </a:p>
      </dgm:t>
    </dgm:pt>
    <dgm:pt modelId="{1E6B86F0-7AB0-40FB-B45C-A85659ED5609}">
      <dgm:prSet/>
      <dgm:spPr/>
      <dgm:t>
        <a:bodyPr/>
        <a:lstStyle/>
        <a:p>
          <a:r>
            <a:rPr lang="en-US"/>
            <a:t>⚡  Performance Tuning → 8 hours</a:t>
          </a:r>
        </a:p>
      </dgm:t>
    </dgm:pt>
    <dgm:pt modelId="{00D003FE-3488-4193-BA2E-C6E67724F0DF}" type="parTrans" cxnId="{5DBCAFF5-E9C9-47D7-958E-968A6090EE84}">
      <dgm:prSet/>
      <dgm:spPr/>
      <dgm:t>
        <a:bodyPr/>
        <a:lstStyle/>
        <a:p>
          <a:endParaRPr lang="en-US"/>
        </a:p>
      </dgm:t>
    </dgm:pt>
    <dgm:pt modelId="{71380F48-94E4-48F6-97B3-9E61428E9FB0}" type="sibTrans" cxnId="{5DBCAFF5-E9C9-47D7-958E-968A6090EE84}">
      <dgm:prSet/>
      <dgm:spPr/>
      <dgm:t>
        <a:bodyPr/>
        <a:lstStyle/>
        <a:p>
          <a:endParaRPr lang="en-US"/>
        </a:p>
      </dgm:t>
    </dgm:pt>
    <dgm:pt modelId="{323E3595-0ADA-41AD-A6C4-9C8778E286FC}">
      <dgm:prSet/>
      <dgm:spPr/>
      <dgm:t>
        <a:bodyPr/>
        <a:lstStyle/>
        <a:p>
          <a:r>
            <a:rPr lang="en-US"/>
            <a:t>🧪  Writing Tests → 12 hours</a:t>
          </a:r>
        </a:p>
      </dgm:t>
    </dgm:pt>
    <dgm:pt modelId="{48574E68-2B80-4A20-8311-0A9F04009B18}" type="parTrans" cxnId="{014C6103-59FC-4E07-9121-F5839EF29418}">
      <dgm:prSet/>
      <dgm:spPr/>
      <dgm:t>
        <a:bodyPr/>
        <a:lstStyle/>
        <a:p>
          <a:endParaRPr lang="en-US"/>
        </a:p>
      </dgm:t>
    </dgm:pt>
    <dgm:pt modelId="{DDC42D86-30FC-4EB3-878D-06D0134199D5}" type="sibTrans" cxnId="{014C6103-59FC-4E07-9121-F5839EF29418}">
      <dgm:prSet/>
      <dgm:spPr/>
      <dgm:t>
        <a:bodyPr/>
        <a:lstStyle/>
        <a:p>
          <a:endParaRPr lang="en-US"/>
        </a:p>
      </dgm:t>
    </dgm:pt>
    <dgm:pt modelId="{55578451-D8C2-4FBA-8D44-F3BB717F6C45}">
      <dgm:prSet/>
      <dgm:spPr/>
      <dgm:t>
        <a:bodyPr/>
        <a:lstStyle/>
        <a:p>
          <a:r>
            <a:rPr lang="en-US"/>
            <a:t>📝  Documentation → 4 hours</a:t>
          </a:r>
        </a:p>
      </dgm:t>
    </dgm:pt>
    <dgm:pt modelId="{C0A08A1E-18E8-4FAE-B759-95D7E235CF44}" type="parTrans" cxnId="{F71E0063-CE51-463A-9175-423717DF5968}">
      <dgm:prSet/>
      <dgm:spPr/>
      <dgm:t>
        <a:bodyPr/>
        <a:lstStyle/>
        <a:p>
          <a:endParaRPr lang="en-US"/>
        </a:p>
      </dgm:t>
    </dgm:pt>
    <dgm:pt modelId="{E4840680-A3FB-417E-83AA-2218978C9B0C}" type="sibTrans" cxnId="{F71E0063-CE51-463A-9175-423717DF5968}">
      <dgm:prSet/>
      <dgm:spPr/>
      <dgm:t>
        <a:bodyPr/>
        <a:lstStyle/>
        <a:p>
          <a:endParaRPr lang="en-US"/>
        </a:p>
      </dgm:t>
    </dgm:pt>
    <dgm:pt modelId="{A3D2BA5A-267C-4FBA-BF59-C7593B7570F6}">
      <dgm:prSet/>
      <dgm:spPr/>
      <dgm:t>
        <a:bodyPr/>
        <a:lstStyle/>
        <a:p>
          <a:r>
            <a:rPr lang="en-US"/>
            <a:t>❓  Meetings &amp; Code Review → 10 hours</a:t>
          </a:r>
        </a:p>
      </dgm:t>
    </dgm:pt>
    <dgm:pt modelId="{662097D1-62B3-44BF-BC55-CA4D9437539B}" type="parTrans" cxnId="{C68F5736-8A1D-499E-BA82-18A311487A8D}">
      <dgm:prSet/>
      <dgm:spPr/>
      <dgm:t>
        <a:bodyPr/>
        <a:lstStyle/>
        <a:p>
          <a:endParaRPr lang="en-US"/>
        </a:p>
      </dgm:t>
    </dgm:pt>
    <dgm:pt modelId="{C3AE2E41-21D4-4729-AB29-0F872919DF41}" type="sibTrans" cxnId="{C68F5736-8A1D-499E-BA82-18A311487A8D}">
      <dgm:prSet/>
      <dgm:spPr/>
      <dgm:t>
        <a:bodyPr/>
        <a:lstStyle/>
        <a:p>
          <a:endParaRPr lang="en-US"/>
        </a:p>
      </dgm:t>
    </dgm:pt>
    <dgm:pt modelId="{C560AF1E-D324-4E99-B48C-60653DE4971B}">
      <dgm:prSet/>
      <dgm:spPr/>
      <dgm:t>
        <a:bodyPr/>
        <a:lstStyle/>
        <a:p>
          <a:r>
            <a:rPr lang="en-US"/>
            <a:t>💡 ACTUAL INNOVATION → 2 hours</a:t>
          </a:r>
        </a:p>
      </dgm:t>
    </dgm:pt>
    <dgm:pt modelId="{428BB9A8-5807-43CC-B6F2-BE87F59D4744}" type="parTrans" cxnId="{F965DA9F-24C3-43A9-90BA-8E434EA112FB}">
      <dgm:prSet/>
      <dgm:spPr/>
      <dgm:t>
        <a:bodyPr/>
        <a:lstStyle/>
        <a:p>
          <a:endParaRPr lang="en-US"/>
        </a:p>
      </dgm:t>
    </dgm:pt>
    <dgm:pt modelId="{FA323225-6442-4BC8-8B77-77EE3954B62F}" type="sibTrans" cxnId="{F965DA9F-24C3-43A9-90BA-8E434EA112FB}">
      <dgm:prSet/>
      <dgm:spPr/>
      <dgm:t>
        <a:bodyPr/>
        <a:lstStyle/>
        <a:p>
          <a:endParaRPr lang="en-US"/>
        </a:p>
      </dgm:t>
    </dgm:pt>
    <dgm:pt modelId="{C934D2AC-B5C5-4D84-A437-6439E05E3E06}">
      <dgm:prSet/>
      <dgm:spPr/>
      <dgm:t>
        <a:bodyPr/>
        <a:lstStyle/>
        <a:p>
          <a:r>
            <a:rPr lang="en-US"/>
            <a:t>52 hours of work, only 2 hours of creativity</a:t>
          </a:r>
        </a:p>
      </dgm:t>
    </dgm:pt>
    <dgm:pt modelId="{3DA361CB-F111-4245-B28C-B46EDF6A5A0A}" type="parTrans" cxnId="{65968127-AC11-4C4C-B299-029CCDD8B1F0}">
      <dgm:prSet/>
      <dgm:spPr/>
      <dgm:t>
        <a:bodyPr/>
        <a:lstStyle/>
        <a:p>
          <a:endParaRPr lang="en-US"/>
        </a:p>
      </dgm:t>
    </dgm:pt>
    <dgm:pt modelId="{93E95CE5-6516-415A-A658-DA4D21F20FB5}" type="sibTrans" cxnId="{65968127-AC11-4C4C-B299-029CCDD8B1F0}">
      <dgm:prSet/>
      <dgm:spPr/>
      <dgm:t>
        <a:bodyPr/>
        <a:lstStyle/>
        <a:p>
          <a:endParaRPr lang="en-US"/>
        </a:p>
      </dgm:t>
    </dgm:pt>
    <dgm:pt modelId="{35ECC91A-9BB1-42CD-A607-36DFA547E824}" type="pres">
      <dgm:prSet presAssocID="{F9769DA9-558C-4A5F-8D02-A3CBA6B40D09}" presName="Name0" presStyleCnt="0">
        <dgm:presLayoutVars>
          <dgm:dir/>
          <dgm:resizeHandles val="exact"/>
        </dgm:presLayoutVars>
      </dgm:prSet>
      <dgm:spPr/>
    </dgm:pt>
    <dgm:pt modelId="{35C72B75-0C9D-4BDD-A32B-9EF937A7D552}" type="pres">
      <dgm:prSet presAssocID="{57D99151-B7A4-4DD7-8BA4-3EFA750BE9D8}" presName="node" presStyleLbl="node1" presStyleIdx="0" presStyleCnt="8">
        <dgm:presLayoutVars>
          <dgm:bulletEnabled val="1"/>
        </dgm:presLayoutVars>
      </dgm:prSet>
      <dgm:spPr/>
    </dgm:pt>
    <dgm:pt modelId="{2AA4330B-4AAC-4863-BB4C-72AB65169C8C}" type="pres">
      <dgm:prSet presAssocID="{CFC4ABAE-3379-4093-8969-A98E9ED77455}" presName="sibTrans" presStyleLbl="sibTrans1D1" presStyleIdx="0" presStyleCnt="7"/>
      <dgm:spPr/>
    </dgm:pt>
    <dgm:pt modelId="{03297A61-9CF6-4A48-A9ED-9D4E78A7040F}" type="pres">
      <dgm:prSet presAssocID="{CFC4ABAE-3379-4093-8969-A98E9ED77455}" presName="connectorText" presStyleLbl="sibTrans1D1" presStyleIdx="0" presStyleCnt="7"/>
      <dgm:spPr/>
    </dgm:pt>
    <dgm:pt modelId="{8AF97C48-83CA-4781-BD0C-3A2CFC7D8A49}" type="pres">
      <dgm:prSet presAssocID="{8D2EE9B4-BD56-4225-8F1F-BAE5A64CD223}" presName="node" presStyleLbl="node1" presStyleIdx="1" presStyleCnt="8">
        <dgm:presLayoutVars>
          <dgm:bulletEnabled val="1"/>
        </dgm:presLayoutVars>
      </dgm:prSet>
      <dgm:spPr/>
    </dgm:pt>
    <dgm:pt modelId="{2E2E9755-75DA-4061-9C19-45C0E21FE36E}" type="pres">
      <dgm:prSet presAssocID="{CEB1628C-EBAB-4EC4-856D-F77C8C332F51}" presName="sibTrans" presStyleLbl="sibTrans1D1" presStyleIdx="1" presStyleCnt="7"/>
      <dgm:spPr/>
    </dgm:pt>
    <dgm:pt modelId="{6AE762E4-7517-4289-A8C7-9320DB4E4586}" type="pres">
      <dgm:prSet presAssocID="{CEB1628C-EBAB-4EC4-856D-F77C8C332F51}" presName="connectorText" presStyleLbl="sibTrans1D1" presStyleIdx="1" presStyleCnt="7"/>
      <dgm:spPr/>
    </dgm:pt>
    <dgm:pt modelId="{0F762E05-6053-43C0-9315-9886FD440ECF}" type="pres">
      <dgm:prSet presAssocID="{1E6B86F0-7AB0-40FB-B45C-A85659ED5609}" presName="node" presStyleLbl="node1" presStyleIdx="2" presStyleCnt="8">
        <dgm:presLayoutVars>
          <dgm:bulletEnabled val="1"/>
        </dgm:presLayoutVars>
      </dgm:prSet>
      <dgm:spPr/>
    </dgm:pt>
    <dgm:pt modelId="{71443B47-1516-4571-8A1F-68CBB12A8D09}" type="pres">
      <dgm:prSet presAssocID="{71380F48-94E4-48F6-97B3-9E61428E9FB0}" presName="sibTrans" presStyleLbl="sibTrans1D1" presStyleIdx="2" presStyleCnt="7"/>
      <dgm:spPr/>
    </dgm:pt>
    <dgm:pt modelId="{BB2AA46A-E1E0-4330-A337-26DE4707E329}" type="pres">
      <dgm:prSet presAssocID="{71380F48-94E4-48F6-97B3-9E61428E9FB0}" presName="connectorText" presStyleLbl="sibTrans1D1" presStyleIdx="2" presStyleCnt="7"/>
      <dgm:spPr/>
    </dgm:pt>
    <dgm:pt modelId="{4B70E06D-7753-4BC2-817F-4F26853CDD7D}" type="pres">
      <dgm:prSet presAssocID="{323E3595-0ADA-41AD-A6C4-9C8778E286FC}" presName="node" presStyleLbl="node1" presStyleIdx="3" presStyleCnt="8">
        <dgm:presLayoutVars>
          <dgm:bulletEnabled val="1"/>
        </dgm:presLayoutVars>
      </dgm:prSet>
      <dgm:spPr/>
    </dgm:pt>
    <dgm:pt modelId="{BEDD1C29-3B2F-4E1B-9B6D-C883E192A72B}" type="pres">
      <dgm:prSet presAssocID="{DDC42D86-30FC-4EB3-878D-06D0134199D5}" presName="sibTrans" presStyleLbl="sibTrans1D1" presStyleIdx="3" presStyleCnt="7"/>
      <dgm:spPr/>
    </dgm:pt>
    <dgm:pt modelId="{A18A2803-2153-41DA-8AED-58DE635DC906}" type="pres">
      <dgm:prSet presAssocID="{DDC42D86-30FC-4EB3-878D-06D0134199D5}" presName="connectorText" presStyleLbl="sibTrans1D1" presStyleIdx="3" presStyleCnt="7"/>
      <dgm:spPr/>
    </dgm:pt>
    <dgm:pt modelId="{DFC199BA-94FC-490A-AC3A-C2FF58851DCC}" type="pres">
      <dgm:prSet presAssocID="{55578451-D8C2-4FBA-8D44-F3BB717F6C45}" presName="node" presStyleLbl="node1" presStyleIdx="4" presStyleCnt="8">
        <dgm:presLayoutVars>
          <dgm:bulletEnabled val="1"/>
        </dgm:presLayoutVars>
      </dgm:prSet>
      <dgm:spPr/>
    </dgm:pt>
    <dgm:pt modelId="{FD97EA2F-E1A7-4A5A-94DA-E41BC71BED06}" type="pres">
      <dgm:prSet presAssocID="{E4840680-A3FB-417E-83AA-2218978C9B0C}" presName="sibTrans" presStyleLbl="sibTrans1D1" presStyleIdx="4" presStyleCnt="7"/>
      <dgm:spPr/>
    </dgm:pt>
    <dgm:pt modelId="{C875A5A7-07BA-4BCE-A1A9-F29D0E72C8D5}" type="pres">
      <dgm:prSet presAssocID="{E4840680-A3FB-417E-83AA-2218978C9B0C}" presName="connectorText" presStyleLbl="sibTrans1D1" presStyleIdx="4" presStyleCnt="7"/>
      <dgm:spPr/>
    </dgm:pt>
    <dgm:pt modelId="{CA04D416-3BE9-4746-8251-CE0327B0705E}" type="pres">
      <dgm:prSet presAssocID="{A3D2BA5A-267C-4FBA-BF59-C7593B7570F6}" presName="node" presStyleLbl="node1" presStyleIdx="5" presStyleCnt="8">
        <dgm:presLayoutVars>
          <dgm:bulletEnabled val="1"/>
        </dgm:presLayoutVars>
      </dgm:prSet>
      <dgm:spPr/>
    </dgm:pt>
    <dgm:pt modelId="{B54CDDE7-3F1B-41CE-945B-C70243A2D0F5}" type="pres">
      <dgm:prSet presAssocID="{C3AE2E41-21D4-4729-AB29-0F872919DF41}" presName="sibTrans" presStyleLbl="sibTrans1D1" presStyleIdx="5" presStyleCnt="7"/>
      <dgm:spPr/>
    </dgm:pt>
    <dgm:pt modelId="{8C942293-8258-48B5-9D47-A197C03A10D1}" type="pres">
      <dgm:prSet presAssocID="{C3AE2E41-21D4-4729-AB29-0F872919DF41}" presName="connectorText" presStyleLbl="sibTrans1D1" presStyleIdx="5" presStyleCnt="7"/>
      <dgm:spPr/>
    </dgm:pt>
    <dgm:pt modelId="{072882F8-D3B6-4D09-AB4E-EA944F2A3A87}" type="pres">
      <dgm:prSet presAssocID="{C560AF1E-D324-4E99-B48C-60653DE4971B}" presName="node" presStyleLbl="node1" presStyleIdx="6" presStyleCnt="8">
        <dgm:presLayoutVars>
          <dgm:bulletEnabled val="1"/>
        </dgm:presLayoutVars>
      </dgm:prSet>
      <dgm:spPr/>
    </dgm:pt>
    <dgm:pt modelId="{BFE8192B-A776-49A4-AE48-BB0721374F57}" type="pres">
      <dgm:prSet presAssocID="{FA323225-6442-4BC8-8B77-77EE3954B62F}" presName="sibTrans" presStyleLbl="sibTrans1D1" presStyleIdx="6" presStyleCnt="7"/>
      <dgm:spPr/>
    </dgm:pt>
    <dgm:pt modelId="{9DB2B87D-DFCD-45DD-89F2-9D46AB1A5900}" type="pres">
      <dgm:prSet presAssocID="{FA323225-6442-4BC8-8B77-77EE3954B62F}" presName="connectorText" presStyleLbl="sibTrans1D1" presStyleIdx="6" presStyleCnt="7"/>
      <dgm:spPr/>
    </dgm:pt>
    <dgm:pt modelId="{7101DE03-9E66-4FAE-8025-7D14A370317D}" type="pres">
      <dgm:prSet presAssocID="{C934D2AC-B5C5-4D84-A437-6439E05E3E06}" presName="node" presStyleLbl="node1" presStyleIdx="7" presStyleCnt="8">
        <dgm:presLayoutVars>
          <dgm:bulletEnabled val="1"/>
        </dgm:presLayoutVars>
      </dgm:prSet>
      <dgm:spPr/>
    </dgm:pt>
  </dgm:ptLst>
  <dgm:cxnLst>
    <dgm:cxn modelId="{014C6103-59FC-4E07-9121-F5839EF29418}" srcId="{F9769DA9-558C-4A5F-8D02-A3CBA6B40D09}" destId="{323E3595-0ADA-41AD-A6C4-9C8778E286FC}" srcOrd="3" destOrd="0" parTransId="{48574E68-2B80-4A20-8311-0A9F04009B18}" sibTransId="{DDC42D86-30FC-4EB3-878D-06D0134199D5}"/>
    <dgm:cxn modelId="{3B726409-0577-4DC8-96BA-0B0072135533}" srcId="{F9769DA9-558C-4A5F-8D02-A3CBA6B40D09}" destId="{57D99151-B7A4-4DD7-8BA4-3EFA750BE9D8}" srcOrd="0" destOrd="0" parTransId="{A67C74F2-5178-4090-942E-98E580FD3CCE}" sibTransId="{CFC4ABAE-3379-4093-8969-A98E9ED77455}"/>
    <dgm:cxn modelId="{24FDFF09-5864-48C4-BBFA-6A064E676CDA}" type="presOf" srcId="{CFC4ABAE-3379-4093-8969-A98E9ED77455}" destId="{03297A61-9CF6-4A48-A9ED-9D4E78A7040F}" srcOrd="1" destOrd="0" presId="urn:microsoft.com/office/officeart/2016/7/layout/RepeatingBendingProcessNew"/>
    <dgm:cxn modelId="{3AC02A23-A8B7-4A36-90EF-9115014BE2AD}" type="presOf" srcId="{FA323225-6442-4BC8-8B77-77EE3954B62F}" destId="{9DB2B87D-DFCD-45DD-89F2-9D46AB1A5900}" srcOrd="1" destOrd="0" presId="urn:microsoft.com/office/officeart/2016/7/layout/RepeatingBendingProcessNew"/>
    <dgm:cxn modelId="{65968127-AC11-4C4C-B299-029CCDD8B1F0}" srcId="{F9769DA9-558C-4A5F-8D02-A3CBA6B40D09}" destId="{C934D2AC-B5C5-4D84-A437-6439E05E3E06}" srcOrd="7" destOrd="0" parTransId="{3DA361CB-F111-4245-B28C-B46EDF6A5A0A}" sibTransId="{93E95CE5-6516-415A-A658-DA4D21F20FB5}"/>
    <dgm:cxn modelId="{12AFB22B-5C48-4C1C-8338-5C5DFD399A8A}" type="presOf" srcId="{CEB1628C-EBAB-4EC4-856D-F77C8C332F51}" destId="{6AE762E4-7517-4289-A8C7-9320DB4E4586}" srcOrd="1" destOrd="0" presId="urn:microsoft.com/office/officeart/2016/7/layout/RepeatingBendingProcessNew"/>
    <dgm:cxn modelId="{F3EABA2B-4325-4B29-B88B-7C16B56D3288}" type="presOf" srcId="{57D99151-B7A4-4DD7-8BA4-3EFA750BE9D8}" destId="{35C72B75-0C9D-4BDD-A32B-9EF937A7D552}" srcOrd="0" destOrd="0" presId="urn:microsoft.com/office/officeart/2016/7/layout/RepeatingBendingProcessNew"/>
    <dgm:cxn modelId="{24EA7533-95AE-4C24-8145-68F8B6471B48}" type="presOf" srcId="{DDC42D86-30FC-4EB3-878D-06D0134199D5}" destId="{A18A2803-2153-41DA-8AED-58DE635DC906}" srcOrd="1" destOrd="0" presId="urn:microsoft.com/office/officeart/2016/7/layout/RepeatingBendingProcessNew"/>
    <dgm:cxn modelId="{C68F5736-8A1D-499E-BA82-18A311487A8D}" srcId="{F9769DA9-558C-4A5F-8D02-A3CBA6B40D09}" destId="{A3D2BA5A-267C-4FBA-BF59-C7593B7570F6}" srcOrd="5" destOrd="0" parTransId="{662097D1-62B3-44BF-BC55-CA4D9437539B}" sibTransId="{C3AE2E41-21D4-4729-AB29-0F872919DF41}"/>
    <dgm:cxn modelId="{8982E03A-5B52-4F69-91B2-84FDF2001C83}" type="presOf" srcId="{DDC42D86-30FC-4EB3-878D-06D0134199D5}" destId="{BEDD1C29-3B2F-4E1B-9B6D-C883E192A72B}" srcOrd="0" destOrd="0" presId="urn:microsoft.com/office/officeart/2016/7/layout/RepeatingBendingProcessNew"/>
    <dgm:cxn modelId="{035DFF3A-C7D1-4ED2-A6E1-6CB79BD6A251}" type="presOf" srcId="{CFC4ABAE-3379-4093-8969-A98E9ED77455}" destId="{2AA4330B-4AAC-4863-BB4C-72AB65169C8C}" srcOrd="0" destOrd="0" presId="urn:microsoft.com/office/officeart/2016/7/layout/RepeatingBendingProcessNew"/>
    <dgm:cxn modelId="{35ED515D-D959-4963-AF5B-15F3513BC26F}" type="presOf" srcId="{A3D2BA5A-267C-4FBA-BF59-C7593B7570F6}" destId="{CA04D416-3BE9-4746-8251-CE0327B0705E}" srcOrd="0" destOrd="0" presId="urn:microsoft.com/office/officeart/2016/7/layout/RepeatingBendingProcessNew"/>
    <dgm:cxn modelId="{F71E0063-CE51-463A-9175-423717DF5968}" srcId="{F9769DA9-558C-4A5F-8D02-A3CBA6B40D09}" destId="{55578451-D8C2-4FBA-8D44-F3BB717F6C45}" srcOrd="4" destOrd="0" parTransId="{C0A08A1E-18E8-4FAE-B759-95D7E235CF44}" sibTransId="{E4840680-A3FB-417E-83AA-2218978C9B0C}"/>
    <dgm:cxn modelId="{D3BDA66F-3AFE-4ACC-BE02-7D0EBCA104DD}" type="presOf" srcId="{1E6B86F0-7AB0-40FB-B45C-A85659ED5609}" destId="{0F762E05-6053-43C0-9315-9886FD440ECF}" srcOrd="0" destOrd="0" presId="urn:microsoft.com/office/officeart/2016/7/layout/RepeatingBendingProcessNew"/>
    <dgm:cxn modelId="{36615C52-0717-4F47-9D8C-9BF83B90C5B4}" type="presOf" srcId="{C3AE2E41-21D4-4729-AB29-0F872919DF41}" destId="{B54CDDE7-3F1B-41CE-945B-C70243A2D0F5}" srcOrd="0" destOrd="0" presId="urn:microsoft.com/office/officeart/2016/7/layout/RepeatingBendingProcessNew"/>
    <dgm:cxn modelId="{4BD36374-DE29-4037-9356-42AEDA04E8A1}" type="presOf" srcId="{E4840680-A3FB-417E-83AA-2218978C9B0C}" destId="{FD97EA2F-E1A7-4A5A-94DA-E41BC71BED06}" srcOrd="0" destOrd="0" presId="urn:microsoft.com/office/officeart/2016/7/layout/RepeatingBendingProcessNew"/>
    <dgm:cxn modelId="{F6ABAE56-C784-4C09-9D91-82F9462995F2}" type="presOf" srcId="{CEB1628C-EBAB-4EC4-856D-F77C8C332F51}" destId="{2E2E9755-75DA-4061-9C19-45C0E21FE36E}" srcOrd="0" destOrd="0" presId="urn:microsoft.com/office/officeart/2016/7/layout/RepeatingBendingProcessNew"/>
    <dgm:cxn modelId="{DE60E789-E2B1-46EB-AE64-6544A6320385}" type="presOf" srcId="{323E3595-0ADA-41AD-A6C4-9C8778E286FC}" destId="{4B70E06D-7753-4BC2-817F-4F26853CDD7D}" srcOrd="0" destOrd="0" presId="urn:microsoft.com/office/officeart/2016/7/layout/RepeatingBendingProcessNew"/>
    <dgm:cxn modelId="{1620A59A-C907-44C0-828C-946AE5B4D30A}" type="presOf" srcId="{F9769DA9-558C-4A5F-8D02-A3CBA6B40D09}" destId="{35ECC91A-9BB1-42CD-A607-36DFA547E824}" srcOrd="0" destOrd="0" presId="urn:microsoft.com/office/officeart/2016/7/layout/RepeatingBendingProcessNew"/>
    <dgm:cxn modelId="{4C93BD9D-BFD6-4AF3-BC9B-A28AF2713D4C}" type="presOf" srcId="{C560AF1E-D324-4E99-B48C-60653DE4971B}" destId="{072882F8-D3B6-4D09-AB4E-EA944F2A3A87}" srcOrd="0" destOrd="0" presId="urn:microsoft.com/office/officeart/2016/7/layout/RepeatingBendingProcessNew"/>
    <dgm:cxn modelId="{F965DA9F-24C3-43A9-90BA-8E434EA112FB}" srcId="{F9769DA9-558C-4A5F-8D02-A3CBA6B40D09}" destId="{C560AF1E-D324-4E99-B48C-60653DE4971B}" srcOrd="6" destOrd="0" parTransId="{428BB9A8-5807-43CC-B6F2-BE87F59D4744}" sibTransId="{FA323225-6442-4BC8-8B77-77EE3954B62F}"/>
    <dgm:cxn modelId="{BD17D3AA-E24B-4857-B5AB-7386B96F4EAA}" type="presOf" srcId="{E4840680-A3FB-417E-83AA-2218978C9B0C}" destId="{C875A5A7-07BA-4BCE-A1A9-F29D0E72C8D5}" srcOrd="1" destOrd="0" presId="urn:microsoft.com/office/officeart/2016/7/layout/RepeatingBendingProcessNew"/>
    <dgm:cxn modelId="{E48AD9B1-AF70-4F83-8C9A-5E6C63CD609C}" type="presOf" srcId="{FA323225-6442-4BC8-8B77-77EE3954B62F}" destId="{BFE8192B-A776-49A4-AE48-BB0721374F57}" srcOrd="0" destOrd="0" presId="urn:microsoft.com/office/officeart/2016/7/layout/RepeatingBendingProcessNew"/>
    <dgm:cxn modelId="{ED780FC7-DA3B-452E-8E1A-7BC8DDB06FB8}" type="presOf" srcId="{8D2EE9B4-BD56-4225-8F1F-BAE5A64CD223}" destId="{8AF97C48-83CA-4781-BD0C-3A2CFC7D8A49}" srcOrd="0" destOrd="0" presId="urn:microsoft.com/office/officeart/2016/7/layout/RepeatingBendingProcessNew"/>
    <dgm:cxn modelId="{CF62A1D3-2D21-4F13-86F6-5F60C1AA8263}" srcId="{F9769DA9-558C-4A5F-8D02-A3CBA6B40D09}" destId="{8D2EE9B4-BD56-4225-8F1F-BAE5A64CD223}" srcOrd="1" destOrd="0" parTransId="{FC607636-8F0D-42E8-8FE5-4B2098BD43FC}" sibTransId="{CEB1628C-EBAB-4EC4-856D-F77C8C332F51}"/>
    <dgm:cxn modelId="{231999E1-042D-4352-882E-CFF3B21235E1}" type="presOf" srcId="{C934D2AC-B5C5-4D84-A437-6439E05E3E06}" destId="{7101DE03-9E66-4FAE-8025-7D14A370317D}" srcOrd="0" destOrd="0" presId="urn:microsoft.com/office/officeart/2016/7/layout/RepeatingBendingProcessNew"/>
    <dgm:cxn modelId="{5DBCAFF5-E9C9-47D7-958E-968A6090EE84}" srcId="{F9769DA9-558C-4A5F-8D02-A3CBA6B40D09}" destId="{1E6B86F0-7AB0-40FB-B45C-A85659ED5609}" srcOrd="2" destOrd="0" parTransId="{00D003FE-3488-4193-BA2E-C6E67724F0DF}" sibTransId="{71380F48-94E4-48F6-97B3-9E61428E9FB0}"/>
    <dgm:cxn modelId="{625BCFF5-9207-4555-9D41-3385DCBC5946}" type="presOf" srcId="{71380F48-94E4-48F6-97B3-9E61428E9FB0}" destId="{BB2AA46A-E1E0-4330-A337-26DE4707E329}" srcOrd="1" destOrd="0" presId="urn:microsoft.com/office/officeart/2016/7/layout/RepeatingBendingProcessNew"/>
    <dgm:cxn modelId="{2C5F43FA-5E01-41AE-AC18-68A6681DC088}" type="presOf" srcId="{C3AE2E41-21D4-4729-AB29-0F872919DF41}" destId="{8C942293-8258-48B5-9D47-A197C03A10D1}" srcOrd="1" destOrd="0" presId="urn:microsoft.com/office/officeart/2016/7/layout/RepeatingBendingProcessNew"/>
    <dgm:cxn modelId="{A1A9CFFC-4110-4B5D-8BDE-3448E4E5E46D}" type="presOf" srcId="{71380F48-94E4-48F6-97B3-9E61428E9FB0}" destId="{71443B47-1516-4571-8A1F-68CBB12A8D09}" srcOrd="0" destOrd="0" presId="urn:microsoft.com/office/officeart/2016/7/layout/RepeatingBendingProcessNew"/>
    <dgm:cxn modelId="{F74F14FD-4796-43C4-BEB1-6D2494DF60F6}" type="presOf" srcId="{55578451-D8C2-4FBA-8D44-F3BB717F6C45}" destId="{DFC199BA-94FC-490A-AC3A-C2FF58851DCC}" srcOrd="0" destOrd="0" presId="urn:microsoft.com/office/officeart/2016/7/layout/RepeatingBendingProcessNew"/>
    <dgm:cxn modelId="{EB03A016-6059-4027-964E-66C5A05D8E2B}" type="presParOf" srcId="{35ECC91A-9BB1-42CD-A607-36DFA547E824}" destId="{35C72B75-0C9D-4BDD-A32B-9EF937A7D552}" srcOrd="0" destOrd="0" presId="urn:microsoft.com/office/officeart/2016/7/layout/RepeatingBendingProcessNew"/>
    <dgm:cxn modelId="{2F7224A9-DF08-44F5-A6D2-26C3CBD22C48}" type="presParOf" srcId="{35ECC91A-9BB1-42CD-A607-36DFA547E824}" destId="{2AA4330B-4AAC-4863-BB4C-72AB65169C8C}" srcOrd="1" destOrd="0" presId="urn:microsoft.com/office/officeart/2016/7/layout/RepeatingBendingProcessNew"/>
    <dgm:cxn modelId="{F46D73CC-EECE-4E53-AA48-AFCE3094A338}" type="presParOf" srcId="{2AA4330B-4AAC-4863-BB4C-72AB65169C8C}" destId="{03297A61-9CF6-4A48-A9ED-9D4E78A7040F}" srcOrd="0" destOrd="0" presId="urn:microsoft.com/office/officeart/2016/7/layout/RepeatingBendingProcessNew"/>
    <dgm:cxn modelId="{5D2D7043-EBF5-431B-BB67-DC2167E3EE05}" type="presParOf" srcId="{35ECC91A-9BB1-42CD-A607-36DFA547E824}" destId="{8AF97C48-83CA-4781-BD0C-3A2CFC7D8A49}" srcOrd="2" destOrd="0" presId="urn:microsoft.com/office/officeart/2016/7/layout/RepeatingBendingProcessNew"/>
    <dgm:cxn modelId="{F18A176E-A359-4B2C-9B0A-E09A171D82B2}" type="presParOf" srcId="{35ECC91A-9BB1-42CD-A607-36DFA547E824}" destId="{2E2E9755-75DA-4061-9C19-45C0E21FE36E}" srcOrd="3" destOrd="0" presId="urn:microsoft.com/office/officeart/2016/7/layout/RepeatingBendingProcessNew"/>
    <dgm:cxn modelId="{6CE93D2A-9538-48A1-8734-60D8A87D0AB1}" type="presParOf" srcId="{2E2E9755-75DA-4061-9C19-45C0E21FE36E}" destId="{6AE762E4-7517-4289-A8C7-9320DB4E4586}" srcOrd="0" destOrd="0" presId="urn:microsoft.com/office/officeart/2016/7/layout/RepeatingBendingProcessNew"/>
    <dgm:cxn modelId="{6D09053E-CF6B-4B83-8DFE-674F24871A4D}" type="presParOf" srcId="{35ECC91A-9BB1-42CD-A607-36DFA547E824}" destId="{0F762E05-6053-43C0-9315-9886FD440ECF}" srcOrd="4" destOrd="0" presId="urn:microsoft.com/office/officeart/2016/7/layout/RepeatingBendingProcessNew"/>
    <dgm:cxn modelId="{71D70EDC-2CEF-456A-BB5C-2C6B197AB886}" type="presParOf" srcId="{35ECC91A-9BB1-42CD-A607-36DFA547E824}" destId="{71443B47-1516-4571-8A1F-68CBB12A8D09}" srcOrd="5" destOrd="0" presId="urn:microsoft.com/office/officeart/2016/7/layout/RepeatingBendingProcessNew"/>
    <dgm:cxn modelId="{DFF59ED5-BA41-4858-8098-5BBC41192419}" type="presParOf" srcId="{71443B47-1516-4571-8A1F-68CBB12A8D09}" destId="{BB2AA46A-E1E0-4330-A337-26DE4707E329}" srcOrd="0" destOrd="0" presId="urn:microsoft.com/office/officeart/2016/7/layout/RepeatingBendingProcessNew"/>
    <dgm:cxn modelId="{5EB6D04E-D9F2-4DD7-8172-AB7D69603315}" type="presParOf" srcId="{35ECC91A-9BB1-42CD-A607-36DFA547E824}" destId="{4B70E06D-7753-4BC2-817F-4F26853CDD7D}" srcOrd="6" destOrd="0" presId="urn:microsoft.com/office/officeart/2016/7/layout/RepeatingBendingProcessNew"/>
    <dgm:cxn modelId="{1529CA98-08BD-47F6-B584-9DBC302DF41A}" type="presParOf" srcId="{35ECC91A-9BB1-42CD-A607-36DFA547E824}" destId="{BEDD1C29-3B2F-4E1B-9B6D-C883E192A72B}" srcOrd="7" destOrd="0" presId="urn:microsoft.com/office/officeart/2016/7/layout/RepeatingBendingProcessNew"/>
    <dgm:cxn modelId="{971506DB-5073-422C-BA32-45C16DE69DEE}" type="presParOf" srcId="{BEDD1C29-3B2F-4E1B-9B6D-C883E192A72B}" destId="{A18A2803-2153-41DA-8AED-58DE635DC906}" srcOrd="0" destOrd="0" presId="urn:microsoft.com/office/officeart/2016/7/layout/RepeatingBendingProcessNew"/>
    <dgm:cxn modelId="{35DA101C-9287-42A4-87EF-E1299204A8E4}" type="presParOf" srcId="{35ECC91A-9BB1-42CD-A607-36DFA547E824}" destId="{DFC199BA-94FC-490A-AC3A-C2FF58851DCC}" srcOrd="8" destOrd="0" presId="urn:microsoft.com/office/officeart/2016/7/layout/RepeatingBendingProcessNew"/>
    <dgm:cxn modelId="{0F412246-8D9B-43E2-A70F-8A8B97F7467D}" type="presParOf" srcId="{35ECC91A-9BB1-42CD-A607-36DFA547E824}" destId="{FD97EA2F-E1A7-4A5A-94DA-E41BC71BED06}" srcOrd="9" destOrd="0" presId="urn:microsoft.com/office/officeart/2016/7/layout/RepeatingBendingProcessNew"/>
    <dgm:cxn modelId="{E40F876C-9DE6-4120-BF7F-7BE3E3E2FED7}" type="presParOf" srcId="{FD97EA2F-E1A7-4A5A-94DA-E41BC71BED06}" destId="{C875A5A7-07BA-4BCE-A1A9-F29D0E72C8D5}" srcOrd="0" destOrd="0" presId="urn:microsoft.com/office/officeart/2016/7/layout/RepeatingBendingProcessNew"/>
    <dgm:cxn modelId="{F6CEE984-574C-47F2-8389-6744782E9DA7}" type="presParOf" srcId="{35ECC91A-9BB1-42CD-A607-36DFA547E824}" destId="{CA04D416-3BE9-4746-8251-CE0327B0705E}" srcOrd="10" destOrd="0" presId="urn:microsoft.com/office/officeart/2016/7/layout/RepeatingBendingProcessNew"/>
    <dgm:cxn modelId="{F00B6667-075C-44CD-9287-2752767E33FA}" type="presParOf" srcId="{35ECC91A-9BB1-42CD-A607-36DFA547E824}" destId="{B54CDDE7-3F1B-41CE-945B-C70243A2D0F5}" srcOrd="11" destOrd="0" presId="urn:microsoft.com/office/officeart/2016/7/layout/RepeatingBendingProcessNew"/>
    <dgm:cxn modelId="{5E2FBD47-8D6A-4BDE-B20C-A118A73D4DD9}" type="presParOf" srcId="{B54CDDE7-3F1B-41CE-945B-C70243A2D0F5}" destId="{8C942293-8258-48B5-9D47-A197C03A10D1}" srcOrd="0" destOrd="0" presId="urn:microsoft.com/office/officeart/2016/7/layout/RepeatingBendingProcessNew"/>
    <dgm:cxn modelId="{0446B262-19C0-4263-A0DB-E03BB28B06FF}" type="presParOf" srcId="{35ECC91A-9BB1-42CD-A607-36DFA547E824}" destId="{072882F8-D3B6-4D09-AB4E-EA944F2A3A87}" srcOrd="12" destOrd="0" presId="urn:microsoft.com/office/officeart/2016/7/layout/RepeatingBendingProcessNew"/>
    <dgm:cxn modelId="{34FAC2AB-F3E2-4310-9D89-9F3E46DF8F3B}" type="presParOf" srcId="{35ECC91A-9BB1-42CD-A607-36DFA547E824}" destId="{BFE8192B-A776-49A4-AE48-BB0721374F57}" srcOrd="13" destOrd="0" presId="urn:microsoft.com/office/officeart/2016/7/layout/RepeatingBendingProcessNew"/>
    <dgm:cxn modelId="{1A24B933-68DF-46DF-8AB5-53000A01E4B3}" type="presParOf" srcId="{BFE8192B-A776-49A4-AE48-BB0721374F57}" destId="{9DB2B87D-DFCD-45DD-89F2-9D46AB1A5900}" srcOrd="0" destOrd="0" presId="urn:microsoft.com/office/officeart/2016/7/layout/RepeatingBendingProcessNew"/>
    <dgm:cxn modelId="{163C7EC0-6124-4309-A656-111A48A91B03}" type="presParOf" srcId="{35ECC91A-9BB1-42CD-A607-36DFA547E824}" destId="{7101DE03-9E66-4FAE-8025-7D14A370317D}" srcOrd="14"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9769DA9-558C-4A5F-8D02-A3CBA6B40D09}" type="doc">
      <dgm:prSet loTypeId="urn:microsoft.com/office/officeart/2018/5/layout/IconCircle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7D99151-B7A4-4DD7-8BA4-3EFA750BE9D8}">
      <dgm:prSet/>
      <dgm:spPr/>
      <dgm:t>
        <a:bodyPr/>
        <a:lstStyle/>
        <a:p>
          <a:pPr>
            <a:lnSpc>
              <a:spcPct val="100000"/>
            </a:lnSpc>
            <a:defRPr cap="all"/>
          </a:pPr>
          <a:r>
            <a:rPr lang="en-US"/>
            <a:t>YOUR TYPICAL SPRINT WEEK:</a:t>
          </a:r>
        </a:p>
      </dgm:t>
    </dgm:pt>
    <dgm:pt modelId="{A67C74F2-5178-4090-942E-98E580FD3CCE}" type="parTrans" cxnId="{3B726409-0577-4DC8-96BA-0B0072135533}">
      <dgm:prSet/>
      <dgm:spPr/>
      <dgm:t>
        <a:bodyPr/>
        <a:lstStyle/>
        <a:p>
          <a:endParaRPr lang="en-US"/>
        </a:p>
      </dgm:t>
    </dgm:pt>
    <dgm:pt modelId="{CFC4ABAE-3379-4093-8969-A98E9ED77455}" type="sibTrans" cxnId="{3B726409-0577-4DC8-96BA-0B0072135533}">
      <dgm:prSet/>
      <dgm:spPr/>
      <dgm:t>
        <a:bodyPr/>
        <a:lstStyle/>
        <a:p>
          <a:endParaRPr lang="en-US"/>
        </a:p>
      </dgm:t>
    </dgm:pt>
    <dgm:pt modelId="{8D2EE9B4-BD56-4225-8F1F-BAE5A64CD223}">
      <dgm:prSet/>
      <dgm:spPr/>
      <dgm:t>
        <a:bodyPr/>
        <a:lstStyle/>
        <a:p>
          <a:pPr>
            <a:lnSpc>
              <a:spcPct val="100000"/>
            </a:lnSpc>
            <a:defRPr cap="all"/>
          </a:pPr>
          <a:r>
            <a:rPr lang="en-US"/>
            <a:t>🏗️  CRUD Boilerplate → 16 hours</a:t>
          </a:r>
        </a:p>
      </dgm:t>
    </dgm:pt>
    <dgm:pt modelId="{FC607636-8F0D-42E8-8FE5-4B2098BD43FC}" type="parTrans" cxnId="{CF62A1D3-2D21-4F13-86F6-5F60C1AA8263}">
      <dgm:prSet/>
      <dgm:spPr/>
      <dgm:t>
        <a:bodyPr/>
        <a:lstStyle/>
        <a:p>
          <a:endParaRPr lang="en-US"/>
        </a:p>
      </dgm:t>
    </dgm:pt>
    <dgm:pt modelId="{CEB1628C-EBAB-4EC4-856D-F77C8C332F51}" type="sibTrans" cxnId="{CF62A1D3-2D21-4F13-86F6-5F60C1AA8263}">
      <dgm:prSet/>
      <dgm:spPr/>
      <dgm:t>
        <a:bodyPr/>
        <a:lstStyle/>
        <a:p>
          <a:endParaRPr lang="en-US"/>
        </a:p>
      </dgm:t>
    </dgm:pt>
    <dgm:pt modelId="{1E6B86F0-7AB0-40FB-B45C-A85659ED5609}">
      <dgm:prSet/>
      <dgm:spPr/>
      <dgm:t>
        <a:bodyPr/>
        <a:lstStyle/>
        <a:p>
          <a:pPr>
            <a:lnSpc>
              <a:spcPct val="100000"/>
            </a:lnSpc>
            <a:defRPr cap="all"/>
          </a:pPr>
          <a:r>
            <a:rPr lang="en-US"/>
            <a:t>⚡  Performance Tuning → 8 hours</a:t>
          </a:r>
        </a:p>
      </dgm:t>
    </dgm:pt>
    <dgm:pt modelId="{00D003FE-3488-4193-BA2E-C6E67724F0DF}" type="parTrans" cxnId="{5DBCAFF5-E9C9-47D7-958E-968A6090EE84}">
      <dgm:prSet/>
      <dgm:spPr/>
      <dgm:t>
        <a:bodyPr/>
        <a:lstStyle/>
        <a:p>
          <a:endParaRPr lang="en-US"/>
        </a:p>
      </dgm:t>
    </dgm:pt>
    <dgm:pt modelId="{71380F48-94E4-48F6-97B3-9E61428E9FB0}" type="sibTrans" cxnId="{5DBCAFF5-E9C9-47D7-958E-968A6090EE84}">
      <dgm:prSet/>
      <dgm:spPr/>
      <dgm:t>
        <a:bodyPr/>
        <a:lstStyle/>
        <a:p>
          <a:endParaRPr lang="en-US"/>
        </a:p>
      </dgm:t>
    </dgm:pt>
    <dgm:pt modelId="{323E3595-0ADA-41AD-A6C4-9C8778E286FC}">
      <dgm:prSet/>
      <dgm:spPr/>
      <dgm:t>
        <a:bodyPr/>
        <a:lstStyle/>
        <a:p>
          <a:pPr>
            <a:lnSpc>
              <a:spcPct val="100000"/>
            </a:lnSpc>
            <a:defRPr cap="all"/>
          </a:pPr>
          <a:r>
            <a:rPr lang="en-US"/>
            <a:t>🧪  Writing Tests → 12 hours</a:t>
          </a:r>
        </a:p>
      </dgm:t>
    </dgm:pt>
    <dgm:pt modelId="{48574E68-2B80-4A20-8311-0A9F04009B18}" type="parTrans" cxnId="{014C6103-59FC-4E07-9121-F5839EF29418}">
      <dgm:prSet/>
      <dgm:spPr/>
      <dgm:t>
        <a:bodyPr/>
        <a:lstStyle/>
        <a:p>
          <a:endParaRPr lang="en-US"/>
        </a:p>
      </dgm:t>
    </dgm:pt>
    <dgm:pt modelId="{DDC42D86-30FC-4EB3-878D-06D0134199D5}" type="sibTrans" cxnId="{014C6103-59FC-4E07-9121-F5839EF29418}">
      <dgm:prSet/>
      <dgm:spPr/>
      <dgm:t>
        <a:bodyPr/>
        <a:lstStyle/>
        <a:p>
          <a:endParaRPr lang="en-US"/>
        </a:p>
      </dgm:t>
    </dgm:pt>
    <dgm:pt modelId="{55578451-D8C2-4FBA-8D44-F3BB717F6C45}">
      <dgm:prSet/>
      <dgm:spPr/>
      <dgm:t>
        <a:bodyPr/>
        <a:lstStyle/>
        <a:p>
          <a:pPr>
            <a:lnSpc>
              <a:spcPct val="100000"/>
            </a:lnSpc>
            <a:defRPr cap="all"/>
          </a:pPr>
          <a:r>
            <a:rPr lang="en-US"/>
            <a:t>📝  Documentation → 4 hours</a:t>
          </a:r>
        </a:p>
      </dgm:t>
    </dgm:pt>
    <dgm:pt modelId="{C0A08A1E-18E8-4FAE-B759-95D7E235CF44}" type="parTrans" cxnId="{F71E0063-CE51-463A-9175-423717DF5968}">
      <dgm:prSet/>
      <dgm:spPr/>
      <dgm:t>
        <a:bodyPr/>
        <a:lstStyle/>
        <a:p>
          <a:endParaRPr lang="en-US"/>
        </a:p>
      </dgm:t>
    </dgm:pt>
    <dgm:pt modelId="{E4840680-A3FB-417E-83AA-2218978C9B0C}" type="sibTrans" cxnId="{F71E0063-CE51-463A-9175-423717DF5968}">
      <dgm:prSet/>
      <dgm:spPr/>
      <dgm:t>
        <a:bodyPr/>
        <a:lstStyle/>
        <a:p>
          <a:endParaRPr lang="en-US"/>
        </a:p>
      </dgm:t>
    </dgm:pt>
    <dgm:pt modelId="{A3D2BA5A-267C-4FBA-BF59-C7593B7570F6}">
      <dgm:prSet/>
      <dgm:spPr/>
      <dgm:t>
        <a:bodyPr/>
        <a:lstStyle/>
        <a:p>
          <a:pPr>
            <a:lnSpc>
              <a:spcPct val="100000"/>
            </a:lnSpc>
            <a:defRPr cap="all"/>
          </a:pPr>
          <a:r>
            <a:rPr lang="en-US"/>
            <a:t>❓  Meetings &amp; Code Review → 10 hours</a:t>
          </a:r>
        </a:p>
      </dgm:t>
    </dgm:pt>
    <dgm:pt modelId="{662097D1-62B3-44BF-BC55-CA4D9437539B}" type="parTrans" cxnId="{C68F5736-8A1D-499E-BA82-18A311487A8D}">
      <dgm:prSet/>
      <dgm:spPr/>
      <dgm:t>
        <a:bodyPr/>
        <a:lstStyle/>
        <a:p>
          <a:endParaRPr lang="en-US"/>
        </a:p>
      </dgm:t>
    </dgm:pt>
    <dgm:pt modelId="{C3AE2E41-21D4-4729-AB29-0F872919DF41}" type="sibTrans" cxnId="{C68F5736-8A1D-499E-BA82-18A311487A8D}">
      <dgm:prSet/>
      <dgm:spPr/>
      <dgm:t>
        <a:bodyPr/>
        <a:lstStyle/>
        <a:p>
          <a:endParaRPr lang="en-US"/>
        </a:p>
      </dgm:t>
    </dgm:pt>
    <dgm:pt modelId="{C560AF1E-D324-4E99-B48C-60653DE4971B}">
      <dgm:prSet/>
      <dgm:spPr/>
      <dgm:t>
        <a:bodyPr/>
        <a:lstStyle/>
        <a:p>
          <a:pPr>
            <a:lnSpc>
              <a:spcPct val="100000"/>
            </a:lnSpc>
            <a:defRPr cap="all"/>
          </a:pPr>
          <a:r>
            <a:rPr lang="en-US"/>
            <a:t>💡 ACTUAL INNOVATION → 2 hours</a:t>
          </a:r>
        </a:p>
      </dgm:t>
    </dgm:pt>
    <dgm:pt modelId="{428BB9A8-5807-43CC-B6F2-BE87F59D4744}" type="parTrans" cxnId="{F965DA9F-24C3-43A9-90BA-8E434EA112FB}">
      <dgm:prSet/>
      <dgm:spPr/>
      <dgm:t>
        <a:bodyPr/>
        <a:lstStyle/>
        <a:p>
          <a:endParaRPr lang="en-US"/>
        </a:p>
      </dgm:t>
    </dgm:pt>
    <dgm:pt modelId="{FA323225-6442-4BC8-8B77-77EE3954B62F}" type="sibTrans" cxnId="{F965DA9F-24C3-43A9-90BA-8E434EA112FB}">
      <dgm:prSet/>
      <dgm:spPr/>
      <dgm:t>
        <a:bodyPr/>
        <a:lstStyle/>
        <a:p>
          <a:endParaRPr lang="en-US"/>
        </a:p>
      </dgm:t>
    </dgm:pt>
    <dgm:pt modelId="{C934D2AC-B5C5-4D84-A437-6439E05E3E06}">
      <dgm:prSet/>
      <dgm:spPr/>
      <dgm:t>
        <a:bodyPr/>
        <a:lstStyle/>
        <a:p>
          <a:pPr>
            <a:lnSpc>
              <a:spcPct val="100000"/>
            </a:lnSpc>
            <a:defRPr cap="all"/>
          </a:pPr>
          <a:r>
            <a:rPr lang="en-US"/>
            <a:t>52 hours of work, only 2 hours of creativity</a:t>
          </a:r>
        </a:p>
      </dgm:t>
    </dgm:pt>
    <dgm:pt modelId="{3DA361CB-F111-4245-B28C-B46EDF6A5A0A}" type="parTrans" cxnId="{65968127-AC11-4C4C-B299-029CCDD8B1F0}">
      <dgm:prSet/>
      <dgm:spPr/>
      <dgm:t>
        <a:bodyPr/>
        <a:lstStyle/>
        <a:p>
          <a:endParaRPr lang="en-US"/>
        </a:p>
      </dgm:t>
    </dgm:pt>
    <dgm:pt modelId="{93E95CE5-6516-415A-A658-DA4D21F20FB5}" type="sibTrans" cxnId="{65968127-AC11-4C4C-B299-029CCDD8B1F0}">
      <dgm:prSet/>
      <dgm:spPr/>
      <dgm:t>
        <a:bodyPr/>
        <a:lstStyle/>
        <a:p>
          <a:endParaRPr lang="en-US"/>
        </a:p>
      </dgm:t>
    </dgm:pt>
    <dgm:pt modelId="{DB456929-32A3-4BAC-90DC-FA9F6CD41FE0}" type="pres">
      <dgm:prSet presAssocID="{F9769DA9-558C-4A5F-8D02-A3CBA6B40D09}" presName="root" presStyleCnt="0">
        <dgm:presLayoutVars>
          <dgm:dir/>
          <dgm:resizeHandles val="exact"/>
        </dgm:presLayoutVars>
      </dgm:prSet>
      <dgm:spPr/>
    </dgm:pt>
    <dgm:pt modelId="{B343ED4D-2780-4C84-B4DF-4B51B5B8019F}" type="pres">
      <dgm:prSet presAssocID="{57D99151-B7A4-4DD7-8BA4-3EFA750BE9D8}" presName="compNode" presStyleCnt="0"/>
      <dgm:spPr/>
    </dgm:pt>
    <dgm:pt modelId="{2E6F4F74-EE52-4910-8D34-899586F09A2A}" type="pres">
      <dgm:prSet presAssocID="{57D99151-B7A4-4DD7-8BA4-3EFA750BE9D8}" presName="iconBgRect" presStyleLbl="bgShp" presStyleIdx="0" presStyleCnt="8"/>
      <dgm:spPr/>
    </dgm:pt>
    <dgm:pt modelId="{0C8FCB24-6019-4C9D-91EE-CCABA814561A}" type="pres">
      <dgm:prSet presAssocID="{57D99151-B7A4-4DD7-8BA4-3EFA750BE9D8}"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un"/>
        </a:ext>
      </dgm:extLst>
    </dgm:pt>
    <dgm:pt modelId="{9759440F-3728-424F-9166-3E5AA44007E8}" type="pres">
      <dgm:prSet presAssocID="{57D99151-B7A4-4DD7-8BA4-3EFA750BE9D8}" presName="spaceRect" presStyleCnt="0"/>
      <dgm:spPr/>
    </dgm:pt>
    <dgm:pt modelId="{CB328B83-B2B6-4816-A9E6-EFF181CEE6BA}" type="pres">
      <dgm:prSet presAssocID="{57D99151-B7A4-4DD7-8BA4-3EFA750BE9D8}" presName="textRect" presStyleLbl="revTx" presStyleIdx="0" presStyleCnt="8">
        <dgm:presLayoutVars>
          <dgm:chMax val="1"/>
          <dgm:chPref val="1"/>
        </dgm:presLayoutVars>
      </dgm:prSet>
      <dgm:spPr/>
    </dgm:pt>
    <dgm:pt modelId="{D39DA77F-96E3-4A1A-A4E8-7EF32CA77FC9}" type="pres">
      <dgm:prSet presAssocID="{CFC4ABAE-3379-4093-8969-A98E9ED77455}" presName="sibTrans" presStyleCnt="0"/>
      <dgm:spPr/>
    </dgm:pt>
    <dgm:pt modelId="{31506B2D-93C6-4ED3-83B8-013526D01CA4}" type="pres">
      <dgm:prSet presAssocID="{8D2EE9B4-BD56-4225-8F1F-BAE5A64CD223}" presName="compNode" presStyleCnt="0"/>
      <dgm:spPr/>
    </dgm:pt>
    <dgm:pt modelId="{A57B8F26-F4AF-4B74-AB3C-9867F0AADB2A}" type="pres">
      <dgm:prSet presAssocID="{8D2EE9B4-BD56-4225-8F1F-BAE5A64CD223}" presName="iconBgRect" presStyleLbl="bgShp" presStyleIdx="1" presStyleCnt="8"/>
      <dgm:spPr/>
    </dgm:pt>
    <dgm:pt modelId="{E1E88F58-D125-4924-9687-4FEBB804ECD7}" type="pres">
      <dgm:prSet presAssocID="{8D2EE9B4-BD56-4225-8F1F-BAE5A64CD223}"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opwatch"/>
        </a:ext>
      </dgm:extLst>
    </dgm:pt>
    <dgm:pt modelId="{22E3938E-9738-4687-BA92-64C507CBC7C1}" type="pres">
      <dgm:prSet presAssocID="{8D2EE9B4-BD56-4225-8F1F-BAE5A64CD223}" presName="spaceRect" presStyleCnt="0"/>
      <dgm:spPr/>
    </dgm:pt>
    <dgm:pt modelId="{12E9218C-AA26-495D-B573-0CF2CB9A23BB}" type="pres">
      <dgm:prSet presAssocID="{8D2EE9B4-BD56-4225-8F1F-BAE5A64CD223}" presName="textRect" presStyleLbl="revTx" presStyleIdx="1" presStyleCnt="8">
        <dgm:presLayoutVars>
          <dgm:chMax val="1"/>
          <dgm:chPref val="1"/>
        </dgm:presLayoutVars>
      </dgm:prSet>
      <dgm:spPr/>
    </dgm:pt>
    <dgm:pt modelId="{9297E1E4-941E-45D1-88D0-A229C6A9E99C}" type="pres">
      <dgm:prSet presAssocID="{CEB1628C-EBAB-4EC4-856D-F77C8C332F51}" presName="sibTrans" presStyleCnt="0"/>
      <dgm:spPr/>
    </dgm:pt>
    <dgm:pt modelId="{E88202DA-6471-4E22-9D17-E088F4C3FFC2}" type="pres">
      <dgm:prSet presAssocID="{1E6B86F0-7AB0-40FB-B45C-A85659ED5609}" presName="compNode" presStyleCnt="0"/>
      <dgm:spPr/>
    </dgm:pt>
    <dgm:pt modelId="{4125E91D-9E0C-4530-BD75-06E8D33D056E}" type="pres">
      <dgm:prSet presAssocID="{1E6B86F0-7AB0-40FB-B45C-A85659ED5609}" presName="iconBgRect" presStyleLbl="bgShp" presStyleIdx="2" presStyleCnt="8"/>
      <dgm:spPr/>
    </dgm:pt>
    <dgm:pt modelId="{89957F2A-7B4A-4E25-9506-38306D74F361}" type="pres">
      <dgm:prSet presAssocID="{1E6B86F0-7AB0-40FB-B45C-A85659ED5609}"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auge"/>
        </a:ext>
      </dgm:extLst>
    </dgm:pt>
    <dgm:pt modelId="{6D14DFA8-34DE-4ED7-99EA-5C4828665B31}" type="pres">
      <dgm:prSet presAssocID="{1E6B86F0-7AB0-40FB-B45C-A85659ED5609}" presName="spaceRect" presStyleCnt="0"/>
      <dgm:spPr/>
    </dgm:pt>
    <dgm:pt modelId="{2A545F4E-43A7-418E-A217-061BAA820B51}" type="pres">
      <dgm:prSet presAssocID="{1E6B86F0-7AB0-40FB-B45C-A85659ED5609}" presName="textRect" presStyleLbl="revTx" presStyleIdx="2" presStyleCnt="8">
        <dgm:presLayoutVars>
          <dgm:chMax val="1"/>
          <dgm:chPref val="1"/>
        </dgm:presLayoutVars>
      </dgm:prSet>
      <dgm:spPr/>
    </dgm:pt>
    <dgm:pt modelId="{0699FED3-C697-4E0D-9670-4B975C676D37}" type="pres">
      <dgm:prSet presAssocID="{71380F48-94E4-48F6-97B3-9E61428E9FB0}" presName="sibTrans" presStyleCnt="0"/>
      <dgm:spPr/>
    </dgm:pt>
    <dgm:pt modelId="{BB8740E3-FE23-435B-ACC5-A15599E96E03}" type="pres">
      <dgm:prSet presAssocID="{323E3595-0ADA-41AD-A6C4-9C8778E286FC}" presName="compNode" presStyleCnt="0"/>
      <dgm:spPr/>
    </dgm:pt>
    <dgm:pt modelId="{6DF189FE-2F19-49A6-8D37-855FAEFF832F}" type="pres">
      <dgm:prSet presAssocID="{323E3595-0ADA-41AD-A6C4-9C8778E286FC}" presName="iconBgRect" presStyleLbl="bgShp" presStyleIdx="3" presStyleCnt="8"/>
      <dgm:spPr/>
    </dgm:pt>
    <dgm:pt modelId="{47BDAC10-7F89-4234-84E2-CFA2B81707D9}" type="pres">
      <dgm:prSet presAssocID="{323E3595-0ADA-41AD-A6C4-9C8778E286FC}"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encil"/>
        </a:ext>
      </dgm:extLst>
    </dgm:pt>
    <dgm:pt modelId="{8B388EF8-F049-4546-B6D9-3D194D9F07FD}" type="pres">
      <dgm:prSet presAssocID="{323E3595-0ADA-41AD-A6C4-9C8778E286FC}" presName="spaceRect" presStyleCnt="0"/>
      <dgm:spPr/>
    </dgm:pt>
    <dgm:pt modelId="{1A3DCC53-BDCA-450A-86F8-39402CD26E5D}" type="pres">
      <dgm:prSet presAssocID="{323E3595-0ADA-41AD-A6C4-9C8778E286FC}" presName="textRect" presStyleLbl="revTx" presStyleIdx="3" presStyleCnt="8">
        <dgm:presLayoutVars>
          <dgm:chMax val="1"/>
          <dgm:chPref val="1"/>
        </dgm:presLayoutVars>
      </dgm:prSet>
      <dgm:spPr/>
    </dgm:pt>
    <dgm:pt modelId="{6805610A-CFA5-4FF7-935B-99685A3C23D0}" type="pres">
      <dgm:prSet presAssocID="{DDC42D86-30FC-4EB3-878D-06D0134199D5}" presName="sibTrans" presStyleCnt="0"/>
      <dgm:spPr/>
    </dgm:pt>
    <dgm:pt modelId="{0B61C57D-07D1-463D-8644-93CCACB814F2}" type="pres">
      <dgm:prSet presAssocID="{55578451-D8C2-4FBA-8D44-F3BB717F6C45}" presName="compNode" presStyleCnt="0"/>
      <dgm:spPr/>
    </dgm:pt>
    <dgm:pt modelId="{CCED9B25-E067-4097-B680-853042A2560B}" type="pres">
      <dgm:prSet presAssocID="{55578451-D8C2-4FBA-8D44-F3BB717F6C45}" presName="iconBgRect" presStyleLbl="bgShp" presStyleIdx="4" presStyleCnt="8"/>
      <dgm:spPr/>
    </dgm:pt>
    <dgm:pt modelId="{993AA5DD-BEA2-4D43-B420-0AC688D02AA7}" type="pres">
      <dgm:prSet presAssocID="{55578451-D8C2-4FBA-8D44-F3BB717F6C45}"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ocument"/>
        </a:ext>
      </dgm:extLst>
    </dgm:pt>
    <dgm:pt modelId="{2D5F8FFF-76E0-491F-AAD4-976C69E5B2A5}" type="pres">
      <dgm:prSet presAssocID="{55578451-D8C2-4FBA-8D44-F3BB717F6C45}" presName="spaceRect" presStyleCnt="0"/>
      <dgm:spPr/>
    </dgm:pt>
    <dgm:pt modelId="{1E1CD7C8-A6C8-48F4-BB71-4176FA8FA2D6}" type="pres">
      <dgm:prSet presAssocID="{55578451-D8C2-4FBA-8D44-F3BB717F6C45}" presName="textRect" presStyleLbl="revTx" presStyleIdx="4" presStyleCnt="8">
        <dgm:presLayoutVars>
          <dgm:chMax val="1"/>
          <dgm:chPref val="1"/>
        </dgm:presLayoutVars>
      </dgm:prSet>
      <dgm:spPr/>
    </dgm:pt>
    <dgm:pt modelId="{526229A0-9EDC-45C5-A25A-B5AC7CD85CB6}" type="pres">
      <dgm:prSet presAssocID="{E4840680-A3FB-417E-83AA-2218978C9B0C}" presName="sibTrans" presStyleCnt="0"/>
      <dgm:spPr/>
    </dgm:pt>
    <dgm:pt modelId="{5E69F276-B3B2-41F5-9EF2-8648416022BC}" type="pres">
      <dgm:prSet presAssocID="{A3D2BA5A-267C-4FBA-BF59-C7593B7570F6}" presName="compNode" presStyleCnt="0"/>
      <dgm:spPr/>
    </dgm:pt>
    <dgm:pt modelId="{D8D42F57-BE03-45C3-9126-52F44EE7C5AB}" type="pres">
      <dgm:prSet presAssocID="{A3D2BA5A-267C-4FBA-BF59-C7593B7570F6}" presName="iconBgRect" presStyleLbl="bgShp" presStyleIdx="5" presStyleCnt="8"/>
      <dgm:spPr/>
    </dgm:pt>
    <dgm:pt modelId="{A18C70BD-3DCD-4F9F-A598-7DEDB57A3671}" type="pres">
      <dgm:prSet presAssocID="{A3D2BA5A-267C-4FBA-BF59-C7593B7570F6}"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Checkmark"/>
        </a:ext>
      </dgm:extLst>
    </dgm:pt>
    <dgm:pt modelId="{6F03DD9E-92D6-4119-90D1-54F128C7B52D}" type="pres">
      <dgm:prSet presAssocID="{A3D2BA5A-267C-4FBA-BF59-C7593B7570F6}" presName="spaceRect" presStyleCnt="0"/>
      <dgm:spPr/>
    </dgm:pt>
    <dgm:pt modelId="{BCDDF014-9DD6-4A3A-98D1-2435D6004B1D}" type="pres">
      <dgm:prSet presAssocID="{A3D2BA5A-267C-4FBA-BF59-C7593B7570F6}" presName="textRect" presStyleLbl="revTx" presStyleIdx="5" presStyleCnt="8">
        <dgm:presLayoutVars>
          <dgm:chMax val="1"/>
          <dgm:chPref val="1"/>
        </dgm:presLayoutVars>
      </dgm:prSet>
      <dgm:spPr/>
    </dgm:pt>
    <dgm:pt modelId="{8D4A5ECD-FF49-45AC-B8BB-EA59E6DF3DD0}" type="pres">
      <dgm:prSet presAssocID="{C3AE2E41-21D4-4729-AB29-0F872919DF41}" presName="sibTrans" presStyleCnt="0"/>
      <dgm:spPr/>
    </dgm:pt>
    <dgm:pt modelId="{82F887EF-1326-48E9-BCF7-242A9EE4BFB1}" type="pres">
      <dgm:prSet presAssocID="{C560AF1E-D324-4E99-B48C-60653DE4971B}" presName="compNode" presStyleCnt="0"/>
      <dgm:spPr/>
    </dgm:pt>
    <dgm:pt modelId="{B7937D3F-A9AE-4D8F-AACB-2A9EAE619C03}" type="pres">
      <dgm:prSet presAssocID="{C560AF1E-D324-4E99-B48C-60653DE4971B}" presName="iconBgRect" presStyleLbl="bgShp" presStyleIdx="6" presStyleCnt="8"/>
      <dgm:spPr/>
    </dgm:pt>
    <dgm:pt modelId="{D9CC04EE-447C-4B18-955E-C8A00232F76C}" type="pres">
      <dgm:prSet presAssocID="{C560AF1E-D324-4E99-B48C-60653DE4971B}"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Lightbulb"/>
        </a:ext>
      </dgm:extLst>
    </dgm:pt>
    <dgm:pt modelId="{D9A748A2-A6E3-4975-88CE-BEBD95076C06}" type="pres">
      <dgm:prSet presAssocID="{C560AF1E-D324-4E99-B48C-60653DE4971B}" presName="spaceRect" presStyleCnt="0"/>
      <dgm:spPr/>
    </dgm:pt>
    <dgm:pt modelId="{9416D964-2034-4280-8F8C-D03EE8B46795}" type="pres">
      <dgm:prSet presAssocID="{C560AF1E-D324-4E99-B48C-60653DE4971B}" presName="textRect" presStyleLbl="revTx" presStyleIdx="6" presStyleCnt="8">
        <dgm:presLayoutVars>
          <dgm:chMax val="1"/>
          <dgm:chPref val="1"/>
        </dgm:presLayoutVars>
      </dgm:prSet>
      <dgm:spPr/>
    </dgm:pt>
    <dgm:pt modelId="{1F57FA2D-1B63-46CC-8938-818AE317F8F1}" type="pres">
      <dgm:prSet presAssocID="{FA323225-6442-4BC8-8B77-77EE3954B62F}" presName="sibTrans" presStyleCnt="0"/>
      <dgm:spPr/>
    </dgm:pt>
    <dgm:pt modelId="{5DF441E7-E728-4675-B6B9-50A79B75FAA4}" type="pres">
      <dgm:prSet presAssocID="{C934D2AC-B5C5-4D84-A437-6439E05E3E06}" presName="compNode" presStyleCnt="0"/>
      <dgm:spPr/>
    </dgm:pt>
    <dgm:pt modelId="{6A1DE9DA-E398-4233-98A7-47959273B86E}" type="pres">
      <dgm:prSet presAssocID="{C934D2AC-B5C5-4D84-A437-6439E05E3E06}" presName="iconBgRect" presStyleLbl="bgShp" presStyleIdx="7" presStyleCnt="8"/>
      <dgm:spPr/>
    </dgm:pt>
    <dgm:pt modelId="{1F31386E-FE8E-4176-B7A2-DA090616741C}" type="pres">
      <dgm:prSet presAssocID="{C934D2AC-B5C5-4D84-A437-6439E05E3E06}"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dgm:spPr>
      <dgm:extLst>
        <a:ext uri="{E40237B7-FDA0-4F09-8148-C483321AD2D9}">
          <dgm14:cNvPr xmlns:dgm14="http://schemas.microsoft.com/office/drawing/2010/diagram" id="0" name="" descr="Clock"/>
        </a:ext>
      </dgm:extLst>
    </dgm:pt>
    <dgm:pt modelId="{F55BEB8C-9A0B-4713-8EB8-A4C30404F727}" type="pres">
      <dgm:prSet presAssocID="{C934D2AC-B5C5-4D84-A437-6439E05E3E06}" presName="spaceRect" presStyleCnt="0"/>
      <dgm:spPr/>
    </dgm:pt>
    <dgm:pt modelId="{E4F7CDC7-4ACD-4116-9A9E-63CD8E1744B9}" type="pres">
      <dgm:prSet presAssocID="{C934D2AC-B5C5-4D84-A437-6439E05E3E06}" presName="textRect" presStyleLbl="revTx" presStyleIdx="7" presStyleCnt="8">
        <dgm:presLayoutVars>
          <dgm:chMax val="1"/>
          <dgm:chPref val="1"/>
        </dgm:presLayoutVars>
      </dgm:prSet>
      <dgm:spPr/>
    </dgm:pt>
  </dgm:ptLst>
  <dgm:cxnLst>
    <dgm:cxn modelId="{014C6103-59FC-4E07-9121-F5839EF29418}" srcId="{F9769DA9-558C-4A5F-8D02-A3CBA6B40D09}" destId="{323E3595-0ADA-41AD-A6C4-9C8778E286FC}" srcOrd="3" destOrd="0" parTransId="{48574E68-2B80-4A20-8311-0A9F04009B18}" sibTransId="{DDC42D86-30FC-4EB3-878D-06D0134199D5}"/>
    <dgm:cxn modelId="{3B726409-0577-4DC8-96BA-0B0072135533}" srcId="{F9769DA9-558C-4A5F-8D02-A3CBA6B40D09}" destId="{57D99151-B7A4-4DD7-8BA4-3EFA750BE9D8}" srcOrd="0" destOrd="0" parTransId="{A67C74F2-5178-4090-942E-98E580FD3CCE}" sibTransId="{CFC4ABAE-3379-4093-8969-A98E9ED77455}"/>
    <dgm:cxn modelId="{0972061B-0242-4AE5-8FF2-3C333EC7EF49}" type="presOf" srcId="{1E6B86F0-7AB0-40FB-B45C-A85659ED5609}" destId="{2A545F4E-43A7-418E-A217-061BAA820B51}" srcOrd="0" destOrd="0" presId="urn:microsoft.com/office/officeart/2018/5/layout/IconCircleLabelList"/>
    <dgm:cxn modelId="{65968127-AC11-4C4C-B299-029CCDD8B1F0}" srcId="{F9769DA9-558C-4A5F-8D02-A3CBA6B40D09}" destId="{C934D2AC-B5C5-4D84-A437-6439E05E3E06}" srcOrd="7" destOrd="0" parTransId="{3DA361CB-F111-4245-B28C-B46EDF6A5A0A}" sibTransId="{93E95CE5-6516-415A-A658-DA4D21F20FB5}"/>
    <dgm:cxn modelId="{C68F5736-8A1D-499E-BA82-18A311487A8D}" srcId="{F9769DA9-558C-4A5F-8D02-A3CBA6B40D09}" destId="{A3D2BA5A-267C-4FBA-BF59-C7593B7570F6}" srcOrd="5" destOrd="0" parTransId="{662097D1-62B3-44BF-BC55-CA4D9437539B}" sibTransId="{C3AE2E41-21D4-4729-AB29-0F872919DF41}"/>
    <dgm:cxn modelId="{F71E0063-CE51-463A-9175-423717DF5968}" srcId="{F9769DA9-558C-4A5F-8D02-A3CBA6B40D09}" destId="{55578451-D8C2-4FBA-8D44-F3BB717F6C45}" srcOrd="4" destOrd="0" parTransId="{C0A08A1E-18E8-4FAE-B759-95D7E235CF44}" sibTransId="{E4840680-A3FB-417E-83AA-2218978C9B0C}"/>
    <dgm:cxn modelId="{4CEFA47A-BDC9-4603-9BB9-F1F3CA2E83FF}" type="presOf" srcId="{F9769DA9-558C-4A5F-8D02-A3CBA6B40D09}" destId="{DB456929-32A3-4BAC-90DC-FA9F6CD41FE0}" srcOrd="0" destOrd="0" presId="urn:microsoft.com/office/officeart/2018/5/layout/IconCircleLabelList"/>
    <dgm:cxn modelId="{2902538E-0EE4-4A6C-83A3-CFBFEC9AE867}" type="presOf" srcId="{C560AF1E-D324-4E99-B48C-60653DE4971B}" destId="{9416D964-2034-4280-8F8C-D03EE8B46795}" srcOrd="0" destOrd="0" presId="urn:microsoft.com/office/officeart/2018/5/layout/IconCircleLabelList"/>
    <dgm:cxn modelId="{F965DA9F-24C3-43A9-90BA-8E434EA112FB}" srcId="{F9769DA9-558C-4A5F-8D02-A3CBA6B40D09}" destId="{C560AF1E-D324-4E99-B48C-60653DE4971B}" srcOrd="6" destOrd="0" parTransId="{428BB9A8-5807-43CC-B6F2-BE87F59D4744}" sibTransId="{FA323225-6442-4BC8-8B77-77EE3954B62F}"/>
    <dgm:cxn modelId="{D0C721A4-D572-4FE6-ACE8-02DEEA751D33}" type="presOf" srcId="{57D99151-B7A4-4DD7-8BA4-3EFA750BE9D8}" destId="{CB328B83-B2B6-4816-A9E6-EFF181CEE6BA}" srcOrd="0" destOrd="0" presId="urn:microsoft.com/office/officeart/2018/5/layout/IconCircleLabelList"/>
    <dgm:cxn modelId="{03D0B3BA-37CF-457B-8D2C-81A23B4072C8}" type="presOf" srcId="{323E3595-0ADA-41AD-A6C4-9C8778E286FC}" destId="{1A3DCC53-BDCA-450A-86F8-39402CD26E5D}" srcOrd="0" destOrd="0" presId="urn:microsoft.com/office/officeart/2018/5/layout/IconCircleLabelList"/>
    <dgm:cxn modelId="{44885CC2-F01E-4F9C-8E40-AE61B517C412}" type="presOf" srcId="{C934D2AC-B5C5-4D84-A437-6439E05E3E06}" destId="{E4F7CDC7-4ACD-4116-9A9E-63CD8E1744B9}" srcOrd="0" destOrd="0" presId="urn:microsoft.com/office/officeart/2018/5/layout/IconCircleLabelList"/>
    <dgm:cxn modelId="{EF83CFCA-E6D1-48AD-BC60-C1D0401D40E1}" type="presOf" srcId="{8D2EE9B4-BD56-4225-8F1F-BAE5A64CD223}" destId="{12E9218C-AA26-495D-B573-0CF2CB9A23BB}" srcOrd="0" destOrd="0" presId="urn:microsoft.com/office/officeart/2018/5/layout/IconCircleLabelList"/>
    <dgm:cxn modelId="{CF62A1D3-2D21-4F13-86F6-5F60C1AA8263}" srcId="{F9769DA9-558C-4A5F-8D02-A3CBA6B40D09}" destId="{8D2EE9B4-BD56-4225-8F1F-BAE5A64CD223}" srcOrd="1" destOrd="0" parTransId="{FC607636-8F0D-42E8-8FE5-4B2098BD43FC}" sibTransId="{CEB1628C-EBAB-4EC4-856D-F77C8C332F51}"/>
    <dgm:cxn modelId="{1E2122E9-4B74-4389-9521-1DAB9CDE77E9}" type="presOf" srcId="{55578451-D8C2-4FBA-8D44-F3BB717F6C45}" destId="{1E1CD7C8-A6C8-48F4-BB71-4176FA8FA2D6}" srcOrd="0" destOrd="0" presId="urn:microsoft.com/office/officeart/2018/5/layout/IconCircleLabelList"/>
    <dgm:cxn modelId="{91DF2EF4-AB37-4FE9-9595-87755CA6B0A3}" type="presOf" srcId="{A3D2BA5A-267C-4FBA-BF59-C7593B7570F6}" destId="{BCDDF014-9DD6-4A3A-98D1-2435D6004B1D}" srcOrd="0" destOrd="0" presId="urn:microsoft.com/office/officeart/2018/5/layout/IconCircleLabelList"/>
    <dgm:cxn modelId="{5DBCAFF5-E9C9-47D7-958E-968A6090EE84}" srcId="{F9769DA9-558C-4A5F-8D02-A3CBA6B40D09}" destId="{1E6B86F0-7AB0-40FB-B45C-A85659ED5609}" srcOrd="2" destOrd="0" parTransId="{00D003FE-3488-4193-BA2E-C6E67724F0DF}" sibTransId="{71380F48-94E4-48F6-97B3-9E61428E9FB0}"/>
    <dgm:cxn modelId="{05F2C2BA-C9EF-40C0-84A3-737236F0DFF7}" type="presParOf" srcId="{DB456929-32A3-4BAC-90DC-FA9F6CD41FE0}" destId="{B343ED4D-2780-4C84-B4DF-4B51B5B8019F}" srcOrd="0" destOrd="0" presId="urn:microsoft.com/office/officeart/2018/5/layout/IconCircleLabelList"/>
    <dgm:cxn modelId="{9DCE51CC-2D22-435F-A54D-C47DBAF924F9}" type="presParOf" srcId="{B343ED4D-2780-4C84-B4DF-4B51B5B8019F}" destId="{2E6F4F74-EE52-4910-8D34-899586F09A2A}" srcOrd="0" destOrd="0" presId="urn:microsoft.com/office/officeart/2018/5/layout/IconCircleLabelList"/>
    <dgm:cxn modelId="{43174419-8EF3-41DB-8D23-C6C71CC5EBAF}" type="presParOf" srcId="{B343ED4D-2780-4C84-B4DF-4B51B5B8019F}" destId="{0C8FCB24-6019-4C9D-91EE-CCABA814561A}" srcOrd="1" destOrd="0" presId="urn:microsoft.com/office/officeart/2018/5/layout/IconCircleLabelList"/>
    <dgm:cxn modelId="{F7C1ED65-2C09-43F3-8632-964DB7BA0AED}" type="presParOf" srcId="{B343ED4D-2780-4C84-B4DF-4B51B5B8019F}" destId="{9759440F-3728-424F-9166-3E5AA44007E8}" srcOrd="2" destOrd="0" presId="urn:microsoft.com/office/officeart/2018/5/layout/IconCircleLabelList"/>
    <dgm:cxn modelId="{512E5C67-8110-4410-97C5-0D5A7831C20A}" type="presParOf" srcId="{B343ED4D-2780-4C84-B4DF-4B51B5B8019F}" destId="{CB328B83-B2B6-4816-A9E6-EFF181CEE6BA}" srcOrd="3" destOrd="0" presId="urn:microsoft.com/office/officeart/2018/5/layout/IconCircleLabelList"/>
    <dgm:cxn modelId="{74EE3F34-6C61-445B-BE04-5074264CDE05}" type="presParOf" srcId="{DB456929-32A3-4BAC-90DC-FA9F6CD41FE0}" destId="{D39DA77F-96E3-4A1A-A4E8-7EF32CA77FC9}" srcOrd="1" destOrd="0" presId="urn:microsoft.com/office/officeart/2018/5/layout/IconCircleLabelList"/>
    <dgm:cxn modelId="{A297726E-03DD-49B4-8307-366940807D42}" type="presParOf" srcId="{DB456929-32A3-4BAC-90DC-FA9F6CD41FE0}" destId="{31506B2D-93C6-4ED3-83B8-013526D01CA4}" srcOrd="2" destOrd="0" presId="urn:microsoft.com/office/officeart/2018/5/layout/IconCircleLabelList"/>
    <dgm:cxn modelId="{5F586FEB-DFA4-4191-A4F5-01AB59218428}" type="presParOf" srcId="{31506B2D-93C6-4ED3-83B8-013526D01CA4}" destId="{A57B8F26-F4AF-4B74-AB3C-9867F0AADB2A}" srcOrd="0" destOrd="0" presId="urn:microsoft.com/office/officeart/2018/5/layout/IconCircleLabelList"/>
    <dgm:cxn modelId="{D9FD8219-326C-4962-8AB4-95FD18320A9C}" type="presParOf" srcId="{31506B2D-93C6-4ED3-83B8-013526D01CA4}" destId="{E1E88F58-D125-4924-9687-4FEBB804ECD7}" srcOrd="1" destOrd="0" presId="urn:microsoft.com/office/officeart/2018/5/layout/IconCircleLabelList"/>
    <dgm:cxn modelId="{9F953F01-AF5D-4CB1-B25B-586FF8E8303A}" type="presParOf" srcId="{31506B2D-93C6-4ED3-83B8-013526D01CA4}" destId="{22E3938E-9738-4687-BA92-64C507CBC7C1}" srcOrd="2" destOrd="0" presId="urn:microsoft.com/office/officeart/2018/5/layout/IconCircleLabelList"/>
    <dgm:cxn modelId="{CE0A3823-0E06-4227-84DA-C436880A73B5}" type="presParOf" srcId="{31506B2D-93C6-4ED3-83B8-013526D01CA4}" destId="{12E9218C-AA26-495D-B573-0CF2CB9A23BB}" srcOrd="3" destOrd="0" presId="urn:microsoft.com/office/officeart/2018/5/layout/IconCircleLabelList"/>
    <dgm:cxn modelId="{C3326001-DD3E-415C-AEFD-73BA960B72E0}" type="presParOf" srcId="{DB456929-32A3-4BAC-90DC-FA9F6CD41FE0}" destId="{9297E1E4-941E-45D1-88D0-A229C6A9E99C}" srcOrd="3" destOrd="0" presId="urn:microsoft.com/office/officeart/2018/5/layout/IconCircleLabelList"/>
    <dgm:cxn modelId="{B9B9D384-84F8-48BC-9310-902810A7250E}" type="presParOf" srcId="{DB456929-32A3-4BAC-90DC-FA9F6CD41FE0}" destId="{E88202DA-6471-4E22-9D17-E088F4C3FFC2}" srcOrd="4" destOrd="0" presId="urn:microsoft.com/office/officeart/2018/5/layout/IconCircleLabelList"/>
    <dgm:cxn modelId="{9BF3B410-3E36-4B3B-8011-09B27BA75C20}" type="presParOf" srcId="{E88202DA-6471-4E22-9D17-E088F4C3FFC2}" destId="{4125E91D-9E0C-4530-BD75-06E8D33D056E}" srcOrd="0" destOrd="0" presId="urn:microsoft.com/office/officeart/2018/5/layout/IconCircleLabelList"/>
    <dgm:cxn modelId="{91FF119B-75AB-4DBC-BD2F-81E104464C8F}" type="presParOf" srcId="{E88202DA-6471-4E22-9D17-E088F4C3FFC2}" destId="{89957F2A-7B4A-4E25-9506-38306D74F361}" srcOrd="1" destOrd="0" presId="urn:microsoft.com/office/officeart/2018/5/layout/IconCircleLabelList"/>
    <dgm:cxn modelId="{7C4915A1-114F-45EF-9E09-978D3D6AF7F6}" type="presParOf" srcId="{E88202DA-6471-4E22-9D17-E088F4C3FFC2}" destId="{6D14DFA8-34DE-4ED7-99EA-5C4828665B31}" srcOrd="2" destOrd="0" presId="urn:microsoft.com/office/officeart/2018/5/layout/IconCircleLabelList"/>
    <dgm:cxn modelId="{9630BF55-D100-4014-82E5-CFF366CE3138}" type="presParOf" srcId="{E88202DA-6471-4E22-9D17-E088F4C3FFC2}" destId="{2A545F4E-43A7-418E-A217-061BAA820B51}" srcOrd="3" destOrd="0" presId="urn:microsoft.com/office/officeart/2018/5/layout/IconCircleLabelList"/>
    <dgm:cxn modelId="{83E25FB1-F1C9-4D21-AA6B-0A8897C85A9C}" type="presParOf" srcId="{DB456929-32A3-4BAC-90DC-FA9F6CD41FE0}" destId="{0699FED3-C697-4E0D-9670-4B975C676D37}" srcOrd="5" destOrd="0" presId="urn:microsoft.com/office/officeart/2018/5/layout/IconCircleLabelList"/>
    <dgm:cxn modelId="{39A481B9-FEDD-477D-A0CB-31202B795698}" type="presParOf" srcId="{DB456929-32A3-4BAC-90DC-FA9F6CD41FE0}" destId="{BB8740E3-FE23-435B-ACC5-A15599E96E03}" srcOrd="6" destOrd="0" presId="urn:microsoft.com/office/officeart/2018/5/layout/IconCircleLabelList"/>
    <dgm:cxn modelId="{DF1192D2-EE1B-4C39-9FB2-FAF563138A88}" type="presParOf" srcId="{BB8740E3-FE23-435B-ACC5-A15599E96E03}" destId="{6DF189FE-2F19-49A6-8D37-855FAEFF832F}" srcOrd="0" destOrd="0" presId="urn:microsoft.com/office/officeart/2018/5/layout/IconCircleLabelList"/>
    <dgm:cxn modelId="{2149E66D-A089-417E-9FA9-77DE6DA20192}" type="presParOf" srcId="{BB8740E3-FE23-435B-ACC5-A15599E96E03}" destId="{47BDAC10-7F89-4234-84E2-CFA2B81707D9}" srcOrd="1" destOrd="0" presId="urn:microsoft.com/office/officeart/2018/5/layout/IconCircleLabelList"/>
    <dgm:cxn modelId="{A8D1AF9E-422A-4A70-B268-6FF67726B2DF}" type="presParOf" srcId="{BB8740E3-FE23-435B-ACC5-A15599E96E03}" destId="{8B388EF8-F049-4546-B6D9-3D194D9F07FD}" srcOrd="2" destOrd="0" presId="urn:microsoft.com/office/officeart/2018/5/layout/IconCircleLabelList"/>
    <dgm:cxn modelId="{355916AF-2922-477A-A504-3DD89BFC42C9}" type="presParOf" srcId="{BB8740E3-FE23-435B-ACC5-A15599E96E03}" destId="{1A3DCC53-BDCA-450A-86F8-39402CD26E5D}" srcOrd="3" destOrd="0" presId="urn:microsoft.com/office/officeart/2018/5/layout/IconCircleLabelList"/>
    <dgm:cxn modelId="{9AB5BF22-F688-4F85-895A-FE7E83782BF8}" type="presParOf" srcId="{DB456929-32A3-4BAC-90DC-FA9F6CD41FE0}" destId="{6805610A-CFA5-4FF7-935B-99685A3C23D0}" srcOrd="7" destOrd="0" presId="urn:microsoft.com/office/officeart/2018/5/layout/IconCircleLabelList"/>
    <dgm:cxn modelId="{F87BD799-556F-43F8-8FA4-A9BBDA16D2A7}" type="presParOf" srcId="{DB456929-32A3-4BAC-90DC-FA9F6CD41FE0}" destId="{0B61C57D-07D1-463D-8644-93CCACB814F2}" srcOrd="8" destOrd="0" presId="urn:microsoft.com/office/officeart/2018/5/layout/IconCircleLabelList"/>
    <dgm:cxn modelId="{F54B23FC-B5A9-4267-A509-EC59EC94F131}" type="presParOf" srcId="{0B61C57D-07D1-463D-8644-93CCACB814F2}" destId="{CCED9B25-E067-4097-B680-853042A2560B}" srcOrd="0" destOrd="0" presId="urn:microsoft.com/office/officeart/2018/5/layout/IconCircleLabelList"/>
    <dgm:cxn modelId="{8FA4C69A-BC35-4098-8955-F0C0A500E9BF}" type="presParOf" srcId="{0B61C57D-07D1-463D-8644-93CCACB814F2}" destId="{993AA5DD-BEA2-4D43-B420-0AC688D02AA7}" srcOrd="1" destOrd="0" presId="urn:microsoft.com/office/officeart/2018/5/layout/IconCircleLabelList"/>
    <dgm:cxn modelId="{BF32E5F6-350D-41C7-836F-051067212112}" type="presParOf" srcId="{0B61C57D-07D1-463D-8644-93CCACB814F2}" destId="{2D5F8FFF-76E0-491F-AAD4-976C69E5B2A5}" srcOrd="2" destOrd="0" presId="urn:microsoft.com/office/officeart/2018/5/layout/IconCircleLabelList"/>
    <dgm:cxn modelId="{717A62DF-384A-4E42-A6EB-751E8CA467E0}" type="presParOf" srcId="{0B61C57D-07D1-463D-8644-93CCACB814F2}" destId="{1E1CD7C8-A6C8-48F4-BB71-4176FA8FA2D6}" srcOrd="3" destOrd="0" presId="urn:microsoft.com/office/officeart/2018/5/layout/IconCircleLabelList"/>
    <dgm:cxn modelId="{B6AB8ABA-FB5F-4611-8B00-9A7A0DDEA08A}" type="presParOf" srcId="{DB456929-32A3-4BAC-90DC-FA9F6CD41FE0}" destId="{526229A0-9EDC-45C5-A25A-B5AC7CD85CB6}" srcOrd="9" destOrd="0" presId="urn:microsoft.com/office/officeart/2018/5/layout/IconCircleLabelList"/>
    <dgm:cxn modelId="{79AED1B1-B98F-46C6-83FC-82488139D761}" type="presParOf" srcId="{DB456929-32A3-4BAC-90DC-FA9F6CD41FE0}" destId="{5E69F276-B3B2-41F5-9EF2-8648416022BC}" srcOrd="10" destOrd="0" presId="urn:microsoft.com/office/officeart/2018/5/layout/IconCircleLabelList"/>
    <dgm:cxn modelId="{532BAB44-D833-4AC6-8B67-26E0BC64FA7B}" type="presParOf" srcId="{5E69F276-B3B2-41F5-9EF2-8648416022BC}" destId="{D8D42F57-BE03-45C3-9126-52F44EE7C5AB}" srcOrd="0" destOrd="0" presId="urn:microsoft.com/office/officeart/2018/5/layout/IconCircleLabelList"/>
    <dgm:cxn modelId="{66EB7391-9C1C-4EE7-949C-C393B963BD81}" type="presParOf" srcId="{5E69F276-B3B2-41F5-9EF2-8648416022BC}" destId="{A18C70BD-3DCD-4F9F-A598-7DEDB57A3671}" srcOrd="1" destOrd="0" presId="urn:microsoft.com/office/officeart/2018/5/layout/IconCircleLabelList"/>
    <dgm:cxn modelId="{77FB0561-93D3-44A3-8C09-47ED3E6128A0}" type="presParOf" srcId="{5E69F276-B3B2-41F5-9EF2-8648416022BC}" destId="{6F03DD9E-92D6-4119-90D1-54F128C7B52D}" srcOrd="2" destOrd="0" presId="urn:microsoft.com/office/officeart/2018/5/layout/IconCircleLabelList"/>
    <dgm:cxn modelId="{52F82416-B8ED-4EA6-AECB-09CA02B69753}" type="presParOf" srcId="{5E69F276-B3B2-41F5-9EF2-8648416022BC}" destId="{BCDDF014-9DD6-4A3A-98D1-2435D6004B1D}" srcOrd="3" destOrd="0" presId="urn:microsoft.com/office/officeart/2018/5/layout/IconCircleLabelList"/>
    <dgm:cxn modelId="{7985B7A2-3E9C-4C2B-9EBD-03D422BB3A63}" type="presParOf" srcId="{DB456929-32A3-4BAC-90DC-FA9F6CD41FE0}" destId="{8D4A5ECD-FF49-45AC-B8BB-EA59E6DF3DD0}" srcOrd="11" destOrd="0" presId="urn:microsoft.com/office/officeart/2018/5/layout/IconCircleLabelList"/>
    <dgm:cxn modelId="{63AE5F7D-F4B5-4AD3-8E98-DDB13B1C2975}" type="presParOf" srcId="{DB456929-32A3-4BAC-90DC-FA9F6CD41FE0}" destId="{82F887EF-1326-48E9-BCF7-242A9EE4BFB1}" srcOrd="12" destOrd="0" presId="urn:microsoft.com/office/officeart/2018/5/layout/IconCircleLabelList"/>
    <dgm:cxn modelId="{922CED8A-BA6C-4434-A899-057F984DB7B1}" type="presParOf" srcId="{82F887EF-1326-48E9-BCF7-242A9EE4BFB1}" destId="{B7937D3F-A9AE-4D8F-AACB-2A9EAE619C03}" srcOrd="0" destOrd="0" presId="urn:microsoft.com/office/officeart/2018/5/layout/IconCircleLabelList"/>
    <dgm:cxn modelId="{79B8B6CE-5C5F-41DE-BA63-C14C3F07D962}" type="presParOf" srcId="{82F887EF-1326-48E9-BCF7-242A9EE4BFB1}" destId="{D9CC04EE-447C-4B18-955E-C8A00232F76C}" srcOrd="1" destOrd="0" presId="urn:microsoft.com/office/officeart/2018/5/layout/IconCircleLabelList"/>
    <dgm:cxn modelId="{3193648F-D594-45E1-9B7C-2B1B95BB7853}" type="presParOf" srcId="{82F887EF-1326-48E9-BCF7-242A9EE4BFB1}" destId="{D9A748A2-A6E3-4975-88CE-BEBD95076C06}" srcOrd="2" destOrd="0" presId="urn:microsoft.com/office/officeart/2018/5/layout/IconCircleLabelList"/>
    <dgm:cxn modelId="{A14631D9-68BF-41B8-8E93-E57C3EBBB652}" type="presParOf" srcId="{82F887EF-1326-48E9-BCF7-242A9EE4BFB1}" destId="{9416D964-2034-4280-8F8C-D03EE8B46795}" srcOrd="3" destOrd="0" presId="urn:microsoft.com/office/officeart/2018/5/layout/IconCircleLabelList"/>
    <dgm:cxn modelId="{4DC97B5B-B1E2-415F-A7F9-193CBE25DFA5}" type="presParOf" srcId="{DB456929-32A3-4BAC-90DC-FA9F6CD41FE0}" destId="{1F57FA2D-1B63-46CC-8938-818AE317F8F1}" srcOrd="13" destOrd="0" presId="urn:microsoft.com/office/officeart/2018/5/layout/IconCircleLabelList"/>
    <dgm:cxn modelId="{2D0D26FA-F7D5-47BF-A8B1-5F2D16A2DC19}" type="presParOf" srcId="{DB456929-32A3-4BAC-90DC-FA9F6CD41FE0}" destId="{5DF441E7-E728-4675-B6B9-50A79B75FAA4}" srcOrd="14" destOrd="0" presId="urn:microsoft.com/office/officeart/2018/5/layout/IconCircleLabelList"/>
    <dgm:cxn modelId="{6AB1F6BC-FA36-4A6E-9BCE-97691625A8DD}" type="presParOf" srcId="{5DF441E7-E728-4675-B6B9-50A79B75FAA4}" destId="{6A1DE9DA-E398-4233-98A7-47959273B86E}" srcOrd="0" destOrd="0" presId="urn:microsoft.com/office/officeart/2018/5/layout/IconCircleLabelList"/>
    <dgm:cxn modelId="{FC08522D-65BA-453D-A2C4-881DFE6B2AFF}" type="presParOf" srcId="{5DF441E7-E728-4675-B6B9-50A79B75FAA4}" destId="{1F31386E-FE8E-4176-B7A2-DA090616741C}" srcOrd="1" destOrd="0" presId="urn:microsoft.com/office/officeart/2018/5/layout/IconCircleLabelList"/>
    <dgm:cxn modelId="{CE2A261F-A708-46C1-8141-2EF3CB9C73EC}" type="presParOf" srcId="{5DF441E7-E728-4675-B6B9-50A79B75FAA4}" destId="{F55BEB8C-9A0B-4713-8EB8-A4C30404F727}" srcOrd="2" destOrd="0" presId="urn:microsoft.com/office/officeart/2018/5/layout/IconCircleLabelList"/>
    <dgm:cxn modelId="{5D88C3B3-AF19-48F2-B9D6-F5CBD1994422}" type="presParOf" srcId="{5DF441E7-E728-4675-B6B9-50A79B75FAA4}" destId="{E4F7CDC7-4ACD-4116-9A9E-63CD8E1744B9}"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3D2A1BA-220C-48A7-93D8-1ACA7F2FFFDF}" type="doc">
      <dgm:prSet loTypeId="urn:microsoft.com/office/officeart/2005/8/layout/default" loCatId="list" qsTypeId="urn:microsoft.com/office/officeart/2005/8/quickstyle/simple1" qsCatId="simple" csTypeId="urn:microsoft.com/office/officeart/2005/8/colors/colorful2" csCatId="colorful"/>
      <dgm:spPr/>
      <dgm:t>
        <a:bodyPr/>
        <a:lstStyle/>
        <a:p>
          <a:endParaRPr lang="en-US"/>
        </a:p>
      </dgm:t>
    </dgm:pt>
    <dgm:pt modelId="{1B001B4B-0AFE-4839-8000-1760643DE7F9}">
      <dgm:prSet/>
      <dgm:spPr/>
      <dgm:t>
        <a:bodyPr/>
        <a:lstStyle/>
        <a:p>
          <a:r>
            <a:rPr lang="en-US" b="1"/>
            <a:t>Developer Productivity</a:t>
          </a:r>
          <a:endParaRPr lang="en-US"/>
        </a:p>
      </dgm:t>
    </dgm:pt>
    <dgm:pt modelId="{F58FFA41-2FBF-44FE-A178-55EEC04FF267}" type="parTrans" cxnId="{27955F97-7EA2-4D00-B749-467D832166BF}">
      <dgm:prSet/>
      <dgm:spPr/>
      <dgm:t>
        <a:bodyPr/>
        <a:lstStyle/>
        <a:p>
          <a:endParaRPr lang="en-US"/>
        </a:p>
      </dgm:t>
    </dgm:pt>
    <dgm:pt modelId="{82AC4471-8AA0-445E-A826-116AD5785C0E}" type="sibTrans" cxnId="{27955F97-7EA2-4D00-B749-467D832166BF}">
      <dgm:prSet/>
      <dgm:spPr/>
      <dgm:t>
        <a:bodyPr/>
        <a:lstStyle/>
        <a:p>
          <a:endParaRPr lang="en-US"/>
        </a:p>
      </dgm:t>
    </dgm:pt>
    <dgm:pt modelId="{8CF99B59-0E60-43E8-B183-1469701E17CB}">
      <dgm:prSet/>
      <dgm:spPr/>
      <dgm:t>
        <a:bodyPr/>
        <a:lstStyle/>
        <a:p>
          <a:r>
            <a:rPr lang="en-US"/>
            <a:t>Generating CRUD endpoints</a:t>
          </a:r>
        </a:p>
      </dgm:t>
    </dgm:pt>
    <dgm:pt modelId="{A51D2C9F-521C-438D-A179-6E83722E6973}" type="parTrans" cxnId="{14FEDBB7-22BA-4671-9D7D-894E3384857A}">
      <dgm:prSet/>
      <dgm:spPr/>
      <dgm:t>
        <a:bodyPr/>
        <a:lstStyle/>
        <a:p>
          <a:endParaRPr lang="en-US"/>
        </a:p>
      </dgm:t>
    </dgm:pt>
    <dgm:pt modelId="{0B4129B1-B174-4773-8008-6718037122C8}" type="sibTrans" cxnId="{14FEDBB7-22BA-4671-9D7D-894E3384857A}">
      <dgm:prSet/>
      <dgm:spPr/>
      <dgm:t>
        <a:bodyPr/>
        <a:lstStyle/>
        <a:p>
          <a:endParaRPr lang="en-US"/>
        </a:p>
      </dgm:t>
    </dgm:pt>
    <dgm:pt modelId="{45C22DE1-CBA7-444F-B9BD-76EE9EABB414}">
      <dgm:prSet/>
      <dgm:spPr/>
      <dgm:t>
        <a:bodyPr/>
        <a:lstStyle/>
        <a:p>
          <a:r>
            <a:rPr lang="en-US"/>
            <a:t>Creating DTOs and entity mappings</a:t>
          </a:r>
        </a:p>
      </dgm:t>
    </dgm:pt>
    <dgm:pt modelId="{BA203C48-A67B-42C2-9B11-C418D930C98C}" type="parTrans" cxnId="{6C926CB4-AC08-4D43-A25B-038A3360896A}">
      <dgm:prSet/>
      <dgm:spPr/>
      <dgm:t>
        <a:bodyPr/>
        <a:lstStyle/>
        <a:p>
          <a:endParaRPr lang="en-US"/>
        </a:p>
      </dgm:t>
    </dgm:pt>
    <dgm:pt modelId="{EEC7733F-17B1-4917-BC4F-B51CAE54D02C}" type="sibTrans" cxnId="{6C926CB4-AC08-4D43-A25B-038A3360896A}">
      <dgm:prSet/>
      <dgm:spPr/>
      <dgm:t>
        <a:bodyPr/>
        <a:lstStyle/>
        <a:p>
          <a:endParaRPr lang="en-US"/>
        </a:p>
      </dgm:t>
    </dgm:pt>
    <dgm:pt modelId="{14EE9D4D-83AA-47C2-BFAC-4CFD6F9FD218}">
      <dgm:prSet/>
      <dgm:spPr/>
      <dgm:t>
        <a:bodyPr/>
        <a:lstStyle/>
        <a:p>
          <a:r>
            <a:rPr lang="en-US"/>
            <a:t>Applying validation and naming conventions</a:t>
          </a:r>
        </a:p>
      </dgm:t>
    </dgm:pt>
    <dgm:pt modelId="{2007CC10-F379-40E4-BA9B-F0811A2FE36C}" type="parTrans" cxnId="{0B7507E3-92D7-4317-8E3D-470839CED1BF}">
      <dgm:prSet/>
      <dgm:spPr/>
      <dgm:t>
        <a:bodyPr/>
        <a:lstStyle/>
        <a:p>
          <a:endParaRPr lang="en-US"/>
        </a:p>
      </dgm:t>
    </dgm:pt>
    <dgm:pt modelId="{72948478-964F-4CC2-96EE-7C262BD0D423}" type="sibTrans" cxnId="{0B7507E3-92D7-4317-8E3D-470839CED1BF}">
      <dgm:prSet/>
      <dgm:spPr/>
      <dgm:t>
        <a:bodyPr/>
        <a:lstStyle/>
        <a:p>
          <a:endParaRPr lang="en-US"/>
        </a:p>
      </dgm:t>
    </dgm:pt>
    <dgm:pt modelId="{F76B23BD-AAC6-4ADB-8177-EA0D3AB88FAF}">
      <dgm:prSet/>
      <dgm:spPr/>
      <dgm:t>
        <a:bodyPr/>
        <a:lstStyle/>
        <a:p>
          <a:r>
            <a:rPr lang="en-US"/>
            <a:t>Following existing project structure</a:t>
          </a:r>
        </a:p>
      </dgm:t>
    </dgm:pt>
    <dgm:pt modelId="{211B1826-3942-48B0-8DF4-A298B084B588}" type="parTrans" cxnId="{476CA285-1A18-4BAB-85F2-641984F194BC}">
      <dgm:prSet/>
      <dgm:spPr/>
      <dgm:t>
        <a:bodyPr/>
        <a:lstStyle/>
        <a:p>
          <a:endParaRPr lang="en-US"/>
        </a:p>
      </dgm:t>
    </dgm:pt>
    <dgm:pt modelId="{0B55D172-8361-4E43-B6EF-EDC76A5FAACC}" type="sibTrans" cxnId="{476CA285-1A18-4BAB-85F2-641984F194BC}">
      <dgm:prSet/>
      <dgm:spPr/>
      <dgm:t>
        <a:bodyPr/>
        <a:lstStyle/>
        <a:p>
          <a:endParaRPr lang="en-US"/>
        </a:p>
      </dgm:t>
    </dgm:pt>
    <dgm:pt modelId="{FB5E2224-F73A-46C4-8FEF-E7881499AC5A}" type="pres">
      <dgm:prSet presAssocID="{93D2A1BA-220C-48A7-93D8-1ACA7F2FFFDF}" presName="diagram" presStyleCnt="0">
        <dgm:presLayoutVars>
          <dgm:dir/>
          <dgm:resizeHandles val="exact"/>
        </dgm:presLayoutVars>
      </dgm:prSet>
      <dgm:spPr/>
    </dgm:pt>
    <dgm:pt modelId="{73C66EA1-06CB-4032-BC39-4368DD49CC07}" type="pres">
      <dgm:prSet presAssocID="{1B001B4B-0AFE-4839-8000-1760643DE7F9}" presName="node" presStyleLbl="node1" presStyleIdx="0" presStyleCnt="5">
        <dgm:presLayoutVars>
          <dgm:bulletEnabled val="1"/>
        </dgm:presLayoutVars>
      </dgm:prSet>
      <dgm:spPr/>
    </dgm:pt>
    <dgm:pt modelId="{FD01B8DC-0A2F-4EF9-BAB4-6C2AB77A48CD}" type="pres">
      <dgm:prSet presAssocID="{82AC4471-8AA0-445E-A826-116AD5785C0E}" presName="sibTrans" presStyleCnt="0"/>
      <dgm:spPr/>
    </dgm:pt>
    <dgm:pt modelId="{AFDA4A80-50C8-4A77-885E-1B5DD5BDD1B3}" type="pres">
      <dgm:prSet presAssocID="{8CF99B59-0E60-43E8-B183-1469701E17CB}" presName="node" presStyleLbl="node1" presStyleIdx="1" presStyleCnt="5">
        <dgm:presLayoutVars>
          <dgm:bulletEnabled val="1"/>
        </dgm:presLayoutVars>
      </dgm:prSet>
      <dgm:spPr/>
    </dgm:pt>
    <dgm:pt modelId="{F7C534B3-2644-472A-AB65-2FE5C571184B}" type="pres">
      <dgm:prSet presAssocID="{0B4129B1-B174-4773-8008-6718037122C8}" presName="sibTrans" presStyleCnt="0"/>
      <dgm:spPr/>
    </dgm:pt>
    <dgm:pt modelId="{AD170571-718A-4B2E-8E39-907DEBF750EE}" type="pres">
      <dgm:prSet presAssocID="{45C22DE1-CBA7-444F-B9BD-76EE9EABB414}" presName="node" presStyleLbl="node1" presStyleIdx="2" presStyleCnt="5">
        <dgm:presLayoutVars>
          <dgm:bulletEnabled val="1"/>
        </dgm:presLayoutVars>
      </dgm:prSet>
      <dgm:spPr/>
    </dgm:pt>
    <dgm:pt modelId="{EDB9861F-9690-464E-B664-F02C4FBC3799}" type="pres">
      <dgm:prSet presAssocID="{EEC7733F-17B1-4917-BC4F-B51CAE54D02C}" presName="sibTrans" presStyleCnt="0"/>
      <dgm:spPr/>
    </dgm:pt>
    <dgm:pt modelId="{963ECD84-25DD-4BAA-A8D9-E3E5A68B809F}" type="pres">
      <dgm:prSet presAssocID="{14EE9D4D-83AA-47C2-BFAC-4CFD6F9FD218}" presName="node" presStyleLbl="node1" presStyleIdx="3" presStyleCnt="5">
        <dgm:presLayoutVars>
          <dgm:bulletEnabled val="1"/>
        </dgm:presLayoutVars>
      </dgm:prSet>
      <dgm:spPr/>
    </dgm:pt>
    <dgm:pt modelId="{DCCBFCC0-C537-4AEE-80C6-E1CFD83D6ADE}" type="pres">
      <dgm:prSet presAssocID="{72948478-964F-4CC2-96EE-7C262BD0D423}" presName="sibTrans" presStyleCnt="0"/>
      <dgm:spPr/>
    </dgm:pt>
    <dgm:pt modelId="{BCD79D5E-68FF-44EB-A271-A326542E8C35}" type="pres">
      <dgm:prSet presAssocID="{F76B23BD-AAC6-4ADB-8177-EA0D3AB88FAF}" presName="node" presStyleLbl="node1" presStyleIdx="4" presStyleCnt="5">
        <dgm:presLayoutVars>
          <dgm:bulletEnabled val="1"/>
        </dgm:presLayoutVars>
      </dgm:prSet>
      <dgm:spPr/>
    </dgm:pt>
  </dgm:ptLst>
  <dgm:cxnLst>
    <dgm:cxn modelId="{0820DE17-D8CD-47A0-8AFD-753C38CC4998}" type="presOf" srcId="{93D2A1BA-220C-48A7-93D8-1ACA7F2FFFDF}" destId="{FB5E2224-F73A-46C4-8FEF-E7881499AC5A}" srcOrd="0" destOrd="0" presId="urn:microsoft.com/office/officeart/2005/8/layout/default"/>
    <dgm:cxn modelId="{1DD25335-5440-49AF-8E29-3288EA80296B}" type="presOf" srcId="{1B001B4B-0AFE-4839-8000-1760643DE7F9}" destId="{73C66EA1-06CB-4032-BC39-4368DD49CC07}" srcOrd="0" destOrd="0" presId="urn:microsoft.com/office/officeart/2005/8/layout/default"/>
    <dgm:cxn modelId="{FFA72551-C32D-41CA-BBFC-2A1B7377848D}" type="presOf" srcId="{F76B23BD-AAC6-4ADB-8177-EA0D3AB88FAF}" destId="{BCD79D5E-68FF-44EB-A271-A326542E8C35}" srcOrd="0" destOrd="0" presId="urn:microsoft.com/office/officeart/2005/8/layout/default"/>
    <dgm:cxn modelId="{B8214085-921A-4149-9FDC-518B935758A5}" type="presOf" srcId="{8CF99B59-0E60-43E8-B183-1469701E17CB}" destId="{AFDA4A80-50C8-4A77-885E-1B5DD5BDD1B3}" srcOrd="0" destOrd="0" presId="urn:microsoft.com/office/officeart/2005/8/layout/default"/>
    <dgm:cxn modelId="{476CA285-1A18-4BAB-85F2-641984F194BC}" srcId="{93D2A1BA-220C-48A7-93D8-1ACA7F2FFFDF}" destId="{F76B23BD-AAC6-4ADB-8177-EA0D3AB88FAF}" srcOrd="4" destOrd="0" parTransId="{211B1826-3942-48B0-8DF4-A298B084B588}" sibTransId="{0B55D172-8361-4E43-B6EF-EDC76A5FAACC}"/>
    <dgm:cxn modelId="{5409208E-996C-4FD3-A277-624895DE1D8D}" type="presOf" srcId="{45C22DE1-CBA7-444F-B9BD-76EE9EABB414}" destId="{AD170571-718A-4B2E-8E39-907DEBF750EE}" srcOrd="0" destOrd="0" presId="urn:microsoft.com/office/officeart/2005/8/layout/default"/>
    <dgm:cxn modelId="{27955F97-7EA2-4D00-B749-467D832166BF}" srcId="{93D2A1BA-220C-48A7-93D8-1ACA7F2FFFDF}" destId="{1B001B4B-0AFE-4839-8000-1760643DE7F9}" srcOrd="0" destOrd="0" parTransId="{F58FFA41-2FBF-44FE-A178-55EEC04FF267}" sibTransId="{82AC4471-8AA0-445E-A826-116AD5785C0E}"/>
    <dgm:cxn modelId="{6C926CB4-AC08-4D43-A25B-038A3360896A}" srcId="{93D2A1BA-220C-48A7-93D8-1ACA7F2FFFDF}" destId="{45C22DE1-CBA7-444F-B9BD-76EE9EABB414}" srcOrd="2" destOrd="0" parTransId="{BA203C48-A67B-42C2-9B11-C418D930C98C}" sibTransId="{EEC7733F-17B1-4917-BC4F-B51CAE54D02C}"/>
    <dgm:cxn modelId="{14FEDBB7-22BA-4671-9D7D-894E3384857A}" srcId="{93D2A1BA-220C-48A7-93D8-1ACA7F2FFFDF}" destId="{8CF99B59-0E60-43E8-B183-1469701E17CB}" srcOrd="1" destOrd="0" parTransId="{A51D2C9F-521C-438D-A179-6E83722E6973}" sibTransId="{0B4129B1-B174-4773-8008-6718037122C8}"/>
    <dgm:cxn modelId="{420D4ABE-50F3-44DB-BDD2-A18422D5A395}" type="presOf" srcId="{14EE9D4D-83AA-47C2-BFAC-4CFD6F9FD218}" destId="{963ECD84-25DD-4BAA-A8D9-E3E5A68B809F}" srcOrd="0" destOrd="0" presId="urn:microsoft.com/office/officeart/2005/8/layout/default"/>
    <dgm:cxn modelId="{0B7507E3-92D7-4317-8E3D-470839CED1BF}" srcId="{93D2A1BA-220C-48A7-93D8-1ACA7F2FFFDF}" destId="{14EE9D4D-83AA-47C2-BFAC-4CFD6F9FD218}" srcOrd="3" destOrd="0" parTransId="{2007CC10-F379-40E4-BA9B-F0811A2FE36C}" sibTransId="{72948478-964F-4CC2-96EE-7C262BD0D423}"/>
    <dgm:cxn modelId="{A590C1AA-A974-4F4C-93D7-AAC630F8931B}" type="presParOf" srcId="{FB5E2224-F73A-46C4-8FEF-E7881499AC5A}" destId="{73C66EA1-06CB-4032-BC39-4368DD49CC07}" srcOrd="0" destOrd="0" presId="urn:microsoft.com/office/officeart/2005/8/layout/default"/>
    <dgm:cxn modelId="{36356ABA-ECE8-4246-AA71-D9CB4F723832}" type="presParOf" srcId="{FB5E2224-F73A-46C4-8FEF-E7881499AC5A}" destId="{FD01B8DC-0A2F-4EF9-BAB4-6C2AB77A48CD}" srcOrd="1" destOrd="0" presId="urn:microsoft.com/office/officeart/2005/8/layout/default"/>
    <dgm:cxn modelId="{D6909D48-8705-4E5C-8125-74E99DD9118C}" type="presParOf" srcId="{FB5E2224-F73A-46C4-8FEF-E7881499AC5A}" destId="{AFDA4A80-50C8-4A77-885E-1B5DD5BDD1B3}" srcOrd="2" destOrd="0" presId="urn:microsoft.com/office/officeart/2005/8/layout/default"/>
    <dgm:cxn modelId="{F32ECE02-D924-4183-8BB4-04B043BCE97C}" type="presParOf" srcId="{FB5E2224-F73A-46C4-8FEF-E7881499AC5A}" destId="{F7C534B3-2644-472A-AB65-2FE5C571184B}" srcOrd="3" destOrd="0" presId="urn:microsoft.com/office/officeart/2005/8/layout/default"/>
    <dgm:cxn modelId="{264F6CDB-0238-404E-A8C8-CFC099B68FA0}" type="presParOf" srcId="{FB5E2224-F73A-46C4-8FEF-E7881499AC5A}" destId="{AD170571-718A-4B2E-8E39-907DEBF750EE}" srcOrd="4" destOrd="0" presId="urn:microsoft.com/office/officeart/2005/8/layout/default"/>
    <dgm:cxn modelId="{0B96541E-12B6-49CC-860A-2D29E6FEEF08}" type="presParOf" srcId="{FB5E2224-F73A-46C4-8FEF-E7881499AC5A}" destId="{EDB9861F-9690-464E-B664-F02C4FBC3799}" srcOrd="5" destOrd="0" presId="urn:microsoft.com/office/officeart/2005/8/layout/default"/>
    <dgm:cxn modelId="{04689274-8A88-430D-8426-91E749201472}" type="presParOf" srcId="{FB5E2224-F73A-46C4-8FEF-E7881499AC5A}" destId="{963ECD84-25DD-4BAA-A8D9-E3E5A68B809F}" srcOrd="6" destOrd="0" presId="urn:microsoft.com/office/officeart/2005/8/layout/default"/>
    <dgm:cxn modelId="{16337264-9A63-4871-8948-249C27293545}" type="presParOf" srcId="{FB5E2224-F73A-46C4-8FEF-E7881499AC5A}" destId="{DCCBFCC0-C537-4AEE-80C6-E1CFD83D6ADE}" srcOrd="7" destOrd="0" presId="urn:microsoft.com/office/officeart/2005/8/layout/default"/>
    <dgm:cxn modelId="{E8485839-1EE0-42E0-B182-40ED2312CC62}" type="presParOf" srcId="{FB5E2224-F73A-46C4-8FEF-E7881499AC5A}" destId="{BCD79D5E-68FF-44EB-A271-A326542E8C35}"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27FEF25-3BFD-4C33-9388-84294F92DDE2}"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366DC783-0981-4A6C-8CCF-AC6A1F8892C1}">
      <dgm:prSet/>
      <dgm:spPr/>
      <dgm:t>
        <a:bodyPr/>
        <a:lstStyle/>
        <a:p>
          <a:r>
            <a:rPr lang="en-US"/>
            <a:t>Generates inline code comments</a:t>
          </a:r>
        </a:p>
      </dgm:t>
    </dgm:pt>
    <dgm:pt modelId="{EF5290BB-EA34-4E36-A2CE-8ECDF615B14A}" type="parTrans" cxnId="{F76F2E1D-ECA4-4913-B568-67B9BFC87284}">
      <dgm:prSet/>
      <dgm:spPr/>
      <dgm:t>
        <a:bodyPr/>
        <a:lstStyle/>
        <a:p>
          <a:endParaRPr lang="en-US"/>
        </a:p>
      </dgm:t>
    </dgm:pt>
    <dgm:pt modelId="{B3A187B7-DC00-452C-86D9-DEF708A44CBA}" type="sibTrans" cxnId="{F76F2E1D-ECA4-4913-B568-67B9BFC87284}">
      <dgm:prSet/>
      <dgm:spPr/>
      <dgm:t>
        <a:bodyPr/>
        <a:lstStyle/>
        <a:p>
          <a:endParaRPr lang="en-US"/>
        </a:p>
      </dgm:t>
    </dgm:pt>
    <dgm:pt modelId="{438270D7-E4FE-4463-A591-B737272D0617}">
      <dgm:prSet/>
      <dgm:spPr/>
      <dgm:t>
        <a:bodyPr/>
        <a:lstStyle/>
        <a:p>
          <a:r>
            <a:rPr lang="en-US"/>
            <a:t>Explains business logic</a:t>
          </a:r>
        </a:p>
      </dgm:t>
    </dgm:pt>
    <dgm:pt modelId="{54AB42AE-5A8C-45A1-86DE-3EF9C79718FC}" type="parTrans" cxnId="{A3CD44BF-E626-44D4-9C4E-64C607AC1497}">
      <dgm:prSet/>
      <dgm:spPr/>
      <dgm:t>
        <a:bodyPr/>
        <a:lstStyle/>
        <a:p>
          <a:endParaRPr lang="en-US"/>
        </a:p>
      </dgm:t>
    </dgm:pt>
    <dgm:pt modelId="{DD26C937-5B8F-4B10-B8EC-B385C3E88C3F}" type="sibTrans" cxnId="{A3CD44BF-E626-44D4-9C4E-64C607AC1497}">
      <dgm:prSet/>
      <dgm:spPr/>
      <dgm:t>
        <a:bodyPr/>
        <a:lstStyle/>
        <a:p>
          <a:endParaRPr lang="en-US"/>
        </a:p>
      </dgm:t>
    </dgm:pt>
    <dgm:pt modelId="{71F57EAE-4852-4DA1-BB71-B749EE6E0DDD}">
      <dgm:prSet/>
      <dgm:spPr/>
      <dgm:t>
        <a:bodyPr/>
        <a:lstStyle/>
        <a:p>
          <a:r>
            <a:rPr lang="en-US"/>
            <a:t>Creates README or API documentation</a:t>
          </a:r>
        </a:p>
      </dgm:t>
    </dgm:pt>
    <dgm:pt modelId="{0947ADFD-761B-43F3-A096-4778946C3A57}" type="parTrans" cxnId="{E168EB4B-EA69-4BD7-8A7B-E44E4EC61515}">
      <dgm:prSet/>
      <dgm:spPr/>
      <dgm:t>
        <a:bodyPr/>
        <a:lstStyle/>
        <a:p>
          <a:endParaRPr lang="en-US"/>
        </a:p>
      </dgm:t>
    </dgm:pt>
    <dgm:pt modelId="{EB9E409A-3A9D-4AE9-87BF-8B18E3A62D51}" type="sibTrans" cxnId="{E168EB4B-EA69-4BD7-8A7B-E44E4EC61515}">
      <dgm:prSet/>
      <dgm:spPr/>
      <dgm:t>
        <a:bodyPr/>
        <a:lstStyle/>
        <a:p>
          <a:endParaRPr lang="en-US"/>
        </a:p>
      </dgm:t>
    </dgm:pt>
    <dgm:pt modelId="{B6B374EA-3C75-48DC-BDA5-2CDE56179506}">
      <dgm:prSet/>
      <dgm:spPr/>
      <dgm:t>
        <a:bodyPr/>
        <a:lstStyle/>
        <a:p>
          <a:r>
            <a:rPr lang="en-US"/>
            <a:t>Improves code readability</a:t>
          </a:r>
        </a:p>
      </dgm:t>
    </dgm:pt>
    <dgm:pt modelId="{62A06198-C436-4EBC-BC1B-861366AC12F4}" type="parTrans" cxnId="{52A90643-D4E3-4EC3-A90C-F7CA11BDFE3E}">
      <dgm:prSet/>
      <dgm:spPr/>
      <dgm:t>
        <a:bodyPr/>
        <a:lstStyle/>
        <a:p>
          <a:endParaRPr lang="en-US"/>
        </a:p>
      </dgm:t>
    </dgm:pt>
    <dgm:pt modelId="{70E0F490-51D6-4FE3-B527-F3E1FBCF080E}" type="sibTrans" cxnId="{52A90643-D4E3-4EC3-A90C-F7CA11BDFE3E}">
      <dgm:prSet/>
      <dgm:spPr/>
      <dgm:t>
        <a:bodyPr/>
        <a:lstStyle/>
        <a:p>
          <a:endParaRPr lang="en-US"/>
        </a:p>
      </dgm:t>
    </dgm:pt>
    <dgm:pt modelId="{EFDD0991-72E7-4E42-BF77-27F6E1F091A1}" type="pres">
      <dgm:prSet presAssocID="{E27FEF25-3BFD-4C33-9388-84294F92DDE2}" presName="outerComposite" presStyleCnt="0">
        <dgm:presLayoutVars>
          <dgm:chMax val="5"/>
          <dgm:dir/>
          <dgm:resizeHandles val="exact"/>
        </dgm:presLayoutVars>
      </dgm:prSet>
      <dgm:spPr/>
    </dgm:pt>
    <dgm:pt modelId="{FE2CFB4E-B397-4456-980E-93B6AD749896}" type="pres">
      <dgm:prSet presAssocID="{E27FEF25-3BFD-4C33-9388-84294F92DDE2}" presName="dummyMaxCanvas" presStyleCnt="0">
        <dgm:presLayoutVars/>
      </dgm:prSet>
      <dgm:spPr/>
    </dgm:pt>
    <dgm:pt modelId="{C1583420-F4FA-44DC-A3BB-231389B4894F}" type="pres">
      <dgm:prSet presAssocID="{E27FEF25-3BFD-4C33-9388-84294F92DDE2}" presName="FourNodes_1" presStyleLbl="node1" presStyleIdx="0" presStyleCnt="4">
        <dgm:presLayoutVars>
          <dgm:bulletEnabled val="1"/>
        </dgm:presLayoutVars>
      </dgm:prSet>
      <dgm:spPr/>
    </dgm:pt>
    <dgm:pt modelId="{33946EFC-6175-4354-963D-4871C06A456B}" type="pres">
      <dgm:prSet presAssocID="{E27FEF25-3BFD-4C33-9388-84294F92DDE2}" presName="FourNodes_2" presStyleLbl="node1" presStyleIdx="1" presStyleCnt="4">
        <dgm:presLayoutVars>
          <dgm:bulletEnabled val="1"/>
        </dgm:presLayoutVars>
      </dgm:prSet>
      <dgm:spPr/>
    </dgm:pt>
    <dgm:pt modelId="{5CAA2203-50D3-428E-A564-6BC52C8D4F7F}" type="pres">
      <dgm:prSet presAssocID="{E27FEF25-3BFD-4C33-9388-84294F92DDE2}" presName="FourNodes_3" presStyleLbl="node1" presStyleIdx="2" presStyleCnt="4">
        <dgm:presLayoutVars>
          <dgm:bulletEnabled val="1"/>
        </dgm:presLayoutVars>
      </dgm:prSet>
      <dgm:spPr/>
    </dgm:pt>
    <dgm:pt modelId="{AEA16841-6449-426F-8FC6-6C63C05D2A6E}" type="pres">
      <dgm:prSet presAssocID="{E27FEF25-3BFD-4C33-9388-84294F92DDE2}" presName="FourNodes_4" presStyleLbl="node1" presStyleIdx="3" presStyleCnt="4">
        <dgm:presLayoutVars>
          <dgm:bulletEnabled val="1"/>
        </dgm:presLayoutVars>
      </dgm:prSet>
      <dgm:spPr/>
    </dgm:pt>
    <dgm:pt modelId="{7320FFC1-89F0-49F4-911E-3F25367D9F4C}" type="pres">
      <dgm:prSet presAssocID="{E27FEF25-3BFD-4C33-9388-84294F92DDE2}" presName="FourConn_1-2" presStyleLbl="fgAccFollowNode1" presStyleIdx="0" presStyleCnt="3">
        <dgm:presLayoutVars>
          <dgm:bulletEnabled val="1"/>
        </dgm:presLayoutVars>
      </dgm:prSet>
      <dgm:spPr/>
    </dgm:pt>
    <dgm:pt modelId="{28E97A21-80A7-4822-9B9A-9ACAB90ABE7B}" type="pres">
      <dgm:prSet presAssocID="{E27FEF25-3BFD-4C33-9388-84294F92DDE2}" presName="FourConn_2-3" presStyleLbl="fgAccFollowNode1" presStyleIdx="1" presStyleCnt="3">
        <dgm:presLayoutVars>
          <dgm:bulletEnabled val="1"/>
        </dgm:presLayoutVars>
      </dgm:prSet>
      <dgm:spPr/>
    </dgm:pt>
    <dgm:pt modelId="{EA45A576-060D-4A68-AF3F-E8485680E00D}" type="pres">
      <dgm:prSet presAssocID="{E27FEF25-3BFD-4C33-9388-84294F92DDE2}" presName="FourConn_3-4" presStyleLbl="fgAccFollowNode1" presStyleIdx="2" presStyleCnt="3">
        <dgm:presLayoutVars>
          <dgm:bulletEnabled val="1"/>
        </dgm:presLayoutVars>
      </dgm:prSet>
      <dgm:spPr/>
    </dgm:pt>
    <dgm:pt modelId="{6D25A900-20AE-47FE-8E93-244FBD07EE9A}" type="pres">
      <dgm:prSet presAssocID="{E27FEF25-3BFD-4C33-9388-84294F92DDE2}" presName="FourNodes_1_text" presStyleLbl="node1" presStyleIdx="3" presStyleCnt="4">
        <dgm:presLayoutVars>
          <dgm:bulletEnabled val="1"/>
        </dgm:presLayoutVars>
      </dgm:prSet>
      <dgm:spPr/>
    </dgm:pt>
    <dgm:pt modelId="{3A06E2E5-D378-4534-A9D0-5F51A5DD5E8E}" type="pres">
      <dgm:prSet presAssocID="{E27FEF25-3BFD-4C33-9388-84294F92DDE2}" presName="FourNodes_2_text" presStyleLbl="node1" presStyleIdx="3" presStyleCnt="4">
        <dgm:presLayoutVars>
          <dgm:bulletEnabled val="1"/>
        </dgm:presLayoutVars>
      </dgm:prSet>
      <dgm:spPr/>
    </dgm:pt>
    <dgm:pt modelId="{D1CA76C5-5601-44AC-9C3D-9DBC70450C34}" type="pres">
      <dgm:prSet presAssocID="{E27FEF25-3BFD-4C33-9388-84294F92DDE2}" presName="FourNodes_3_text" presStyleLbl="node1" presStyleIdx="3" presStyleCnt="4">
        <dgm:presLayoutVars>
          <dgm:bulletEnabled val="1"/>
        </dgm:presLayoutVars>
      </dgm:prSet>
      <dgm:spPr/>
    </dgm:pt>
    <dgm:pt modelId="{C9490019-226D-4D3A-9141-4B963062BEAD}" type="pres">
      <dgm:prSet presAssocID="{E27FEF25-3BFD-4C33-9388-84294F92DDE2}" presName="FourNodes_4_text" presStyleLbl="node1" presStyleIdx="3" presStyleCnt="4">
        <dgm:presLayoutVars>
          <dgm:bulletEnabled val="1"/>
        </dgm:presLayoutVars>
      </dgm:prSet>
      <dgm:spPr/>
    </dgm:pt>
  </dgm:ptLst>
  <dgm:cxnLst>
    <dgm:cxn modelId="{4B108E09-CA5F-452B-A21C-8BD43F4E0558}" type="presOf" srcId="{B6B374EA-3C75-48DC-BDA5-2CDE56179506}" destId="{AEA16841-6449-426F-8FC6-6C63C05D2A6E}" srcOrd="0" destOrd="0" presId="urn:microsoft.com/office/officeart/2005/8/layout/vProcess5"/>
    <dgm:cxn modelId="{5243A30F-B4B9-47A9-9A86-9F61AC38926B}" type="presOf" srcId="{EB9E409A-3A9D-4AE9-87BF-8B18E3A62D51}" destId="{EA45A576-060D-4A68-AF3F-E8485680E00D}" srcOrd="0" destOrd="0" presId="urn:microsoft.com/office/officeart/2005/8/layout/vProcess5"/>
    <dgm:cxn modelId="{F76F2E1D-ECA4-4913-B568-67B9BFC87284}" srcId="{E27FEF25-3BFD-4C33-9388-84294F92DDE2}" destId="{366DC783-0981-4A6C-8CCF-AC6A1F8892C1}" srcOrd="0" destOrd="0" parTransId="{EF5290BB-EA34-4E36-A2CE-8ECDF615B14A}" sibTransId="{B3A187B7-DC00-452C-86D9-DEF708A44CBA}"/>
    <dgm:cxn modelId="{3C572324-1E41-41C8-B282-8C7DA40A1715}" type="presOf" srcId="{438270D7-E4FE-4463-A591-B737272D0617}" destId="{3A06E2E5-D378-4534-A9D0-5F51A5DD5E8E}" srcOrd="1" destOrd="0" presId="urn:microsoft.com/office/officeart/2005/8/layout/vProcess5"/>
    <dgm:cxn modelId="{A7A80826-286F-423D-A943-438431FDB992}" type="presOf" srcId="{DD26C937-5B8F-4B10-B8EC-B385C3E88C3F}" destId="{28E97A21-80A7-4822-9B9A-9ACAB90ABE7B}" srcOrd="0" destOrd="0" presId="urn:microsoft.com/office/officeart/2005/8/layout/vProcess5"/>
    <dgm:cxn modelId="{52A90643-D4E3-4EC3-A90C-F7CA11BDFE3E}" srcId="{E27FEF25-3BFD-4C33-9388-84294F92DDE2}" destId="{B6B374EA-3C75-48DC-BDA5-2CDE56179506}" srcOrd="3" destOrd="0" parTransId="{62A06198-C436-4EBC-BC1B-861366AC12F4}" sibTransId="{70E0F490-51D6-4FE3-B527-F3E1FBCF080E}"/>
    <dgm:cxn modelId="{E168EB4B-EA69-4BD7-8A7B-E44E4EC61515}" srcId="{E27FEF25-3BFD-4C33-9388-84294F92DDE2}" destId="{71F57EAE-4852-4DA1-BB71-B749EE6E0DDD}" srcOrd="2" destOrd="0" parTransId="{0947ADFD-761B-43F3-A096-4778946C3A57}" sibTransId="{EB9E409A-3A9D-4AE9-87BF-8B18E3A62D51}"/>
    <dgm:cxn modelId="{ED9DEE73-050C-4174-BDE5-4A8FE1B1B877}" type="presOf" srcId="{366DC783-0981-4A6C-8CCF-AC6A1F8892C1}" destId="{C1583420-F4FA-44DC-A3BB-231389B4894F}" srcOrd="0" destOrd="0" presId="urn:microsoft.com/office/officeart/2005/8/layout/vProcess5"/>
    <dgm:cxn modelId="{F0314E76-9B2D-4BE1-940F-BCFBEA4A60DB}" type="presOf" srcId="{B3A187B7-DC00-452C-86D9-DEF708A44CBA}" destId="{7320FFC1-89F0-49F4-911E-3F25367D9F4C}" srcOrd="0" destOrd="0" presId="urn:microsoft.com/office/officeart/2005/8/layout/vProcess5"/>
    <dgm:cxn modelId="{5E034457-E6F0-4651-AB7A-EF95AEBF1F82}" type="presOf" srcId="{B6B374EA-3C75-48DC-BDA5-2CDE56179506}" destId="{C9490019-226D-4D3A-9141-4B963062BEAD}" srcOrd="1" destOrd="0" presId="urn:microsoft.com/office/officeart/2005/8/layout/vProcess5"/>
    <dgm:cxn modelId="{48E5A381-5D75-4FB8-8D45-9AFD12DA7E7B}" type="presOf" srcId="{71F57EAE-4852-4DA1-BB71-B749EE6E0DDD}" destId="{D1CA76C5-5601-44AC-9C3D-9DBC70450C34}" srcOrd="1" destOrd="0" presId="urn:microsoft.com/office/officeart/2005/8/layout/vProcess5"/>
    <dgm:cxn modelId="{842EB596-8F8B-4D12-B430-6275D0EAB139}" type="presOf" srcId="{438270D7-E4FE-4463-A591-B737272D0617}" destId="{33946EFC-6175-4354-963D-4871C06A456B}" srcOrd="0" destOrd="0" presId="urn:microsoft.com/office/officeart/2005/8/layout/vProcess5"/>
    <dgm:cxn modelId="{5C33A0A1-9C20-428E-8A55-CC8C876D7BF8}" type="presOf" srcId="{71F57EAE-4852-4DA1-BB71-B749EE6E0DDD}" destId="{5CAA2203-50D3-428E-A564-6BC52C8D4F7F}" srcOrd="0" destOrd="0" presId="urn:microsoft.com/office/officeart/2005/8/layout/vProcess5"/>
    <dgm:cxn modelId="{A3CD44BF-E626-44D4-9C4E-64C607AC1497}" srcId="{E27FEF25-3BFD-4C33-9388-84294F92DDE2}" destId="{438270D7-E4FE-4463-A591-B737272D0617}" srcOrd="1" destOrd="0" parTransId="{54AB42AE-5A8C-45A1-86DE-3EF9C79718FC}" sibTransId="{DD26C937-5B8F-4B10-B8EC-B385C3E88C3F}"/>
    <dgm:cxn modelId="{546218C2-1CD1-478F-ACF3-363C1965152B}" type="presOf" srcId="{366DC783-0981-4A6C-8CCF-AC6A1F8892C1}" destId="{6D25A900-20AE-47FE-8E93-244FBD07EE9A}" srcOrd="1" destOrd="0" presId="urn:microsoft.com/office/officeart/2005/8/layout/vProcess5"/>
    <dgm:cxn modelId="{B42C3DE2-2DA1-4330-9E2C-3E87ECC14AF3}" type="presOf" srcId="{E27FEF25-3BFD-4C33-9388-84294F92DDE2}" destId="{EFDD0991-72E7-4E42-BF77-27F6E1F091A1}" srcOrd="0" destOrd="0" presId="urn:microsoft.com/office/officeart/2005/8/layout/vProcess5"/>
    <dgm:cxn modelId="{75C77EE5-C7FD-430A-8939-7AD7B5AAA3A8}" type="presParOf" srcId="{EFDD0991-72E7-4E42-BF77-27F6E1F091A1}" destId="{FE2CFB4E-B397-4456-980E-93B6AD749896}" srcOrd="0" destOrd="0" presId="urn:microsoft.com/office/officeart/2005/8/layout/vProcess5"/>
    <dgm:cxn modelId="{39ACA723-46C2-4287-A739-E1CC1E54048E}" type="presParOf" srcId="{EFDD0991-72E7-4E42-BF77-27F6E1F091A1}" destId="{C1583420-F4FA-44DC-A3BB-231389B4894F}" srcOrd="1" destOrd="0" presId="urn:microsoft.com/office/officeart/2005/8/layout/vProcess5"/>
    <dgm:cxn modelId="{6448B3EF-A3D7-4E1D-A696-1DEF1F2E1EB2}" type="presParOf" srcId="{EFDD0991-72E7-4E42-BF77-27F6E1F091A1}" destId="{33946EFC-6175-4354-963D-4871C06A456B}" srcOrd="2" destOrd="0" presId="urn:microsoft.com/office/officeart/2005/8/layout/vProcess5"/>
    <dgm:cxn modelId="{B7244595-6665-4506-A013-2B65DAA240BA}" type="presParOf" srcId="{EFDD0991-72E7-4E42-BF77-27F6E1F091A1}" destId="{5CAA2203-50D3-428E-A564-6BC52C8D4F7F}" srcOrd="3" destOrd="0" presId="urn:microsoft.com/office/officeart/2005/8/layout/vProcess5"/>
    <dgm:cxn modelId="{549C3320-110B-4DF6-AAA0-C9BD141A3404}" type="presParOf" srcId="{EFDD0991-72E7-4E42-BF77-27F6E1F091A1}" destId="{AEA16841-6449-426F-8FC6-6C63C05D2A6E}" srcOrd="4" destOrd="0" presId="urn:microsoft.com/office/officeart/2005/8/layout/vProcess5"/>
    <dgm:cxn modelId="{3928826A-69B8-482E-B80C-31AC805F1FE5}" type="presParOf" srcId="{EFDD0991-72E7-4E42-BF77-27F6E1F091A1}" destId="{7320FFC1-89F0-49F4-911E-3F25367D9F4C}" srcOrd="5" destOrd="0" presId="urn:microsoft.com/office/officeart/2005/8/layout/vProcess5"/>
    <dgm:cxn modelId="{971955AD-2A35-4451-BD5D-1654798145A7}" type="presParOf" srcId="{EFDD0991-72E7-4E42-BF77-27F6E1F091A1}" destId="{28E97A21-80A7-4822-9B9A-9ACAB90ABE7B}" srcOrd="6" destOrd="0" presId="urn:microsoft.com/office/officeart/2005/8/layout/vProcess5"/>
    <dgm:cxn modelId="{83D5A8E9-595B-4D94-8F4F-2CC7229C29AB}" type="presParOf" srcId="{EFDD0991-72E7-4E42-BF77-27F6E1F091A1}" destId="{EA45A576-060D-4A68-AF3F-E8485680E00D}" srcOrd="7" destOrd="0" presId="urn:microsoft.com/office/officeart/2005/8/layout/vProcess5"/>
    <dgm:cxn modelId="{F0293F5B-0D25-4AA4-894D-27CA5F3ACAC2}" type="presParOf" srcId="{EFDD0991-72E7-4E42-BF77-27F6E1F091A1}" destId="{6D25A900-20AE-47FE-8E93-244FBD07EE9A}" srcOrd="8" destOrd="0" presId="urn:microsoft.com/office/officeart/2005/8/layout/vProcess5"/>
    <dgm:cxn modelId="{73462AEB-1C98-4578-B3A5-3025A08FDD82}" type="presParOf" srcId="{EFDD0991-72E7-4E42-BF77-27F6E1F091A1}" destId="{3A06E2E5-D378-4534-A9D0-5F51A5DD5E8E}" srcOrd="9" destOrd="0" presId="urn:microsoft.com/office/officeart/2005/8/layout/vProcess5"/>
    <dgm:cxn modelId="{80F7C114-5BFD-4BBB-BBDA-A71CAC270B79}" type="presParOf" srcId="{EFDD0991-72E7-4E42-BF77-27F6E1F091A1}" destId="{D1CA76C5-5601-44AC-9C3D-9DBC70450C34}" srcOrd="10" destOrd="0" presId="urn:microsoft.com/office/officeart/2005/8/layout/vProcess5"/>
    <dgm:cxn modelId="{283CA46E-6107-4B10-85D4-FC0A224CB552}" type="presParOf" srcId="{EFDD0991-72E7-4E42-BF77-27F6E1F091A1}" destId="{C9490019-226D-4D3A-9141-4B963062BEAD}"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77E7918-C268-4A5F-9AF3-E4AD3F3259AF}" type="doc">
      <dgm:prSet loTypeId="urn:microsoft.com/office/officeart/2005/8/layout/hList1" loCatId="list" qsTypeId="urn:microsoft.com/office/officeart/2005/8/quickstyle/simple1" qsCatId="simple" csTypeId="urn:microsoft.com/office/officeart/2005/8/colors/colorful2" csCatId="colorful"/>
      <dgm:spPr/>
      <dgm:t>
        <a:bodyPr/>
        <a:lstStyle/>
        <a:p>
          <a:endParaRPr lang="en-US"/>
        </a:p>
      </dgm:t>
    </dgm:pt>
    <dgm:pt modelId="{9C101B86-1951-4B56-8DD2-83BBF2FC1E9D}">
      <dgm:prSet/>
      <dgm:spPr/>
      <dgm:t>
        <a:bodyPr/>
        <a:lstStyle/>
        <a:p>
          <a:r>
            <a:rPr lang="en-US"/>
            <a:t>🌥️  CLOUD CODING AGENT</a:t>
          </a:r>
        </a:p>
      </dgm:t>
    </dgm:pt>
    <dgm:pt modelId="{1F32EECA-10E8-4729-BDE1-A3FB5C238073}" type="parTrans" cxnId="{D1F256F5-313E-4634-9483-D38EF927B96D}">
      <dgm:prSet/>
      <dgm:spPr/>
      <dgm:t>
        <a:bodyPr/>
        <a:lstStyle/>
        <a:p>
          <a:endParaRPr lang="en-US"/>
        </a:p>
      </dgm:t>
    </dgm:pt>
    <dgm:pt modelId="{F13D215C-075B-4296-8B78-33503C287D2B}" type="sibTrans" cxnId="{D1F256F5-313E-4634-9483-D38EF927B96D}">
      <dgm:prSet/>
      <dgm:spPr/>
      <dgm:t>
        <a:bodyPr/>
        <a:lstStyle/>
        <a:p>
          <a:endParaRPr lang="en-US"/>
        </a:p>
      </dgm:t>
    </dgm:pt>
    <dgm:pt modelId="{0B22C0F6-1837-45E0-9F35-AD0EF7871C7E}">
      <dgm:prSet/>
      <dgm:spPr/>
      <dgm:t>
        <a:bodyPr/>
        <a:lstStyle/>
        <a:p>
          <a:r>
            <a:rPr lang="en-US" dirty="0"/>
            <a:t>✓ Complex feature development</a:t>
          </a:r>
        </a:p>
      </dgm:t>
    </dgm:pt>
    <dgm:pt modelId="{EDF8BB90-337B-4539-8D23-CAC5FE0A9EEA}" type="parTrans" cxnId="{E3B3778D-64E6-4AA0-9986-7D1111418BF0}">
      <dgm:prSet/>
      <dgm:spPr/>
      <dgm:t>
        <a:bodyPr/>
        <a:lstStyle/>
        <a:p>
          <a:endParaRPr lang="en-US"/>
        </a:p>
      </dgm:t>
    </dgm:pt>
    <dgm:pt modelId="{B352F23B-F42C-4CDB-914D-42B3D50C2E63}" type="sibTrans" cxnId="{E3B3778D-64E6-4AA0-9986-7D1111418BF0}">
      <dgm:prSet/>
      <dgm:spPr/>
      <dgm:t>
        <a:bodyPr/>
        <a:lstStyle/>
        <a:p>
          <a:endParaRPr lang="en-US"/>
        </a:p>
      </dgm:t>
    </dgm:pt>
    <dgm:pt modelId="{3D2BD762-A8A8-4D01-856E-E41830E171B7}">
      <dgm:prSet/>
      <dgm:spPr/>
      <dgm:t>
        <a:bodyPr/>
        <a:lstStyle/>
        <a:p>
          <a:r>
            <a:rPr lang="en-US"/>
            <a:t>✓ Multi-file code generation</a:t>
          </a:r>
        </a:p>
      </dgm:t>
    </dgm:pt>
    <dgm:pt modelId="{87ACAE18-B33D-4171-A020-67806B2C57C7}" type="parTrans" cxnId="{082C2919-2F61-4BBA-8FCE-6E22454EB90B}">
      <dgm:prSet/>
      <dgm:spPr/>
      <dgm:t>
        <a:bodyPr/>
        <a:lstStyle/>
        <a:p>
          <a:endParaRPr lang="en-US"/>
        </a:p>
      </dgm:t>
    </dgm:pt>
    <dgm:pt modelId="{FECC5C36-8775-42C7-8C35-5662213C9FF5}" type="sibTrans" cxnId="{082C2919-2F61-4BBA-8FCE-6E22454EB90B}">
      <dgm:prSet/>
      <dgm:spPr/>
      <dgm:t>
        <a:bodyPr/>
        <a:lstStyle/>
        <a:p>
          <a:endParaRPr lang="en-US"/>
        </a:p>
      </dgm:t>
    </dgm:pt>
    <dgm:pt modelId="{71445A8C-3E69-4941-88F9-C22D5C8DA9A1}">
      <dgm:prSet/>
      <dgm:spPr/>
      <dgm:t>
        <a:bodyPr/>
        <a:lstStyle/>
        <a:p>
          <a:r>
            <a:rPr lang="en-US"/>
            <a:t>✓ Automatic PR creation</a:t>
          </a:r>
        </a:p>
      </dgm:t>
    </dgm:pt>
    <dgm:pt modelId="{E61A2ED3-B63D-4680-90F9-5A4D8DCD323C}" type="parTrans" cxnId="{1C093923-F39B-42D8-84B0-C80DEE7E7E79}">
      <dgm:prSet/>
      <dgm:spPr/>
      <dgm:t>
        <a:bodyPr/>
        <a:lstStyle/>
        <a:p>
          <a:endParaRPr lang="en-US"/>
        </a:p>
      </dgm:t>
    </dgm:pt>
    <dgm:pt modelId="{383989C6-4531-45B8-B70E-58099B9F619A}" type="sibTrans" cxnId="{1C093923-F39B-42D8-84B0-C80DEE7E7E79}">
      <dgm:prSet/>
      <dgm:spPr/>
      <dgm:t>
        <a:bodyPr/>
        <a:lstStyle/>
        <a:p>
          <a:endParaRPr lang="en-US"/>
        </a:p>
      </dgm:t>
    </dgm:pt>
    <dgm:pt modelId="{6CD697D6-8394-4F69-B4A2-802F29135A5A}">
      <dgm:prSet/>
      <dgm:spPr/>
      <dgm:t>
        <a:bodyPr/>
        <a:lstStyle/>
        <a:p>
          <a:r>
            <a:rPr lang="en-US"/>
            <a:t>Best for: Complete features, new architecture</a:t>
          </a:r>
        </a:p>
      </dgm:t>
    </dgm:pt>
    <dgm:pt modelId="{998C73BA-6ED6-4F77-8418-7D783212BAB7}" type="parTrans" cxnId="{80E3D711-E18B-4F63-B33B-75EA3DCCC91A}">
      <dgm:prSet/>
      <dgm:spPr/>
      <dgm:t>
        <a:bodyPr/>
        <a:lstStyle/>
        <a:p>
          <a:endParaRPr lang="en-US"/>
        </a:p>
      </dgm:t>
    </dgm:pt>
    <dgm:pt modelId="{739E9F4D-3E78-4637-B7A6-C1F24BF93174}" type="sibTrans" cxnId="{80E3D711-E18B-4F63-B33B-75EA3DCCC91A}">
      <dgm:prSet/>
      <dgm:spPr/>
      <dgm:t>
        <a:bodyPr/>
        <a:lstStyle/>
        <a:p>
          <a:endParaRPr lang="en-US"/>
        </a:p>
      </dgm:t>
    </dgm:pt>
    <dgm:pt modelId="{3769958A-32A0-4019-BC9F-98D708C6C799}">
      <dgm:prSet/>
      <dgm:spPr/>
      <dgm:t>
        <a:bodyPr/>
        <a:lstStyle/>
        <a:p>
          <a:r>
            <a:rPr lang="en-US"/>
            <a:t>💻 LOCAL AGENT</a:t>
          </a:r>
        </a:p>
      </dgm:t>
    </dgm:pt>
    <dgm:pt modelId="{9B305C63-657F-41C5-AC0A-5830A0FB4A57}" type="parTrans" cxnId="{35C74F52-5B45-46A2-9853-A8634B98D324}">
      <dgm:prSet/>
      <dgm:spPr/>
      <dgm:t>
        <a:bodyPr/>
        <a:lstStyle/>
        <a:p>
          <a:endParaRPr lang="en-US"/>
        </a:p>
      </dgm:t>
    </dgm:pt>
    <dgm:pt modelId="{35C086A1-655F-41A9-87EB-D267F2B9BED9}" type="sibTrans" cxnId="{35C74F52-5B45-46A2-9853-A8634B98D324}">
      <dgm:prSet/>
      <dgm:spPr/>
      <dgm:t>
        <a:bodyPr/>
        <a:lstStyle/>
        <a:p>
          <a:endParaRPr lang="en-US"/>
        </a:p>
      </dgm:t>
    </dgm:pt>
    <dgm:pt modelId="{75600A39-AEF4-42AE-A1A8-E2EF8742691C}">
      <dgm:prSet/>
      <dgm:spPr/>
      <dgm:t>
        <a:bodyPr/>
        <a:lstStyle/>
        <a:p>
          <a:r>
            <a:rPr lang="en-US"/>
            <a:t>✓ Interactive code suggestions</a:t>
          </a:r>
        </a:p>
      </dgm:t>
    </dgm:pt>
    <dgm:pt modelId="{0CF37B15-31E8-47EE-A4B0-041B7070A687}" type="parTrans" cxnId="{C5DBDB94-F91B-4736-B817-30EDE0687C42}">
      <dgm:prSet/>
      <dgm:spPr/>
      <dgm:t>
        <a:bodyPr/>
        <a:lstStyle/>
        <a:p>
          <a:endParaRPr lang="en-US"/>
        </a:p>
      </dgm:t>
    </dgm:pt>
    <dgm:pt modelId="{5018DD06-28D8-46CB-A3CF-A1574A568F06}" type="sibTrans" cxnId="{C5DBDB94-F91B-4736-B817-30EDE0687C42}">
      <dgm:prSet/>
      <dgm:spPr/>
      <dgm:t>
        <a:bodyPr/>
        <a:lstStyle/>
        <a:p>
          <a:endParaRPr lang="en-US"/>
        </a:p>
      </dgm:t>
    </dgm:pt>
    <dgm:pt modelId="{D013C44D-296A-434F-8181-F401B36548F4}">
      <dgm:prSet/>
      <dgm:spPr/>
      <dgm:t>
        <a:bodyPr/>
        <a:lstStyle/>
        <a:p>
          <a:r>
            <a:rPr lang="en-US"/>
            <a:t>✓ Rapid iteration &amp; debugging</a:t>
          </a:r>
        </a:p>
      </dgm:t>
    </dgm:pt>
    <dgm:pt modelId="{357C0AC4-80FB-42C1-8919-316DF4DA368D}" type="parTrans" cxnId="{2407E033-3843-431C-989D-881CB6F97FB2}">
      <dgm:prSet/>
      <dgm:spPr/>
      <dgm:t>
        <a:bodyPr/>
        <a:lstStyle/>
        <a:p>
          <a:endParaRPr lang="en-US"/>
        </a:p>
      </dgm:t>
    </dgm:pt>
    <dgm:pt modelId="{835BE6F9-9F54-404D-8070-63935C7CA39B}" type="sibTrans" cxnId="{2407E033-3843-431C-989D-881CB6F97FB2}">
      <dgm:prSet/>
      <dgm:spPr/>
      <dgm:t>
        <a:bodyPr/>
        <a:lstStyle/>
        <a:p>
          <a:endParaRPr lang="en-US"/>
        </a:p>
      </dgm:t>
    </dgm:pt>
    <dgm:pt modelId="{47EB793D-C319-4BEA-882F-BDD8B2D2E483}">
      <dgm:prSet/>
      <dgm:spPr/>
      <dgm:t>
        <a:bodyPr/>
        <a:lstStyle/>
        <a:p>
          <a:r>
            <a:rPr lang="en-US"/>
            <a:t>✓ Real-time feedback loops</a:t>
          </a:r>
        </a:p>
      </dgm:t>
    </dgm:pt>
    <dgm:pt modelId="{BBF093B5-F608-4739-A471-088F5539491B}" type="parTrans" cxnId="{C539C7AA-8E18-4A3B-B8CE-BCF80909BEBA}">
      <dgm:prSet/>
      <dgm:spPr/>
      <dgm:t>
        <a:bodyPr/>
        <a:lstStyle/>
        <a:p>
          <a:endParaRPr lang="en-US"/>
        </a:p>
      </dgm:t>
    </dgm:pt>
    <dgm:pt modelId="{1FD877E8-FCF9-464C-96CE-50BE99275029}" type="sibTrans" cxnId="{C539C7AA-8E18-4A3B-B8CE-BCF80909BEBA}">
      <dgm:prSet/>
      <dgm:spPr/>
      <dgm:t>
        <a:bodyPr/>
        <a:lstStyle/>
        <a:p>
          <a:endParaRPr lang="en-US"/>
        </a:p>
      </dgm:t>
    </dgm:pt>
    <dgm:pt modelId="{2588A680-1271-4EA2-9943-10431C819A19}">
      <dgm:prSet/>
      <dgm:spPr/>
      <dgm:t>
        <a:bodyPr/>
        <a:lstStyle/>
        <a:p>
          <a:r>
            <a:rPr lang="en-US"/>
            <a:t>Best for: Optimization, testing, quick fixes</a:t>
          </a:r>
        </a:p>
      </dgm:t>
    </dgm:pt>
    <dgm:pt modelId="{A2D63F2E-3746-42EA-BB14-6661AE1A2124}" type="parTrans" cxnId="{AC3C928F-3B58-4965-8703-54621ADF0871}">
      <dgm:prSet/>
      <dgm:spPr/>
      <dgm:t>
        <a:bodyPr/>
        <a:lstStyle/>
        <a:p>
          <a:endParaRPr lang="en-US"/>
        </a:p>
      </dgm:t>
    </dgm:pt>
    <dgm:pt modelId="{97A38EA2-0B59-496D-BD77-FEC415E59C97}" type="sibTrans" cxnId="{AC3C928F-3B58-4965-8703-54621ADF0871}">
      <dgm:prSet/>
      <dgm:spPr/>
      <dgm:t>
        <a:bodyPr/>
        <a:lstStyle/>
        <a:p>
          <a:endParaRPr lang="en-US"/>
        </a:p>
      </dgm:t>
    </dgm:pt>
    <dgm:pt modelId="{FE3FA62D-E688-4F83-ADF0-D3E2A766D36B}">
      <dgm:prSet/>
      <dgm:spPr/>
      <dgm:t>
        <a:bodyPr/>
        <a:lstStyle/>
        <a:p>
          <a:r>
            <a:rPr lang="en-US"/>
            <a:t>🔄 BACKGROUND AGENT</a:t>
          </a:r>
        </a:p>
      </dgm:t>
    </dgm:pt>
    <dgm:pt modelId="{848304F2-2F33-4F5F-9C66-3D930CE9C0E0}" type="parTrans" cxnId="{EFC05D9F-79B4-41D4-913B-44334952B214}">
      <dgm:prSet/>
      <dgm:spPr/>
      <dgm:t>
        <a:bodyPr/>
        <a:lstStyle/>
        <a:p>
          <a:endParaRPr lang="en-US"/>
        </a:p>
      </dgm:t>
    </dgm:pt>
    <dgm:pt modelId="{51201762-130E-40BE-9BA1-F8A47CFD0829}" type="sibTrans" cxnId="{EFC05D9F-79B4-41D4-913B-44334952B214}">
      <dgm:prSet/>
      <dgm:spPr/>
      <dgm:t>
        <a:bodyPr/>
        <a:lstStyle/>
        <a:p>
          <a:endParaRPr lang="en-US"/>
        </a:p>
      </dgm:t>
    </dgm:pt>
    <dgm:pt modelId="{60D92341-59C3-4EC7-A7A8-522696F7F309}">
      <dgm:prSet/>
      <dgm:spPr/>
      <dgm:t>
        <a:bodyPr/>
        <a:lstStyle/>
        <a:p>
          <a:r>
            <a:rPr lang="en-US"/>
            <a:t>✓ Parallel task execution</a:t>
          </a:r>
        </a:p>
      </dgm:t>
    </dgm:pt>
    <dgm:pt modelId="{17C99B40-911E-4207-A29E-298240540823}" type="parTrans" cxnId="{521C5BCB-B4AB-42E7-8DCD-8D8B13AD0581}">
      <dgm:prSet/>
      <dgm:spPr/>
      <dgm:t>
        <a:bodyPr/>
        <a:lstStyle/>
        <a:p>
          <a:endParaRPr lang="en-US"/>
        </a:p>
      </dgm:t>
    </dgm:pt>
    <dgm:pt modelId="{9B4D181D-4E23-47C3-B898-1081855FD95E}" type="sibTrans" cxnId="{521C5BCB-B4AB-42E7-8DCD-8D8B13AD0581}">
      <dgm:prSet/>
      <dgm:spPr/>
      <dgm:t>
        <a:bodyPr/>
        <a:lstStyle/>
        <a:p>
          <a:endParaRPr lang="en-US"/>
        </a:p>
      </dgm:t>
    </dgm:pt>
    <dgm:pt modelId="{52C2D5BA-A8AC-4F27-9556-667C6AA122BF}">
      <dgm:prSet/>
      <dgm:spPr/>
      <dgm:t>
        <a:bodyPr/>
        <a:lstStyle/>
        <a:p>
          <a:r>
            <a:rPr lang="en-US"/>
            <a:t>✓ Non-blocking workflows</a:t>
          </a:r>
        </a:p>
      </dgm:t>
    </dgm:pt>
    <dgm:pt modelId="{EFE3A740-6076-49DC-A5FB-82EADFE0A4BD}" type="parTrans" cxnId="{7EDD6CFC-D930-438F-A98E-F6B556C0A154}">
      <dgm:prSet/>
      <dgm:spPr/>
      <dgm:t>
        <a:bodyPr/>
        <a:lstStyle/>
        <a:p>
          <a:endParaRPr lang="en-US"/>
        </a:p>
      </dgm:t>
    </dgm:pt>
    <dgm:pt modelId="{3B245949-5397-4461-8040-9C83ED754D60}" type="sibTrans" cxnId="{7EDD6CFC-D930-438F-A98E-F6B556C0A154}">
      <dgm:prSet/>
      <dgm:spPr/>
      <dgm:t>
        <a:bodyPr/>
        <a:lstStyle/>
        <a:p>
          <a:endParaRPr lang="en-US"/>
        </a:p>
      </dgm:t>
    </dgm:pt>
    <dgm:pt modelId="{20FB1C8C-85A0-4786-94AD-AAEF91418F87}">
      <dgm:prSet/>
      <dgm:spPr/>
      <dgm:t>
        <a:bodyPr/>
        <a:lstStyle/>
        <a:p>
          <a:r>
            <a:rPr lang="en-US"/>
            <a:t>✓ Independent operations</a:t>
          </a:r>
        </a:p>
      </dgm:t>
    </dgm:pt>
    <dgm:pt modelId="{E1982DA3-DEA1-44F6-B6F6-A920B9C5DB28}" type="parTrans" cxnId="{D25C51C9-5F3C-4F0E-AE36-B7B7713C50A3}">
      <dgm:prSet/>
      <dgm:spPr/>
      <dgm:t>
        <a:bodyPr/>
        <a:lstStyle/>
        <a:p>
          <a:endParaRPr lang="en-US"/>
        </a:p>
      </dgm:t>
    </dgm:pt>
    <dgm:pt modelId="{A733DDAA-0BFD-4E3C-B823-C945CFB2BCC4}" type="sibTrans" cxnId="{D25C51C9-5F3C-4F0E-AE36-B7B7713C50A3}">
      <dgm:prSet/>
      <dgm:spPr/>
      <dgm:t>
        <a:bodyPr/>
        <a:lstStyle/>
        <a:p>
          <a:endParaRPr lang="en-US"/>
        </a:p>
      </dgm:t>
    </dgm:pt>
    <dgm:pt modelId="{E84C3EA5-2F10-4821-BD68-7E9787441FD2}">
      <dgm:prSet/>
      <dgm:spPr/>
      <dgm:t>
        <a:bodyPr/>
        <a:lstStyle/>
        <a:p>
          <a:r>
            <a:rPr lang="en-US"/>
            <a:t>Best for: Documentation, formatting, cleanup</a:t>
          </a:r>
        </a:p>
      </dgm:t>
    </dgm:pt>
    <dgm:pt modelId="{3E595B27-403B-4257-87AA-031CAEEEF3C8}" type="parTrans" cxnId="{F91D37D4-9633-4B26-945E-69AB364F41EF}">
      <dgm:prSet/>
      <dgm:spPr/>
      <dgm:t>
        <a:bodyPr/>
        <a:lstStyle/>
        <a:p>
          <a:endParaRPr lang="en-US"/>
        </a:p>
      </dgm:t>
    </dgm:pt>
    <dgm:pt modelId="{33C2C893-0B83-444E-A1EE-DEB28EC5A461}" type="sibTrans" cxnId="{F91D37D4-9633-4B26-945E-69AB364F41EF}">
      <dgm:prSet/>
      <dgm:spPr/>
      <dgm:t>
        <a:bodyPr/>
        <a:lstStyle/>
        <a:p>
          <a:endParaRPr lang="en-US"/>
        </a:p>
      </dgm:t>
    </dgm:pt>
    <dgm:pt modelId="{4272FAA9-F89A-4F8F-9414-B929975274D8}" type="pres">
      <dgm:prSet presAssocID="{D77E7918-C268-4A5F-9AF3-E4AD3F3259AF}" presName="Name0" presStyleCnt="0">
        <dgm:presLayoutVars>
          <dgm:dir/>
          <dgm:animLvl val="lvl"/>
          <dgm:resizeHandles val="exact"/>
        </dgm:presLayoutVars>
      </dgm:prSet>
      <dgm:spPr/>
    </dgm:pt>
    <dgm:pt modelId="{AAF07231-7D6F-4133-8E3A-6A7789633B41}" type="pres">
      <dgm:prSet presAssocID="{9C101B86-1951-4B56-8DD2-83BBF2FC1E9D}" presName="composite" presStyleCnt="0"/>
      <dgm:spPr/>
    </dgm:pt>
    <dgm:pt modelId="{3192C808-3F1B-4D45-8264-C28FEC23B1BD}" type="pres">
      <dgm:prSet presAssocID="{9C101B86-1951-4B56-8DD2-83BBF2FC1E9D}" presName="parTx" presStyleLbl="alignNode1" presStyleIdx="0" presStyleCnt="3">
        <dgm:presLayoutVars>
          <dgm:chMax val="0"/>
          <dgm:chPref val="0"/>
          <dgm:bulletEnabled val="1"/>
        </dgm:presLayoutVars>
      </dgm:prSet>
      <dgm:spPr/>
    </dgm:pt>
    <dgm:pt modelId="{2119B2BE-A9E7-4FDB-85F1-87F5748673D3}" type="pres">
      <dgm:prSet presAssocID="{9C101B86-1951-4B56-8DD2-83BBF2FC1E9D}" presName="desTx" presStyleLbl="alignAccFollowNode1" presStyleIdx="0" presStyleCnt="3">
        <dgm:presLayoutVars>
          <dgm:bulletEnabled val="1"/>
        </dgm:presLayoutVars>
      </dgm:prSet>
      <dgm:spPr/>
    </dgm:pt>
    <dgm:pt modelId="{4D17FC62-F4C2-42DA-BEB0-9687601A4F98}" type="pres">
      <dgm:prSet presAssocID="{F13D215C-075B-4296-8B78-33503C287D2B}" presName="space" presStyleCnt="0"/>
      <dgm:spPr/>
    </dgm:pt>
    <dgm:pt modelId="{5C22839B-62ED-445D-83E1-823494252161}" type="pres">
      <dgm:prSet presAssocID="{3769958A-32A0-4019-BC9F-98D708C6C799}" presName="composite" presStyleCnt="0"/>
      <dgm:spPr/>
    </dgm:pt>
    <dgm:pt modelId="{3A2CB22D-40D0-4D3B-A4E2-90B97EEEDFCE}" type="pres">
      <dgm:prSet presAssocID="{3769958A-32A0-4019-BC9F-98D708C6C799}" presName="parTx" presStyleLbl="alignNode1" presStyleIdx="1" presStyleCnt="3">
        <dgm:presLayoutVars>
          <dgm:chMax val="0"/>
          <dgm:chPref val="0"/>
          <dgm:bulletEnabled val="1"/>
        </dgm:presLayoutVars>
      </dgm:prSet>
      <dgm:spPr/>
    </dgm:pt>
    <dgm:pt modelId="{3238233A-7B0F-4136-8BFE-DC41D42E304A}" type="pres">
      <dgm:prSet presAssocID="{3769958A-32A0-4019-BC9F-98D708C6C799}" presName="desTx" presStyleLbl="alignAccFollowNode1" presStyleIdx="1" presStyleCnt="3">
        <dgm:presLayoutVars>
          <dgm:bulletEnabled val="1"/>
        </dgm:presLayoutVars>
      </dgm:prSet>
      <dgm:spPr/>
    </dgm:pt>
    <dgm:pt modelId="{5744B4B8-0C21-4D77-88B0-05AD7C1D17A0}" type="pres">
      <dgm:prSet presAssocID="{35C086A1-655F-41A9-87EB-D267F2B9BED9}" presName="space" presStyleCnt="0"/>
      <dgm:spPr/>
    </dgm:pt>
    <dgm:pt modelId="{9C87DB03-61B2-43DE-B4CC-546E5F6148E3}" type="pres">
      <dgm:prSet presAssocID="{FE3FA62D-E688-4F83-ADF0-D3E2A766D36B}" presName="composite" presStyleCnt="0"/>
      <dgm:spPr/>
    </dgm:pt>
    <dgm:pt modelId="{8C209224-A25C-4B64-A26D-AE85DE4B1E49}" type="pres">
      <dgm:prSet presAssocID="{FE3FA62D-E688-4F83-ADF0-D3E2A766D36B}" presName="parTx" presStyleLbl="alignNode1" presStyleIdx="2" presStyleCnt="3">
        <dgm:presLayoutVars>
          <dgm:chMax val="0"/>
          <dgm:chPref val="0"/>
          <dgm:bulletEnabled val="1"/>
        </dgm:presLayoutVars>
      </dgm:prSet>
      <dgm:spPr/>
    </dgm:pt>
    <dgm:pt modelId="{F5FD5B4B-C3C7-4485-ADD2-33FF8964CF69}" type="pres">
      <dgm:prSet presAssocID="{FE3FA62D-E688-4F83-ADF0-D3E2A766D36B}" presName="desTx" presStyleLbl="alignAccFollowNode1" presStyleIdx="2" presStyleCnt="3">
        <dgm:presLayoutVars>
          <dgm:bulletEnabled val="1"/>
        </dgm:presLayoutVars>
      </dgm:prSet>
      <dgm:spPr/>
    </dgm:pt>
  </dgm:ptLst>
  <dgm:cxnLst>
    <dgm:cxn modelId="{80E3D711-E18B-4F63-B33B-75EA3DCCC91A}" srcId="{9C101B86-1951-4B56-8DD2-83BBF2FC1E9D}" destId="{6CD697D6-8394-4F69-B4A2-802F29135A5A}" srcOrd="3" destOrd="0" parTransId="{998C73BA-6ED6-4F77-8418-7D783212BAB7}" sibTransId="{739E9F4D-3E78-4637-B7A6-C1F24BF93174}"/>
    <dgm:cxn modelId="{3B6F6617-EBE9-462D-88C9-7AFB33C4B5B0}" type="presOf" srcId="{D013C44D-296A-434F-8181-F401B36548F4}" destId="{3238233A-7B0F-4136-8BFE-DC41D42E304A}" srcOrd="0" destOrd="1" presId="urn:microsoft.com/office/officeart/2005/8/layout/hList1"/>
    <dgm:cxn modelId="{082C2919-2F61-4BBA-8FCE-6E22454EB90B}" srcId="{9C101B86-1951-4B56-8DD2-83BBF2FC1E9D}" destId="{3D2BD762-A8A8-4D01-856E-E41830E171B7}" srcOrd="1" destOrd="0" parTransId="{87ACAE18-B33D-4171-A020-67806B2C57C7}" sibTransId="{FECC5C36-8775-42C7-8C35-5662213C9FF5}"/>
    <dgm:cxn modelId="{1C093923-F39B-42D8-84B0-C80DEE7E7E79}" srcId="{9C101B86-1951-4B56-8DD2-83BBF2FC1E9D}" destId="{71445A8C-3E69-4941-88F9-C22D5C8DA9A1}" srcOrd="2" destOrd="0" parTransId="{E61A2ED3-B63D-4680-90F9-5A4D8DCD323C}" sibTransId="{383989C6-4531-45B8-B70E-58099B9F619A}"/>
    <dgm:cxn modelId="{97BFF32C-7F72-4C55-8AA7-D4B1B6D78EEA}" type="presOf" srcId="{52C2D5BA-A8AC-4F27-9556-667C6AA122BF}" destId="{F5FD5B4B-C3C7-4485-ADD2-33FF8964CF69}" srcOrd="0" destOrd="1" presId="urn:microsoft.com/office/officeart/2005/8/layout/hList1"/>
    <dgm:cxn modelId="{2407E033-3843-431C-989D-881CB6F97FB2}" srcId="{3769958A-32A0-4019-BC9F-98D708C6C799}" destId="{D013C44D-296A-434F-8181-F401B36548F4}" srcOrd="1" destOrd="0" parTransId="{357C0AC4-80FB-42C1-8919-316DF4DA368D}" sibTransId="{835BE6F9-9F54-404D-8070-63935C7CA39B}"/>
    <dgm:cxn modelId="{B21B1B39-D504-468C-A11C-F8907B9AAB48}" type="presOf" srcId="{9C101B86-1951-4B56-8DD2-83BBF2FC1E9D}" destId="{3192C808-3F1B-4D45-8264-C28FEC23B1BD}" srcOrd="0" destOrd="0" presId="urn:microsoft.com/office/officeart/2005/8/layout/hList1"/>
    <dgm:cxn modelId="{93CCB046-371D-4FCE-A6C7-65123963B98A}" type="presOf" srcId="{0B22C0F6-1837-45E0-9F35-AD0EF7871C7E}" destId="{2119B2BE-A9E7-4FDB-85F1-87F5748673D3}" srcOrd="0" destOrd="0" presId="urn:microsoft.com/office/officeart/2005/8/layout/hList1"/>
    <dgm:cxn modelId="{35C74F52-5B45-46A2-9853-A8634B98D324}" srcId="{D77E7918-C268-4A5F-9AF3-E4AD3F3259AF}" destId="{3769958A-32A0-4019-BC9F-98D708C6C799}" srcOrd="1" destOrd="0" parTransId="{9B305C63-657F-41C5-AC0A-5830A0FB4A57}" sibTransId="{35C086A1-655F-41A9-87EB-D267F2B9BED9}"/>
    <dgm:cxn modelId="{717EBE76-78EF-41EC-8DA9-266FEFDE5B75}" type="presOf" srcId="{6CD697D6-8394-4F69-B4A2-802F29135A5A}" destId="{2119B2BE-A9E7-4FDB-85F1-87F5748673D3}" srcOrd="0" destOrd="3" presId="urn:microsoft.com/office/officeart/2005/8/layout/hList1"/>
    <dgm:cxn modelId="{22906678-59FC-46F7-8144-D89AEC9C9A9F}" type="presOf" srcId="{3769958A-32A0-4019-BC9F-98D708C6C799}" destId="{3A2CB22D-40D0-4D3B-A4E2-90B97EEEDFCE}" srcOrd="0" destOrd="0" presId="urn:microsoft.com/office/officeart/2005/8/layout/hList1"/>
    <dgm:cxn modelId="{898F7983-5907-4638-8D16-B52433464DE8}" type="presOf" srcId="{FE3FA62D-E688-4F83-ADF0-D3E2A766D36B}" destId="{8C209224-A25C-4B64-A26D-AE85DE4B1E49}" srcOrd="0" destOrd="0" presId="urn:microsoft.com/office/officeart/2005/8/layout/hList1"/>
    <dgm:cxn modelId="{B3DFF98B-EE0D-4213-B96E-677268C482D7}" type="presOf" srcId="{3D2BD762-A8A8-4D01-856E-E41830E171B7}" destId="{2119B2BE-A9E7-4FDB-85F1-87F5748673D3}" srcOrd="0" destOrd="1" presId="urn:microsoft.com/office/officeart/2005/8/layout/hList1"/>
    <dgm:cxn modelId="{E3B3778D-64E6-4AA0-9986-7D1111418BF0}" srcId="{9C101B86-1951-4B56-8DD2-83BBF2FC1E9D}" destId="{0B22C0F6-1837-45E0-9F35-AD0EF7871C7E}" srcOrd="0" destOrd="0" parTransId="{EDF8BB90-337B-4539-8D23-CAC5FE0A9EEA}" sibTransId="{B352F23B-F42C-4CDB-914D-42B3D50C2E63}"/>
    <dgm:cxn modelId="{359A918D-18E8-4AAA-9435-D9FA9641628F}" type="presOf" srcId="{2588A680-1271-4EA2-9943-10431C819A19}" destId="{3238233A-7B0F-4136-8BFE-DC41D42E304A}" srcOrd="0" destOrd="3" presId="urn:microsoft.com/office/officeart/2005/8/layout/hList1"/>
    <dgm:cxn modelId="{AC3C928F-3B58-4965-8703-54621ADF0871}" srcId="{3769958A-32A0-4019-BC9F-98D708C6C799}" destId="{2588A680-1271-4EA2-9943-10431C819A19}" srcOrd="3" destOrd="0" parTransId="{A2D63F2E-3746-42EA-BB14-6661AE1A2124}" sibTransId="{97A38EA2-0B59-496D-BD77-FEC415E59C97}"/>
    <dgm:cxn modelId="{BDD1ED91-4FE3-47BB-A91C-87A6CAB20837}" type="presOf" srcId="{75600A39-AEF4-42AE-A1A8-E2EF8742691C}" destId="{3238233A-7B0F-4136-8BFE-DC41D42E304A}" srcOrd="0" destOrd="0" presId="urn:microsoft.com/office/officeart/2005/8/layout/hList1"/>
    <dgm:cxn modelId="{C5DBDB94-F91B-4736-B817-30EDE0687C42}" srcId="{3769958A-32A0-4019-BC9F-98D708C6C799}" destId="{75600A39-AEF4-42AE-A1A8-E2EF8742691C}" srcOrd="0" destOrd="0" parTransId="{0CF37B15-31E8-47EE-A4B0-041B7070A687}" sibTransId="{5018DD06-28D8-46CB-A3CF-A1574A568F06}"/>
    <dgm:cxn modelId="{2063F598-AB3D-4330-B86D-F6E34167C8DC}" type="presOf" srcId="{60D92341-59C3-4EC7-A7A8-522696F7F309}" destId="{F5FD5B4B-C3C7-4485-ADD2-33FF8964CF69}" srcOrd="0" destOrd="0" presId="urn:microsoft.com/office/officeart/2005/8/layout/hList1"/>
    <dgm:cxn modelId="{EFC05D9F-79B4-41D4-913B-44334952B214}" srcId="{D77E7918-C268-4A5F-9AF3-E4AD3F3259AF}" destId="{FE3FA62D-E688-4F83-ADF0-D3E2A766D36B}" srcOrd="2" destOrd="0" parTransId="{848304F2-2F33-4F5F-9C66-3D930CE9C0E0}" sibTransId="{51201762-130E-40BE-9BA1-F8A47CFD0829}"/>
    <dgm:cxn modelId="{0B4445A1-09F6-4F2C-ADEE-5C2D55112261}" type="presOf" srcId="{71445A8C-3E69-4941-88F9-C22D5C8DA9A1}" destId="{2119B2BE-A9E7-4FDB-85F1-87F5748673D3}" srcOrd="0" destOrd="2" presId="urn:microsoft.com/office/officeart/2005/8/layout/hList1"/>
    <dgm:cxn modelId="{C539C7AA-8E18-4A3B-B8CE-BCF80909BEBA}" srcId="{3769958A-32A0-4019-BC9F-98D708C6C799}" destId="{47EB793D-C319-4BEA-882F-BDD8B2D2E483}" srcOrd="2" destOrd="0" parTransId="{BBF093B5-F608-4739-A471-088F5539491B}" sibTransId="{1FD877E8-FCF9-464C-96CE-50BE99275029}"/>
    <dgm:cxn modelId="{D25C51C9-5F3C-4F0E-AE36-B7B7713C50A3}" srcId="{FE3FA62D-E688-4F83-ADF0-D3E2A766D36B}" destId="{20FB1C8C-85A0-4786-94AD-AAEF91418F87}" srcOrd="2" destOrd="0" parTransId="{E1982DA3-DEA1-44F6-B6F6-A920B9C5DB28}" sibTransId="{A733DDAA-0BFD-4E3C-B823-C945CFB2BCC4}"/>
    <dgm:cxn modelId="{521C5BCB-B4AB-42E7-8DCD-8D8B13AD0581}" srcId="{FE3FA62D-E688-4F83-ADF0-D3E2A766D36B}" destId="{60D92341-59C3-4EC7-A7A8-522696F7F309}" srcOrd="0" destOrd="0" parTransId="{17C99B40-911E-4207-A29E-298240540823}" sibTransId="{9B4D181D-4E23-47C3-B898-1081855FD95E}"/>
    <dgm:cxn modelId="{F91D37D4-9633-4B26-945E-69AB364F41EF}" srcId="{FE3FA62D-E688-4F83-ADF0-D3E2A766D36B}" destId="{E84C3EA5-2F10-4821-BD68-7E9787441FD2}" srcOrd="3" destOrd="0" parTransId="{3E595B27-403B-4257-87AA-031CAEEEF3C8}" sibTransId="{33C2C893-0B83-444E-A1EE-DEB28EC5A461}"/>
    <dgm:cxn modelId="{1D80CDD9-06C2-4934-B92E-3973AD350EAB}" type="presOf" srcId="{47EB793D-C319-4BEA-882F-BDD8B2D2E483}" destId="{3238233A-7B0F-4136-8BFE-DC41D42E304A}" srcOrd="0" destOrd="2" presId="urn:microsoft.com/office/officeart/2005/8/layout/hList1"/>
    <dgm:cxn modelId="{10C7B7E8-F139-45A9-A56F-2C051A0AFFDD}" type="presOf" srcId="{E84C3EA5-2F10-4821-BD68-7E9787441FD2}" destId="{F5FD5B4B-C3C7-4485-ADD2-33FF8964CF69}" srcOrd="0" destOrd="3" presId="urn:microsoft.com/office/officeart/2005/8/layout/hList1"/>
    <dgm:cxn modelId="{7A1192F2-D7CD-46A5-9962-AEFAB3C204CC}" type="presOf" srcId="{20FB1C8C-85A0-4786-94AD-AAEF91418F87}" destId="{F5FD5B4B-C3C7-4485-ADD2-33FF8964CF69}" srcOrd="0" destOrd="2" presId="urn:microsoft.com/office/officeart/2005/8/layout/hList1"/>
    <dgm:cxn modelId="{D1F256F5-313E-4634-9483-D38EF927B96D}" srcId="{D77E7918-C268-4A5F-9AF3-E4AD3F3259AF}" destId="{9C101B86-1951-4B56-8DD2-83BBF2FC1E9D}" srcOrd="0" destOrd="0" parTransId="{1F32EECA-10E8-4729-BDE1-A3FB5C238073}" sibTransId="{F13D215C-075B-4296-8B78-33503C287D2B}"/>
    <dgm:cxn modelId="{69D5BDF9-11BD-4B3B-BF18-06B3B7D301C2}" type="presOf" srcId="{D77E7918-C268-4A5F-9AF3-E4AD3F3259AF}" destId="{4272FAA9-F89A-4F8F-9414-B929975274D8}" srcOrd="0" destOrd="0" presId="urn:microsoft.com/office/officeart/2005/8/layout/hList1"/>
    <dgm:cxn modelId="{7EDD6CFC-D930-438F-A98E-F6B556C0A154}" srcId="{FE3FA62D-E688-4F83-ADF0-D3E2A766D36B}" destId="{52C2D5BA-A8AC-4F27-9556-667C6AA122BF}" srcOrd="1" destOrd="0" parTransId="{EFE3A740-6076-49DC-A5FB-82EADFE0A4BD}" sibTransId="{3B245949-5397-4461-8040-9C83ED754D60}"/>
    <dgm:cxn modelId="{CB01134C-C785-4C39-AE17-9B8C8E976410}" type="presParOf" srcId="{4272FAA9-F89A-4F8F-9414-B929975274D8}" destId="{AAF07231-7D6F-4133-8E3A-6A7789633B41}" srcOrd="0" destOrd="0" presId="urn:microsoft.com/office/officeart/2005/8/layout/hList1"/>
    <dgm:cxn modelId="{5FE10D96-3372-49DF-874E-1DDDCF1E609B}" type="presParOf" srcId="{AAF07231-7D6F-4133-8E3A-6A7789633B41}" destId="{3192C808-3F1B-4D45-8264-C28FEC23B1BD}" srcOrd="0" destOrd="0" presId="urn:microsoft.com/office/officeart/2005/8/layout/hList1"/>
    <dgm:cxn modelId="{9E84A9F9-44F7-45BF-8431-010D9AAA6D24}" type="presParOf" srcId="{AAF07231-7D6F-4133-8E3A-6A7789633B41}" destId="{2119B2BE-A9E7-4FDB-85F1-87F5748673D3}" srcOrd="1" destOrd="0" presId="urn:microsoft.com/office/officeart/2005/8/layout/hList1"/>
    <dgm:cxn modelId="{7D686CEA-F439-46F2-AF0D-9BBA220855BA}" type="presParOf" srcId="{4272FAA9-F89A-4F8F-9414-B929975274D8}" destId="{4D17FC62-F4C2-42DA-BEB0-9687601A4F98}" srcOrd="1" destOrd="0" presId="urn:microsoft.com/office/officeart/2005/8/layout/hList1"/>
    <dgm:cxn modelId="{C7ACAF6C-A8DE-481D-9558-8F1D8DEC13F3}" type="presParOf" srcId="{4272FAA9-F89A-4F8F-9414-B929975274D8}" destId="{5C22839B-62ED-445D-83E1-823494252161}" srcOrd="2" destOrd="0" presId="urn:microsoft.com/office/officeart/2005/8/layout/hList1"/>
    <dgm:cxn modelId="{B24E5350-18BC-4F12-A7D6-6B009BB35A75}" type="presParOf" srcId="{5C22839B-62ED-445D-83E1-823494252161}" destId="{3A2CB22D-40D0-4D3B-A4E2-90B97EEEDFCE}" srcOrd="0" destOrd="0" presId="urn:microsoft.com/office/officeart/2005/8/layout/hList1"/>
    <dgm:cxn modelId="{B1EFD4E8-2C03-483C-8419-30F6E710EF09}" type="presParOf" srcId="{5C22839B-62ED-445D-83E1-823494252161}" destId="{3238233A-7B0F-4136-8BFE-DC41D42E304A}" srcOrd="1" destOrd="0" presId="urn:microsoft.com/office/officeart/2005/8/layout/hList1"/>
    <dgm:cxn modelId="{319542C7-CD69-440F-9393-80BAFA9EE9BA}" type="presParOf" srcId="{4272FAA9-F89A-4F8F-9414-B929975274D8}" destId="{5744B4B8-0C21-4D77-88B0-05AD7C1D17A0}" srcOrd="3" destOrd="0" presId="urn:microsoft.com/office/officeart/2005/8/layout/hList1"/>
    <dgm:cxn modelId="{CDC27749-04EA-451A-8C15-CB2A0FF92414}" type="presParOf" srcId="{4272FAA9-F89A-4F8F-9414-B929975274D8}" destId="{9C87DB03-61B2-43DE-B4CC-546E5F6148E3}" srcOrd="4" destOrd="0" presId="urn:microsoft.com/office/officeart/2005/8/layout/hList1"/>
    <dgm:cxn modelId="{90D52248-DBAF-43E2-81E5-7BF761371F98}" type="presParOf" srcId="{9C87DB03-61B2-43DE-B4CC-546E5F6148E3}" destId="{8C209224-A25C-4B64-A26D-AE85DE4B1E49}" srcOrd="0" destOrd="0" presId="urn:microsoft.com/office/officeart/2005/8/layout/hList1"/>
    <dgm:cxn modelId="{F0FB1BDE-0CAF-4BB0-88C2-10AC46966E0C}" type="presParOf" srcId="{9C87DB03-61B2-43DE-B4CC-546E5F6148E3}" destId="{F5FD5B4B-C3C7-4485-ADD2-33FF8964CF69}"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23B07C0-8A75-4DE9-9A2E-9682ADF37B2A}"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432CDFB7-2C19-4C2E-90DE-C51A01B5F3B3}">
      <dgm:prSet/>
      <dgm:spPr/>
      <dgm:t>
        <a:bodyPr/>
        <a:lstStyle/>
        <a:p>
          <a:pPr>
            <a:lnSpc>
              <a:spcPct val="100000"/>
            </a:lnSpc>
          </a:pPr>
          <a:r>
            <a:rPr lang="en-US"/>
            <a:t>1️⃣  DELEGATE PATTERNS, NOT CREATIVITY</a:t>
          </a:r>
        </a:p>
      </dgm:t>
    </dgm:pt>
    <dgm:pt modelId="{95092495-EE6D-4B02-AC09-DF8148264406}" type="parTrans" cxnId="{8C0D700A-8112-440D-BB11-CA2E51915D0B}">
      <dgm:prSet/>
      <dgm:spPr/>
      <dgm:t>
        <a:bodyPr/>
        <a:lstStyle/>
        <a:p>
          <a:endParaRPr lang="en-US"/>
        </a:p>
      </dgm:t>
    </dgm:pt>
    <dgm:pt modelId="{E7D48FAA-4270-4C52-84D2-2B18DEF8F76B}" type="sibTrans" cxnId="{8C0D700A-8112-440D-BB11-CA2E51915D0B}">
      <dgm:prSet/>
      <dgm:spPr/>
      <dgm:t>
        <a:bodyPr/>
        <a:lstStyle/>
        <a:p>
          <a:endParaRPr lang="en-US"/>
        </a:p>
      </dgm:t>
    </dgm:pt>
    <dgm:pt modelId="{61A1E7BE-0F34-4CA8-85E5-91DA8E00C80E}">
      <dgm:prSet/>
      <dgm:spPr/>
      <dgm:t>
        <a:bodyPr/>
        <a:lstStyle/>
        <a:p>
          <a:pPr>
            <a:lnSpc>
              <a:spcPct val="100000"/>
            </a:lnSpc>
          </a:pPr>
          <a:r>
            <a:rPr lang="en-US"/>
            <a:t>Boilerplate → AI delegation</a:t>
          </a:r>
        </a:p>
      </dgm:t>
    </dgm:pt>
    <dgm:pt modelId="{1C3D2BF1-842C-4216-A4DD-307D4A59A2C4}" type="parTrans" cxnId="{3EC7872B-89DF-46E5-89F3-77D94BCD2D70}">
      <dgm:prSet/>
      <dgm:spPr/>
      <dgm:t>
        <a:bodyPr/>
        <a:lstStyle/>
        <a:p>
          <a:endParaRPr lang="en-US"/>
        </a:p>
      </dgm:t>
    </dgm:pt>
    <dgm:pt modelId="{1FC9B3B7-F074-41C1-ADCB-47F3A5A36E38}" type="sibTrans" cxnId="{3EC7872B-89DF-46E5-89F3-77D94BCD2D70}">
      <dgm:prSet/>
      <dgm:spPr/>
      <dgm:t>
        <a:bodyPr/>
        <a:lstStyle/>
        <a:p>
          <a:endParaRPr lang="en-US"/>
        </a:p>
      </dgm:t>
    </dgm:pt>
    <dgm:pt modelId="{23364C67-9098-4F6A-A664-6913AEA0E5C1}">
      <dgm:prSet/>
      <dgm:spPr/>
      <dgm:t>
        <a:bodyPr/>
        <a:lstStyle/>
        <a:p>
          <a:pPr>
            <a:lnSpc>
              <a:spcPct val="100000"/>
            </a:lnSpc>
          </a:pPr>
          <a:r>
            <a:rPr lang="en-US"/>
            <a:t>Unique business logic → Human expertise</a:t>
          </a:r>
        </a:p>
      </dgm:t>
    </dgm:pt>
    <dgm:pt modelId="{F89BAFB0-30D0-4A11-B808-0A7B17506186}" type="parTrans" cxnId="{FA9D64A2-4E62-4529-9352-F691517DEC1B}">
      <dgm:prSet/>
      <dgm:spPr/>
      <dgm:t>
        <a:bodyPr/>
        <a:lstStyle/>
        <a:p>
          <a:endParaRPr lang="en-US"/>
        </a:p>
      </dgm:t>
    </dgm:pt>
    <dgm:pt modelId="{100FB081-4BB5-4C4B-A45A-2086179463EF}" type="sibTrans" cxnId="{FA9D64A2-4E62-4529-9352-F691517DEC1B}">
      <dgm:prSet/>
      <dgm:spPr/>
      <dgm:t>
        <a:bodyPr/>
        <a:lstStyle/>
        <a:p>
          <a:endParaRPr lang="en-US"/>
        </a:p>
      </dgm:t>
    </dgm:pt>
    <dgm:pt modelId="{61372E1F-E893-4C54-8E0F-C89BF15C3118}">
      <dgm:prSet/>
      <dgm:spPr/>
      <dgm:t>
        <a:bodyPr/>
        <a:lstStyle/>
        <a:p>
          <a:pPr>
            <a:lnSpc>
              <a:spcPct val="100000"/>
            </a:lnSpc>
          </a:pPr>
          <a:r>
            <a:rPr lang="en-US"/>
            <a:t>2️⃣  CHOOSE THE RIGHT AGENT</a:t>
          </a:r>
        </a:p>
      </dgm:t>
    </dgm:pt>
    <dgm:pt modelId="{77D45C0F-4B07-4C96-AF17-DED74C8A2596}" type="parTrans" cxnId="{A22231A6-B6AB-4537-9529-F8BC46B76D74}">
      <dgm:prSet/>
      <dgm:spPr/>
      <dgm:t>
        <a:bodyPr/>
        <a:lstStyle/>
        <a:p>
          <a:endParaRPr lang="en-US"/>
        </a:p>
      </dgm:t>
    </dgm:pt>
    <dgm:pt modelId="{0B9A1CFD-E032-4D73-BF64-E021E0C34208}" type="sibTrans" cxnId="{A22231A6-B6AB-4537-9529-F8BC46B76D74}">
      <dgm:prSet/>
      <dgm:spPr/>
      <dgm:t>
        <a:bodyPr/>
        <a:lstStyle/>
        <a:p>
          <a:endParaRPr lang="en-US"/>
        </a:p>
      </dgm:t>
    </dgm:pt>
    <dgm:pt modelId="{210CFDD0-BE1E-41DD-AD96-5D38F051B6CB}">
      <dgm:prSet/>
      <dgm:spPr/>
      <dgm:t>
        <a:bodyPr/>
        <a:lstStyle/>
        <a:p>
          <a:pPr>
            <a:lnSpc>
              <a:spcPct val="100000"/>
            </a:lnSpc>
          </a:pPr>
          <a:r>
            <a:rPr lang="en-US"/>
            <a:t>Cloud → Complex features</a:t>
          </a:r>
        </a:p>
      </dgm:t>
    </dgm:pt>
    <dgm:pt modelId="{ECA782DE-43F2-4069-A9D0-382A8A96CB19}" type="parTrans" cxnId="{9878225B-7720-4D23-8C15-C7DEE48D3486}">
      <dgm:prSet/>
      <dgm:spPr/>
      <dgm:t>
        <a:bodyPr/>
        <a:lstStyle/>
        <a:p>
          <a:endParaRPr lang="en-US"/>
        </a:p>
      </dgm:t>
    </dgm:pt>
    <dgm:pt modelId="{BE02114F-117C-4F04-9988-294CE0F48533}" type="sibTrans" cxnId="{9878225B-7720-4D23-8C15-C7DEE48D3486}">
      <dgm:prSet/>
      <dgm:spPr/>
      <dgm:t>
        <a:bodyPr/>
        <a:lstStyle/>
        <a:p>
          <a:endParaRPr lang="en-US"/>
        </a:p>
      </dgm:t>
    </dgm:pt>
    <dgm:pt modelId="{0C95B208-6545-4BA9-9333-72C94620D436}">
      <dgm:prSet/>
      <dgm:spPr/>
      <dgm:t>
        <a:bodyPr/>
        <a:lstStyle/>
        <a:p>
          <a:pPr>
            <a:lnSpc>
              <a:spcPct val="100000"/>
            </a:lnSpc>
          </a:pPr>
          <a:r>
            <a:rPr lang="en-US"/>
            <a:t>Local → Interactive work</a:t>
          </a:r>
        </a:p>
      </dgm:t>
    </dgm:pt>
    <dgm:pt modelId="{95FB3B9D-16C7-4363-8F5E-8999EB5014C0}" type="parTrans" cxnId="{7DC95D38-27CA-484C-B9C2-AB2BC5EE04BA}">
      <dgm:prSet/>
      <dgm:spPr/>
      <dgm:t>
        <a:bodyPr/>
        <a:lstStyle/>
        <a:p>
          <a:endParaRPr lang="en-US"/>
        </a:p>
      </dgm:t>
    </dgm:pt>
    <dgm:pt modelId="{CB42BA1B-649D-4F59-B50B-D6ED1CFBDE3A}" type="sibTrans" cxnId="{7DC95D38-27CA-484C-B9C2-AB2BC5EE04BA}">
      <dgm:prSet/>
      <dgm:spPr/>
      <dgm:t>
        <a:bodyPr/>
        <a:lstStyle/>
        <a:p>
          <a:endParaRPr lang="en-US"/>
        </a:p>
      </dgm:t>
    </dgm:pt>
    <dgm:pt modelId="{78DEB2FF-C5CD-441A-AB42-F95B8E92C6A2}">
      <dgm:prSet/>
      <dgm:spPr/>
      <dgm:t>
        <a:bodyPr/>
        <a:lstStyle/>
        <a:p>
          <a:pPr>
            <a:lnSpc>
              <a:spcPct val="100000"/>
            </a:lnSpc>
          </a:pPr>
          <a:r>
            <a:rPr lang="en-US"/>
            <a:t>Background → Parallel tasks</a:t>
          </a:r>
        </a:p>
      </dgm:t>
    </dgm:pt>
    <dgm:pt modelId="{758CF6AB-D5DC-40C4-B4B8-0D849B48FB1A}" type="parTrans" cxnId="{6850C63B-1593-4258-899C-1AF883FB4AE4}">
      <dgm:prSet/>
      <dgm:spPr/>
      <dgm:t>
        <a:bodyPr/>
        <a:lstStyle/>
        <a:p>
          <a:endParaRPr lang="en-US"/>
        </a:p>
      </dgm:t>
    </dgm:pt>
    <dgm:pt modelId="{5B7750CD-4982-4DAA-A2E5-A97A6AB46795}" type="sibTrans" cxnId="{6850C63B-1593-4258-899C-1AF883FB4AE4}">
      <dgm:prSet/>
      <dgm:spPr/>
      <dgm:t>
        <a:bodyPr/>
        <a:lstStyle/>
        <a:p>
          <a:endParaRPr lang="en-US"/>
        </a:p>
      </dgm:t>
    </dgm:pt>
    <dgm:pt modelId="{E85D99EB-8752-4EE4-8249-B752E16B2BD4}">
      <dgm:prSet/>
      <dgm:spPr/>
      <dgm:t>
        <a:bodyPr/>
        <a:lstStyle/>
        <a:p>
          <a:pPr>
            <a:lnSpc>
              <a:spcPct val="100000"/>
            </a:lnSpc>
          </a:pPr>
          <a:r>
            <a:rPr lang="en-US"/>
            <a:t>3️⃣  QUALITY &amp; SPEED AREN'T OPPOSITES</a:t>
          </a:r>
        </a:p>
      </dgm:t>
    </dgm:pt>
    <dgm:pt modelId="{A7565AE2-9602-463B-9EBF-DDA2FC498E08}" type="parTrans" cxnId="{A5BE3D70-289D-4436-ABB5-17546251B55D}">
      <dgm:prSet/>
      <dgm:spPr/>
      <dgm:t>
        <a:bodyPr/>
        <a:lstStyle/>
        <a:p>
          <a:endParaRPr lang="en-US"/>
        </a:p>
      </dgm:t>
    </dgm:pt>
    <dgm:pt modelId="{E68A742D-55F5-496D-9289-BB03C254C07A}" type="sibTrans" cxnId="{A5BE3D70-289D-4436-ABB5-17546251B55D}">
      <dgm:prSet/>
      <dgm:spPr/>
      <dgm:t>
        <a:bodyPr/>
        <a:lstStyle/>
        <a:p>
          <a:endParaRPr lang="en-US"/>
        </a:p>
      </dgm:t>
    </dgm:pt>
    <dgm:pt modelId="{F99E84CF-3307-451A-AFEB-48ED56E6D925}">
      <dgm:prSet/>
      <dgm:spPr/>
      <dgm:t>
        <a:bodyPr/>
        <a:lstStyle/>
        <a:p>
          <a:pPr>
            <a:lnSpc>
              <a:spcPct val="100000"/>
            </a:lnSpc>
          </a:pPr>
          <a:r>
            <a:rPr lang="en-US"/>
            <a:t>AI generates tests faster than humans</a:t>
          </a:r>
        </a:p>
      </dgm:t>
    </dgm:pt>
    <dgm:pt modelId="{C68D55AE-9523-4D0A-8E44-4A937F3541D1}" type="parTrans" cxnId="{FDE8E4AA-0A10-49B6-842F-A36A1353B4E1}">
      <dgm:prSet/>
      <dgm:spPr/>
      <dgm:t>
        <a:bodyPr/>
        <a:lstStyle/>
        <a:p>
          <a:endParaRPr lang="en-US"/>
        </a:p>
      </dgm:t>
    </dgm:pt>
    <dgm:pt modelId="{1D186C85-895B-4AD8-9446-D8AC9348FDBA}" type="sibTrans" cxnId="{FDE8E4AA-0A10-49B6-842F-A36A1353B4E1}">
      <dgm:prSet/>
      <dgm:spPr/>
      <dgm:t>
        <a:bodyPr/>
        <a:lstStyle/>
        <a:p>
          <a:endParaRPr lang="en-US"/>
        </a:p>
      </dgm:t>
    </dgm:pt>
    <dgm:pt modelId="{C3DBB3D5-43B3-4B86-B89C-E17F7B0F777B}">
      <dgm:prSet/>
      <dgm:spPr/>
      <dgm:t>
        <a:bodyPr/>
        <a:lstStyle/>
        <a:p>
          <a:pPr>
            <a:lnSpc>
              <a:spcPct val="100000"/>
            </a:lnSpc>
          </a:pPr>
          <a:r>
            <a:rPr lang="en-US"/>
            <a:t>Documentation happens automatically</a:t>
          </a:r>
        </a:p>
      </dgm:t>
    </dgm:pt>
    <dgm:pt modelId="{B666A743-D914-45B5-A469-B02D1AC5BA05}" type="parTrans" cxnId="{F1E475DC-A9A0-4D8D-9D48-BEA7C617ED15}">
      <dgm:prSet/>
      <dgm:spPr/>
      <dgm:t>
        <a:bodyPr/>
        <a:lstStyle/>
        <a:p>
          <a:endParaRPr lang="en-US"/>
        </a:p>
      </dgm:t>
    </dgm:pt>
    <dgm:pt modelId="{8AA5B955-EA0D-4754-AF08-E195AD395200}" type="sibTrans" cxnId="{F1E475DC-A9A0-4D8D-9D48-BEA7C617ED15}">
      <dgm:prSet/>
      <dgm:spPr/>
      <dgm:t>
        <a:bodyPr/>
        <a:lstStyle/>
        <a:p>
          <a:endParaRPr lang="en-US"/>
        </a:p>
      </dgm:t>
    </dgm:pt>
    <dgm:pt modelId="{AB4BCDF1-ACDD-408A-AFDF-7634C3D2F720}">
      <dgm:prSet/>
      <dgm:spPr/>
      <dgm:t>
        <a:bodyPr/>
        <a:lstStyle/>
        <a:p>
          <a:pPr>
            <a:lnSpc>
              <a:spcPct val="100000"/>
            </a:lnSpc>
          </a:pPr>
          <a:r>
            <a:rPr lang="en-US"/>
            <a:t>4️⃣  START SMALL, SCALE FAST</a:t>
          </a:r>
        </a:p>
      </dgm:t>
    </dgm:pt>
    <dgm:pt modelId="{27A3811B-099F-4C01-B86D-260853B69B30}" type="parTrans" cxnId="{49FE8099-10EA-4396-9627-B9C7125E80E5}">
      <dgm:prSet/>
      <dgm:spPr/>
      <dgm:t>
        <a:bodyPr/>
        <a:lstStyle/>
        <a:p>
          <a:endParaRPr lang="en-US"/>
        </a:p>
      </dgm:t>
    </dgm:pt>
    <dgm:pt modelId="{9F8D6F6F-ABD0-4784-A50B-FDE2B4995A58}" type="sibTrans" cxnId="{49FE8099-10EA-4396-9627-B9C7125E80E5}">
      <dgm:prSet/>
      <dgm:spPr/>
      <dgm:t>
        <a:bodyPr/>
        <a:lstStyle/>
        <a:p>
          <a:endParaRPr lang="en-US"/>
        </a:p>
      </dgm:t>
    </dgm:pt>
    <dgm:pt modelId="{5C1C620B-4532-4498-A9B3-DA201C91F8A3}">
      <dgm:prSet/>
      <dgm:spPr/>
      <dgm:t>
        <a:bodyPr/>
        <a:lstStyle/>
        <a:p>
          <a:pPr>
            <a:lnSpc>
              <a:spcPct val="100000"/>
            </a:lnSpc>
          </a:pPr>
          <a:r>
            <a:rPr lang="en-US"/>
            <a:t>Pick ONE task tomorrow</a:t>
          </a:r>
        </a:p>
      </dgm:t>
    </dgm:pt>
    <dgm:pt modelId="{49D53352-7414-4182-BD80-C863E8B6EBDE}" type="parTrans" cxnId="{D6DA34F6-77F2-4B81-AC8B-9CE0B7C60F14}">
      <dgm:prSet/>
      <dgm:spPr/>
      <dgm:t>
        <a:bodyPr/>
        <a:lstStyle/>
        <a:p>
          <a:endParaRPr lang="en-US"/>
        </a:p>
      </dgm:t>
    </dgm:pt>
    <dgm:pt modelId="{3B10AC95-1F46-404E-A73A-944F9EE42614}" type="sibTrans" cxnId="{D6DA34F6-77F2-4B81-AC8B-9CE0B7C60F14}">
      <dgm:prSet/>
      <dgm:spPr/>
      <dgm:t>
        <a:bodyPr/>
        <a:lstStyle/>
        <a:p>
          <a:endParaRPr lang="en-US"/>
        </a:p>
      </dgm:t>
    </dgm:pt>
    <dgm:pt modelId="{4E62025D-47B7-42BC-A65A-06FE8DFD1BF3}">
      <dgm:prSet/>
      <dgm:spPr/>
      <dgm:t>
        <a:bodyPr/>
        <a:lstStyle/>
        <a:p>
          <a:pPr>
            <a:lnSpc>
              <a:spcPct val="100000"/>
            </a:lnSpc>
          </a:pPr>
          <a:r>
            <a:rPr lang="en-US"/>
            <a:t>Measure time saved</a:t>
          </a:r>
        </a:p>
      </dgm:t>
    </dgm:pt>
    <dgm:pt modelId="{CF6707F7-4B20-4D2C-95C0-0EF453B930D1}" type="parTrans" cxnId="{7C958125-2C5A-467E-BA97-13D5D55C1049}">
      <dgm:prSet/>
      <dgm:spPr/>
      <dgm:t>
        <a:bodyPr/>
        <a:lstStyle/>
        <a:p>
          <a:endParaRPr lang="en-US"/>
        </a:p>
      </dgm:t>
    </dgm:pt>
    <dgm:pt modelId="{41F84320-35B8-4030-A064-DC7F526C5B63}" type="sibTrans" cxnId="{7C958125-2C5A-467E-BA97-13D5D55C1049}">
      <dgm:prSet/>
      <dgm:spPr/>
      <dgm:t>
        <a:bodyPr/>
        <a:lstStyle/>
        <a:p>
          <a:endParaRPr lang="en-US"/>
        </a:p>
      </dgm:t>
    </dgm:pt>
    <dgm:pt modelId="{A7C1F740-872F-4DB9-A0A8-F0BEA52C6B67}">
      <dgm:prSet/>
      <dgm:spPr/>
      <dgm:t>
        <a:bodyPr/>
        <a:lstStyle/>
        <a:p>
          <a:pPr>
            <a:lnSpc>
              <a:spcPct val="100000"/>
            </a:lnSpc>
          </a:pPr>
          <a:r>
            <a:rPr lang="en-US"/>
            <a:t>Success breeds adoption</a:t>
          </a:r>
        </a:p>
      </dgm:t>
    </dgm:pt>
    <dgm:pt modelId="{E6E36852-18C4-4BF5-AF5E-C7ECC468EE6C}" type="parTrans" cxnId="{A48716E0-3A39-4872-A0B7-D3F10257B028}">
      <dgm:prSet/>
      <dgm:spPr/>
      <dgm:t>
        <a:bodyPr/>
        <a:lstStyle/>
        <a:p>
          <a:endParaRPr lang="en-US"/>
        </a:p>
      </dgm:t>
    </dgm:pt>
    <dgm:pt modelId="{734A83A9-EC21-4BF5-85ED-BCF3D7D5F611}" type="sibTrans" cxnId="{A48716E0-3A39-4872-A0B7-D3F10257B028}">
      <dgm:prSet/>
      <dgm:spPr/>
      <dgm:t>
        <a:bodyPr/>
        <a:lstStyle/>
        <a:p>
          <a:endParaRPr lang="en-US"/>
        </a:p>
      </dgm:t>
    </dgm:pt>
    <dgm:pt modelId="{62822583-40D9-4D61-A9CC-19627A2B480A}" type="pres">
      <dgm:prSet presAssocID="{323B07C0-8A75-4DE9-9A2E-9682ADF37B2A}" presName="root" presStyleCnt="0">
        <dgm:presLayoutVars>
          <dgm:dir/>
          <dgm:resizeHandles val="exact"/>
        </dgm:presLayoutVars>
      </dgm:prSet>
      <dgm:spPr/>
    </dgm:pt>
    <dgm:pt modelId="{837461B4-7F18-43AF-AAF9-507E48667F6C}" type="pres">
      <dgm:prSet presAssocID="{432CDFB7-2C19-4C2E-90DE-C51A01B5F3B3}" presName="compNode" presStyleCnt="0"/>
      <dgm:spPr/>
    </dgm:pt>
    <dgm:pt modelId="{5D3D8765-4BA3-4D28-BC06-5D2670B60EFE}" type="pres">
      <dgm:prSet presAssocID="{432CDFB7-2C19-4C2E-90DE-C51A01B5F3B3}" presName="bgRect" presStyleLbl="bgShp" presStyleIdx="0" presStyleCnt="4"/>
      <dgm:spPr/>
    </dgm:pt>
    <dgm:pt modelId="{B5125C24-5FDF-482C-A782-EF23E13A01BE}" type="pres">
      <dgm:prSet presAssocID="{432CDFB7-2C19-4C2E-90DE-C51A01B5F3B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ad with Gears"/>
        </a:ext>
      </dgm:extLst>
    </dgm:pt>
    <dgm:pt modelId="{E2C2E4D5-BBE1-4BC4-A57B-0800E5EE12FD}" type="pres">
      <dgm:prSet presAssocID="{432CDFB7-2C19-4C2E-90DE-C51A01B5F3B3}" presName="spaceRect" presStyleCnt="0"/>
      <dgm:spPr/>
    </dgm:pt>
    <dgm:pt modelId="{1BB456F3-0232-4C5F-B096-B51C636611EE}" type="pres">
      <dgm:prSet presAssocID="{432CDFB7-2C19-4C2E-90DE-C51A01B5F3B3}" presName="parTx" presStyleLbl="revTx" presStyleIdx="0" presStyleCnt="8">
        <dgm:presLayoutVars>
          <dgm:chMax val="0"/>
          <dgm:chPref val="0"/>
        </dgm:presLayoutVars>
      </dgm:prSet>
      <dgm:spPr/>
    </dgm:pt>
    <dgm:pt modelId="{5EE982AE-A4FE-4D22-961C-873834457175}" type="pres">
      <dgm:prSet presAssocID="{432CDFB7-2C19-4C2E-90DE-C51A01B5F3B3}" presName="desTx" presStyleLbl="revTx" presStyleIdx="1" presStyleCnt="8">
        <dgm:presLayoutVars/>
      </dgm:prSet>
      <dgm:spPr/>
    </dgm:pt>
    <dgm:pt modelId="{B8DC2DE4-1DBD-452E-BB53-065A2E1B9CE1}" type="pres">
      <dgm:prSet presAssocID="{E7D48FAA-4270-4C52-84D2-2B18DEF8F76B}" presName="sibTrans" presStyleCnt="0"/>
      <dgm:spPr/>
    </dgm:pt>
    <dgm:pt modelId="{6E9217AA-6D33-415C-AD5C-E1CC85B4EE1A}" type="pres">
      <dgm:prSet presAssocID="{61372E1F-E893-4C54-8E0F-C89BF15C3118}" presName="compNode" presStyleCnt="0"/>
      <dgm:spPr/>
    </dgm:pt>
    <dgm:pt modelId="{1A7AB6AD-5C0E-46FD-9CFD-4C34C22306F4}" type="pres">
      <dgm:prSet presAssocID="{61372E1F-E893-4C54-8E0F-C89BF15C3118}" presName="bgRect" presStyleLbl="bgShp" presStyleIdx="1" presStyleCnt="4"/>
      <dgm:spPr/>
    </dgm:pt>
    <dgm:pt modelId="{FFBD1C62-0887-4518-B852-7483E38C1F20}" type="pres">
      <dgm:prSet presAssocID="{61372E1F-E893-4C54-8E0F-C89BF15C3118}"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loud"/>
        </a:ext>
      </dgm:extLst>
    </dgm:pt>
    <dgm:pt modelId="{CFB7FF89-34B0-4574-8E74-F484DC0E2CD7}" type="pres">
      <dgm:prSet presAssocID="{61372E1F-E893-4C54-8E0F-C89BF15C3118}" presName="spaceRect" presStyleCnt="0"/>
      <dgm:spPr/>
    </dgm:pt>
    <dgm:pt modelId="{43707F8D-1DA3-4692-BAB8-B95C08ADDBE8}" type="pres">
      <dgm:prSet presAssocID="{61372E1F-E893-4C54-8E0F-C89BF15C3118}" presName="parTx" presStyleLbl="revTx" presStyleIdx="2" presStyleCnt="8">
        <dgm:presLayoutVars>
          <dgm:chMax val="0"/>
          <dgm:chPref val="0"/>
        </dgm:presLayoutVars>
      </dgm:prSet>
      <dgm:spPr/>
    </dgm:pt>
    <dgm:pt modelId="{8BDCCA5A-BA53-42D9-9592-2FC63A1FAE79}" type="pres">
      <dgm:prSet presAssocID="{61372E1F-E893-4C54-8E0F-C89BF15C3118}" presName="desTx" presStyleLbl="revTx" presStyleIdx="3" presStyleCnt="8">
        <dgm:presLayoutVars/>
      </dgm:prSet>
      <dgm:spPr/>
    </dgm:pt>
    <dgm:pt modelId="{AA100513-1814-4D89-B823-EA2B9BD88642}" type="pres">
      <dgm:prSet presAssocID="{0B9A1CFD-E032-4D73-BF64-E021E0C34208}" presName="sibTrans" presStyleCnt="0"/>
      <dgm:spPr/>
    </dgm:pt>
    <dgm:pt modelId="{ACB80CA3-EA78-45ED-BD27-BBF0D11FB27D}" type="pres">
      <dgm:prSet presAssocID="{E85D99EB-8752-4EE4-8249-B752E16B2BD4}" presName="compNode" presStyleCnt="0"/>
      <dgm:spPr/>
    </dgm:pt>
    <dgm:pt modelId="{90A0FA5B-6422-4C14-AF1F-09C68C3DBC2F}" type="pres">
      <dgm:prSet presAssocID="{E85D99EB-8752-4EE4-8249-B752E16B2BD4}" presName="bgRect" presStyleLbl="bgShp" presStyleIdx="2" presStyleCnt="4"/>
      <dgm:spPr/>
    </dgm:pt>
    <dgm:pt modelId="{0B476968-4448-4EA6-97CA-6B2D5D9BFCEC}" type="pres">
      <dgm:prSet presAssocID="{E85D99EB-8752-4EE4-8249-B752E16B2BD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Gears"/>
        </a:ext>
      </dgm:extLst>
    </dgm:pt>
    <dgm:pt modelId="{A17C180B-205E-4754-9616-C581A2B3C478}" type="pres">
      <dgm:prSet presAssocID="{E85D99EB-8752-4EE4-8249-B752E16B2BD4}" presName="spaceRect" presStyleCnt="0"/>
      <dgm:spPr/>
    </dgm:pt>
    <dgm:pt modelId="{014E7968-0741-4783-BC4A-B8278B785B77}" type="pres">
      <dgm:prSet presAssocID="{E85D99EB-8752-4EE4-8249-B752E16B2BD4}" presName="parTx" presStyleLbl="revTx" presStyleIdx="4" presStyleCnt="8">
        <dgm:presLayoutVars>
          <dgm:chMax val="0"/>
          <dgm:chPref val="0"/>
        </dgm:presLayoutVars>
      </dgm:prSet>
      <dgm:spPr/>
    </dgm:pt>
    <dgm:pt modelId="{A4D43FAB-E747-4135-869C-8A69C0E09B7C}" type="pres">
      <dgm:prSet presAssocID="{E85D99EB-8752-4EE4-8249-B752E16B2BD4}" presName="desTx" presStyleLbl="revTx" presStyleIdx="5" presStyleCnt="8">
        <dgm:presLayoutVars/>
      </dgm:prSet>
      <dgm:spPr/>
    </dgm:pt>
    <dgm:pt modelId="{D19BF9F3-60DB-44A1-82B2-CD929D36F98E}" type="pres">
      <dgm:prSet presAssocID="{E68A742D-55F5-496D-9289-BB03C254C07A}" presName="sibTrans" presStyleCnt="0"/>
      <dgm:spPr/>
    </dgm:pt>
    <dgm:pt modelId="{E47323D4-E83E-4D40-A0E5-252F4594ED6F}" type="pres">
      <dgm:prSet presAssocID="{AB4BCDF1-ACDD-408A-AFDF-7634C3D2F720}" presName="compNode" presStyleCnt="0"/>
      <dgm:spPr/>
    </dgm:pt>
    <dgm:pt modelId="{04AF02BE-A9AE-492E-BBC7-F14E5938C5A4}" type="pres">
      <dgm:prSet presAssocID="{AB4BCDF1-ACDD-408A-AFDF-7634C3D2F720}" presName="bgRect" presStyleLbl="bgShp" presStyleIdx="3" presStyleCnt="4"/>
      <dgm:spPr/>
    </dgm:pt>
    <dgm:pt modelId="{C055D020-B102-437E-9014-0C7017D2A367}" type="pres">
      <dgm:prSet presAssocID="{AB4BCDF1-ACDD-408A-AFDF-7634C3D2F72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topwatch"/>
        </a:ext>
      </dgm:extLst>
    </dgm:pt>
    <dgm:pt modelId="{22088C71-D065-46AA-94BE-9675CF634E8B}" type="pres">
      <dgm:prSet presAssocID="{AB4BCDF1-ACDD-408A-AFDF-7634C3D2F720}" presName="spaceRect" presStyleCnt="0"/>
      <dgm:spPr/>
    </dgm:pt>
    <dgm:pt modelId="{3593293F-44C5-40A1-A952-5A77A63BD790}" type="pres">
      <dgm:prSet presAssocID="{AB4BCDF1-ACDD-408A-AFDF-7634C3D2F720}" presName="parTx" presStyleLbl="revTx" presStyleIdx="6" presStyleCnt="8">
        <dgm:presLayoutVars>
          <dgm:chMax val="0"/>
          <dgm:chPref val="0"/>
        </dgm:presLayoutVars>
      </dgm:prSet>
      <dgm:spPr/>
    </dgm:pt>
    <dgm:pt modelId="{A96F78AA-8FE0-4258-A502-17F60F479106}" type="pres">
      <dgm:prSet presAssocID="{AB4BCDF1-ACDD-408A-AFDF-7634C3D2F720}" presName="desTx" presStyleLbl="revTx" presStyleIdx="7" presStyleCnt="8">
        <dgm:presLayoutVars/>
      </dgm:prSet>
      <dgm:spPr/>
    </dgm:pt>
  </dgm:ptLst>
  <dgm:cxnLst>
    <dgm:cxn modelId="{8C0D700A-8112-440D-BB11-CA2E51915D0B}" srcId="{323B07C0-8A75-4DE9-9A2E-9682ADF37B2A}" destId="{432CDFB7-2C19-4C2E-90DE-C51A01B5F3B3}" srcOrd="0" destOrd="0" parTransId="{95092495-EE6D-4B02-AC09-DF8148264406}" sibTransId="{E7D48FAA-4270-4C52-84D2-2B18DEF8F76B}"/>
    <dgm:cxn modelId="{9190BB24-0876-4E9F-8441-FC8B55B81EEC}" type="presOf" srcId="{A7C1F740-872F-4DB9-A0A8-F0BEA52C6B67}" destId="{A96F78AA-8FE0-4258-A502-17F60F479106}" srcOrd="0" destOrd="2" presId="urn:microsoft.com/office/officeart/2018/2/layout/IconVerticalSolidList"/>
    <dgm:cxn modelId="{7C958125-2C5A-467E-BA97-13D5D55C1049}" srcId="{AB4BCDF1-ACDD-408A-AFDF-7634C3D2F720}" destId="{4E62025D-47B7-42BC-A65A-06FE8DFD1BF3}" srcOrd="1" destOrd="0" parTransId="{CF6707F7-4B20-4D2C-95C0-0EF453B930D1}" sibTransId="{41F84320-35B8-4030-A064-DC7F526C5B63}"/>
    <dgm:cxn modelId="{3EC7872B-89DF-46E5-89F3-77D94BCD2D70}" srcId="{432CDFB7-2C19-4C2E-90DE-C51A01B5F3B3}" destId="{61A1E7BE-0F34-4CA8-85E5-91DA8E00C80E}" srcOrd="0" destOrd="0" parTransId="{1C3D2BF1-842C-4216-A4DD-307D4A59A2C4}" sibTransId="{1FC9B3B7-F074-41C1-ADCB-47F3A5A36E38}"/>
    <dgm:cxn modelId="{01FA5B35-6AD5-4F07-9643-ACDB0156294C}" type="presOf" srcId="{C3DBB3D5-43B3-4B86-B89C-E17F7B0F777B}" destId="{A4D43FAB-E747-4135-869C-8A69C0E09B7C}" srcOrd="0" destOrd="1" presId="urn:microsoft.com/office/officeart/2018/2/layout/IconVerticalSolidList"/>
    <dgm:cxn modelId="{7DC95D38-27CA-484C-B9C2-AB2BC5EE04BA}" srcId="{61372E1F-E893-4C54-8E0F-C89BF15C3118}" destId="{0C95B208-6545-4BA9-9333-72C94620D436}" srcOrd="1" destOrd="0" parTransId="{95FB3B9D-16C7-4363-8F5E-8999EB5014C0}" sibTransId="{CB42BA1B-649D-4F59-B50B-D6ED1CFBDE3A}"/>
    <dgm:cxn modelId="{6850C63B-1593-4258-899C-1AF883FB4AE4}" srcId="{61372E1F-E893-4C54-8E0F-C89BF15C3118}" destId="{78DEB2FF-C5CD-441A-AB42-F95B8E92C6A2}" srcOrd="2" destOrd="0" parTransId="{758CF6AB-D5DC-40C4-B4B8-0D849B48FB1A}" sibTransId="{5B7750CD-4982-4DAA-A2E5-A97A6AB46795}"/>
    <dgm:cxn modelId="{9878225B-7720-4D23-8C15-C7DEE48D3486}" srcId="{61372E1F-E893-4C54-8E0F-C89BF15C3118}" destId="{210CFDD0-BE1E-41DD-AD96-5D38F051B6CB}" srcOrd="0" destOrd="0" parTransId="{ECA782DE-43F2-4069-A9D0-382A8A96CB19}" sibTransId="{BE02114F-117C-4F04-9988-294CE0F48533}"/>
    <dgm:cxn modelId="{A5BE3D70-289D-4436-ABB5-17546251B55D}" srcId="{323B07C0-8A75-4DE9-9A2E-9682ADF37B2A}" destId="{E85D99EB-8752-4EE4-8249-B752E16B2BD4}" srcOrd="2" destOrd="0" parTransId="{A7565AE2-9602-463B-9EBF-DDA2FC498E08}" sibTransId="{E68A742D-55F5-496D-9289-BB03C254C07A}"/>
    <dgm:cxn modelId="{53890D55-FC33-4935-B693-546E95215548}" type="presOf" srcId="{78DEB2FF-C5CD-441A-AB42-F95B8E92C6A2}" destId="{8BDCCA5A-BA53-42D9-9592-2FC63A1FAE79}" srcOrd="0" destOrd="2" presId="urn:microsoft.com/office/officeart/2018/2/layout/IconVerticalSolidList"/>
    <dgm:cxn modelId="{49FE8099-10EA-4396-9627-B9C7125E80E5}" srcId="{323B07C0-8A75-4DE9-9A2E-9682ADF37B2A}" destId="{AB4BCDF1-ACDD-408A-AFDF-7634C3D2F720}" srcOrd="3" destOrd="0" parTransId="{27A3811B-099F-4C01-B86D-260853B69B30}" sibTransId="{9F8D6F6F-ABD0-4784-A50B-FDE2B4995A58}"/>
    <dgm:cxn modelId="{0B3EE59A-BC3D-43C3-9852-B87BE3AF181E}" type="presOf" srcId="{E85D99EB-8752-4EE4-8249-B752E16B2BD4}" destId="{014E7968-0741-4783-BC4A-B8278B785B77}" srcOrd="0" destOrd="0" presId="urn:microsoft.com/office/officeart/2018/2/layout/IconVerticalSolidList"/>
    <dgm:cxn modelId="{FA9D64A2-4E62-4529-9352-F691517DEC1B}" srcId="{432CDFB7-2C19-4C2E-90DE-C51A01B5F3B3}" destId="{23364C67-9098-4F6A-A664-6913AEA0E5C1}" srcOrd="1" destOrd="0" parTransId="{F89BAFB0-30D0-4A11-B808-0A7B17506186}" sibTransId="{100FB081-4BB5-4C4B-A45A-2086179463EF}"/>
    <dgm:cxn modelId="{A22231A6-B6AB-4537-9529-F8BC46B76D74}" srcId="{323B07C0-8A75-4DE9-9A2E-9682ADF37B2A}" destId="{61372E1F-E893-4C54-8E0F-C89BF15C3118}" srcOrd="1" destOrd="0" parTransId="{77D45C0F-4B07-4C96-AF17-DED74C8A2596}" sibTransId="{0B9A1CFD-E032-4D73-BF64-E021E0C34208}"/>
    <dgm:cxn modelId="{D4999CA6-7DB5-4169-B122-C723E805CA33}" type="presOf" srcId="{4E62025D-47B7-42BC-A65A-06FE8DFD1BF3}" destId="{A96F78AA-8FE0-4258-A502-17F60F479106}" srcOrd="0" destOrd="1" presId="urn:microsoft.com/office/officeart/2018/2/layout/IconVerticalSolidList"/>
    <dgm:cxn modelId="{FB98B0A8-1D4C-428B-B58B-402CF1A8DA54}" type="presOf" srcId="{0C95B208-6545-4BA9-9333-72C94620D436}" destId="{8BDCCA5A-BA53-42D9-9592-2FC63A1FAE79}" srcOrd="0" destOrd="1" presId="urn:microsoft.com/office/officeart/2018/2/layout/IconVerticalSolidList"/>
    <dgm:cxn modelId="{057F58A9-FE52-4755-BD5E-B73964A1FE78}" type="presOf" srcId="{61372E1F-E893-4C54-8E0F-C89BF15C3118}" destId="{43707F8D-1DA3-4692-BAB8-B95C08ADDBE8}" srcOrd="0" destOrd="0" presId="urn:microsoft.com/office/officeart/2018/2/layout/IconVerticalSolidList"/>
    <dgm:cxn modelId="{FDE8E4AA-0A10-49B6-842F-A36A1353B4E1}" srcId="{E85D99EB-8752-4EE4-8249-B752E16B2BD4}" destId="{F99E84CF-3307-451A-AFEB-48ED56E6D925}" srcOrd="0" destOrd="0" parTransId="{C68D55AE-9523-4D0A-8E44-4A937F3541D1}" sibTransId="{1D186C85-895B-4AD8-9446-D8AC9348FDBA}"/>
    <dgm:cxn modelId="{9F760DAB-5C19-4125-9E82-E5BFBB65AAF9}" type="presOf" srcId="{432CDFB7-2C19-4C2E-90DE-C51A01B5F3B3}" destId="{1BB456F3-0232-4C5F-B096-B51C636611EE}" srcOrd="0" destOrd="0" presId="urn:microsoft.com/office/officeart/2018/2/layout/IconVerticalSolidList"/>
    <dgm:cxn modelId="{8D2597AD-BAA0-4351-9F61-E1FB7CFB4D11}" type="presOf" srcId="{5C1C620B-4532-4498-A9B3-DA201C91F8A3}" destId="{A96F78AA-8FE0-4258-A502-17F60F479106}" srcOrd="0" destOrd="0" presId="urn:microsoft.com/office/officeart/2018/2/layout/IconVerticalSolidList"/>
    <dgm:cxn modelId="{CCE432C7-020A-4484-9B0B-DB25DF22540A}" type="presOf" srcId="{323B07C0-8A75-4DE9-9A2E-9682ADF37B2A}" destId="{62822583-40D9-4D61-A9CC-19627A2B480A}" srcOrd="0" destOrd="0" presId="urn:microsoft.com/office/officeart/2018/2/layout/IconVerticalSolidList"/>
    <dgm:cxn modelId="{4C2595C8-9449-4571-8567-A59EEABACE93}" type="presOf" srcId="{23364C67-9098-4F6A-A664-6913AEA0E5C1}" destId="{5EE982AE-A4FE-4D22-961C-873834457175}" srcOrd="0" destOrd="1" presId="urn:microsoft.com/office/officeart/2018/2/layout/IconVerticalSolidList"/>
    <dgm:cxn modelId="{F1E475DC-A9A0-4D8D-9D48-BEA7C617ED15}" srcId="{E85D99EB-8752-4EE4-8249-B752E16B2BD4}" destId="{C3DBB3D5-43B3-4B86-B89C-E17F7B0F777B}" srcOrd="1" destOrd="0" parTransId="{B666A743-D914-45B5-A469-B02D1AC5BA05}" sibTransId="{8AA5B955-EA0D-4754-AF08-E195AD395200}"/>
    <dgm:cxn modelId="{A48716E0-3A39-4872-A0B7-D3F10257B028}" srcId="{AB4BCDF1-ACDD-408A-AFDF-7634C3D2F720}" destId="{A7C1F740-872F-4DB9-A0A8-F0BEA52C6B67}" srcOrd="2" destOrd="0" parTransId="{E6E36852-18C4-4BF5-AF5E-C7ECC468EE6C}" sibTransId="{734A83A9-EC21-4BF5-85ED-BCF3D7D5F611}"/>
    <dgm:cxn modelId="{EA0EA1EC-073B-4C13-B485-1E416633B730}" type="presOf" srcId="{AB4BCDF1-ACDD-408A-AFDF-7634C3D2F720}" destId="{3593293F-44C5-40A1-A952-5A77A63BD790}" srcOrd="0" destOrd="0" presId="urn:microsoft.com/office/officeart/2018/2/layout/IconVerticalSolidList"/>
    <dgm:cxn modelId="{C000D1EC-6355-45AA-8BC0-3E85470E4979}" type="presOf" srcId="{61A1E7BE-0F34-4CA8-85E5-91DA8E00C80E}" destId="{5EE982AE-A4FE-4D22-961C-873834457175}" srcOrd="0" destOrd="0" presId="urn:microsoft.com/office/officeart/2018/2/layout/IconVerticalSolidList"/>
    <dgm:cxn modelId="{FE992DF5-8BEC-4C7B-9227-01F32E08AB0E}" type="presOf" srcId="{210CFDD0-BE1E-41DD-AD96-5D38F051B6CB}" destId="{8BDCCA5A-BA53-42D9-9592-2FC63A1FAE79}" srcOrd="0" destOrd="0" presId="urn:microsoft.com/office/officeart/2018/2/layout/IconVerticalSolidList"/>
    <dgm:cxn modelId="{D6DA34F6-77F2-4B81-AC8B-9CE0B7C60F14}" srcId="{AB4BCDF1-ACDD-408A-AFDF-7634C3D2F720}" destId="{5C1C620B-4532-4498-A9B3-DA201C91F8A3}" srcOrd="0" destOrd="0" parTransId="{49D53352-7414-4182-BD80-C863E8B6EBDE}" sibTransId="{3B10AC95-1F46-404E-A73A-944F9EE42614}"/>
    <dgm:cxn modelId="{4FC64CFB-37BE-45C5-84E8-162A2673E3BF}" type="presOf" srcId="{F99E84CF-3307-451A-AFEB-48ED56E6D925}" destId="{A4D43FAB-E747-4135-869C-8A69C0E09B7C}" srcOrd="0" destOrd="0" presId="urn:microsoft.com/office/officeart/2018/2/layout/IconVerticalSolidList"/>
    <dgm:cxn modelId="{74A21FD0-F064-48E3-9E03-2CB3DB649457}" type="presParOf" srcId="{62822583-40D9-4D61-A9CC-19627A2B480A}" destId="{837461B4-7F18-43AF-AAF9-507E48667F6C}" srcOrd="0" destOrd="0" presId="urn:microsoft.com/office/officeart/2018/2/layout/IconVerticalSolidList"/>
    <dgm:cxn modelId="{96EA96BC-343E-4033-96FA-F0CECBA52A45}" type="presParOf" srcId="{837461B4-7F18-43AF-AAF9-507E48667F6C}" destId="{5D3D8765-4BA3-4D28-BC06-5D2670B60EFE}" srcOrd="0" destOrd="0" presId="urn:microsoft.com/office/officeart/2018/2/layout/IconVerticalSolidList"/>
    <dgm:cxn modelId="{24683C47-C470-4F15-A532-0FD98AAEF2DC}" type="presParOf" srcId="{837461B4-7F18-43AF-AAF9-507E48667F6C}" destId="{B5125C24-5FDF-482C-A782-EF23E13A01BE}" srcOrd="1" destOrd="0" presId="urn:microsoft.com/office/officeart/2018/2/layout/IconVerticalSolidList"/>
    <dgm:cxn modelId="{1F6B5379-E4F3-4287-9918-B92E4B8B95EE}" type="presParOf" srcId="{837461B4-7F18-43AF-AAF9-507E48667F6C}" destId="{E2C2E4D5-BBE1-4BC4-A57B-0800E5EE12FD}" srcOrd="2" destOrd="0" presId="urn:microsoft.com/office/officeart/2018/2/layout/IconVerticalSolidList"/>
    <dgm:cxn modelId="{9FE05083-B3F8-4FEA-B08D-DDB84E75EC36}" type="presParOf" srcId="{837461B4-7F18-43AF-AAF9-507E48667F6C}" destId="{1BB456F3-0232-4C5F-B096-B51C636611EE}" srcOrd="3" destOrd="0" presId="urn:microsoft.com/office/officeart/2018/2/layout/IconVerticalSolidList"/>
    <dgm:cxn modelId="{AAB22C0E-BAF1-40AB-B943-EA7EA69E00D1}" type="presParOf" srcId="{837461B4-7F18-43AF-AAF9-507E48667F6C}" destId="{5EE982AE-A4FE-4D22-961C-873834457175}" srcOrd="4" destOrd="0" presId="urn:microsoft.com/office/officeart/2018/2/layout/IconVerticalSolidList"/>
    <dgm:cxn modelId="{2EDD3A29-B3E5-40FD-AFEF-DCCBD23BEC17}" type="presParOf" srcId="{62822583-40D9-4D61-A9CC-19627A2B480A}" destId="{B8DC2DE4-1DBD-452E-BB53-065A2E1B9CE1}" srcOrd="1" destOrd="0" presId="urn:microsoft.com/office/officeart/2018/2/layout/IconVerticalSolidList"/>
    <dgm:cxn modelId="{9DB76AA4-D0D0-4879-97CE-B8D5DDEB1DCB}" type="presParOf" srcId="{62822583-40D9-4D61-A9CC-19627A2B480A}" destId="{6E9217AA-6D33-415C-AD5C-E1CC85B4EE1A}" srcOrd="2" destOrd="0" presId="urn:microsoft.com/office/officeart/2018/2/layout/IconVerticalSolidList"/>
    <dgm:cxn modelId="{C882131F-721E-43ED-9B8B-FE4F0F6493B9}" type="presParOf" srcId="{6E9217AA-6D33-415C-AD5C-E1CC85B4EE1A}" destId="{1A7AB6AD-5C0E-46FD-9CFD-4C34C22306F4}" srcOrd="0" destOrd="0" presId="urn:microsoft.com/office/officeart/2018/2/layout/IconVerticalSolidList"/>
    <dgm:cxn modelId="{12D5045B-9321-475F-9F59-BB9028A43622}" type="presParOf" srcId="{6E9217AA-6D33-415C-AD5C-E1CC85B4EE1A}" destId="{FFBD1C62-0887-4518-B852-7483E38C1F20}" srcOrd="1" destOrd="0" presId="urn:microsoft.com/office/officeart/2018/2/layout/IconVerticalSolidList"/>
    <dgm:cxn modelId="{532C4282-8428-403E-A31B-0D4FB529DCB5}" type="presParOf" srcId="{6E9217AA-6D33-415C-AD5C-E1CC85B4EE1A}" destId="{CFB7FF89-34B0-4574-8E74-F484DC0E2CD7}" srcOrd="2" destOrd="0" presId="urn:microsoft.com/office/officeart/2018/2/layout/IconVerticalSolidList"/>
    <dgm:cxn modelId="{A13A9566-F6B2-40A6-A1F5-D77B30901183}" type="presParOf" srcId="{6E9217AA-6D33-415C-AD5C-E1CC85B4EE1A}" destId="{43707F8D-1DA3-4692-BAB8-B95C08ADDBE8}" srcOrd="3" destOrd="0" presId="urn:microsoft.com/office/officeart/2018/2/layout/IconVerticalSolidList"/>
    <dgm:cxn modelId="{7D403832-2DF2-48E7-9999-C14571CD4976}" type="presParOf" srcId="{6E9217AA-6D33-415C-AD5C-E1CC85B4EE1A}" destId="{8BDCCA5A-BA53-42D9-9592-2FC63A1FAE79}" srcOrd="4" destOrd="0" presId="urn:microsoft.com/office/officeart/2018/2/layout/IconVerticalSolidList"/>
    <dgm:cxn modelId="{FBC52103-5A71-46CB-8D76-F4E469FFC401}" type="presParOf" srcId="{62822583-40D9-4D61-A9CC-19627A2B480A}" destId="{AA100513-1814-4D89-B823-EA2B9BD88642}" srcOrd="3" destOrd="0" presId="urn:microsoft.com/office/officeart/2018/2/layout/IconVerticalSolidList"/>
    <dgm:cxn modelId="{AC2CCE7C-EF37-478B-B7CD-B0F067DE77C6}" type="presParOf" srcId="{62822583-40D9-4D61-A9CC-19627A2B480A}" destId="{ACB80CA3-EA78-45ED-BD27-BBF0D11FB27D}" srcOrd="4" destOrd="0" presId="urn:microsoft.com/office/officeart/2018/2/layout/IconVerticalSolidList"/>
    <dgm:cxn modelId="{779714B2-6C46-4120-BF9E-A6FD344CC55B}" type="presParOf" srcId="{ACB80CA3-EA78-45ED-BD27-BBF0D11FB27D}" destId="{90A0FA5B-6422-4C14-AF1F-09C68C3DBC2F}" srcOrd="0" destOrd="0" presId="urn:microsoft.com/office/officeart/2018/2/layout/IconVerticalSolidList"/>
    <dgm:cxn modelId="{64C9E9BE-1872-4CEE-ABED-AE36DEC34CF2}" type="presParOf" srcId="{ACB80CA3-EA78-45ED-BD27-BBF0D11FB27D}" destId="{0B476968-4448-4EA6-97CA-6B2D5D9BFCEC}" srcOrd="1" destOrd="0" presId="urn:microsoft.com/office/officeart/2018/2/layout/IconVerticalSolidList"/>
    <dgm:cxn modelId="{1866A4F3-1C9C-408E-B0D0-536FDB5FA183}" type="presParOf" srcId="{ACB80CA3-EA78-45ED-BD27-BBF0D11FB27D}" destId="{A17C180B-205E-4754-9616-C581A2B3C478}" srcOrd="2" destOrd="0" presId="urn:microsoft.com/office/officeart/2018/2/layout/IconVerticalSolidList"/>
    <dgm:cxn modelId="{1F13CAF1-A08C-4A24-9B43-C16FDCD5E85F}" type="presParOf" srcId="{ACB80CA3-EA78-45ED-BD27-BBF0D11FB27D}" destId="{014E7968-0741-4783-BC4A-B8278B785B77}" srcOrd="3" destOrd="0" presId="urn:microsoft.com/office/officeart/2018/2/layout/IconVerticalSolidList"/>
    <dgm:cxn modelId="{EC16D43A-414E-4F44-BD88-3E6D1975C50C}" type="presParOf" srcId="{ACB80CA3-EA78-45ED-BD27-BBF0D11FB27D}" destId="{A4D43FAB-E747-4135-869C-8A69C0E09B7C}" srcOrd="4" destOrd="0" presId="urn:microsoft.com/office/officeart/2018/2/layout/IconVerticalSolidList"/>
    <dgm:cxn modelId="{26821092-C71D-4F5E-B84F-CC3BEA864B0E}" type="presParOf" srcId="{62822583-40D9-4D61-A9CC-19627A2B480A}" destId="{D19BF9F3-60DB-44A1-82B2-CD929D36F98E}" srcOrd="5" destOrd="0" presId="urn:microsoft.com/office/officeart/2018/2/layout/IconVerticalSolidList"/>
    <dgm:cxn modelId="{B61EA256-EAF3-4500-B13A-69FEF9AB4BD5}" type="presParOf" srcId="{62822583-40D9-4D61-A9CC-19627A2B480A}" destId="{E47323D4-E83E-4D40-A0E5-252F4594ED6F}" srcOrd="6" destOrd="0" presId="urn:microsoft.com/office/officeart/2018/2/layout/IconVerticalSolidList"/>
    <dgm:cxn modelId="{53436E63-D5C0-4BDF-8751-2C4E4E1FF697}" type="presParOf" srcId="{E47323D4-E83E-4D40-A0E5-252F4594ED6F}" destId="{04AF02BE-A9AE-492E-BBC7-F14E5938C5A4}" srcOrd="0" destOrd="0" presId="urn:microsoft.com/office/officeart/2018/2/layout/IconVerticalSolidList"/>
    <dgm:cxn modelId="{14D41085-FC59-4693-A7AD-54D7AB1A4FD8}" type="presParOf" srcId="{E47323D4-E83E-4D40-A0E5-252F4594ED6F}" destId="{C055D020-B102-437E-9014-0C7017D2A367}" srcOrd="1" destOrd="0" presId="urn:microsoft.com/office/officeart/2018/2/layout/IconVerticalSolidList"/>
    <dgm:cxn modelId="{8CFFFF47-4D10-47C7-BB4E-FB5AFB8D7A10}" type="presParOf" srcId="{E47323D4-E83E-4D40-A0E5-252F4594ED6F}" destId="{22088C71-D065-46AA-94BE-9675CF634E8B}" srcOrd="2" destOrd="0" presId="urn:microsoft.com/office/officeart/2018/2/layout/IconVerticalSolidList"/>
    <dgm:cxn modelId="{78CFEB36-A56F-484C-B9B0-D0026B11CE6E}" type="presParOf" srcId="{E47323D4-E83E-4D40-A0E5-252F4594ED6F}" destId="{3593293F-44C5-40A1-A952-5A77A63BD790}" srcOrd="3" destOrd="0" presId="urn:microsoft.com/office/officeart/2018/2/layout/IconVerticalSolidList"/>
    <dgm:cxn modelId="{A675BEBA-E712-4015-AF7A-54C886C2C988}" type="presParOf" srcId="{E47323D4-E83E-4D40-A0E5-252F4594ED6F}" destId="{A96F78AA-8FE0-4258-A502-17F60F479106}"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A4330B-4AAC-4863-BB4C-72AB65169C8C}">
      <dsp:nvSpPr>
        <dsp:cNvPr id="0" name=""/>
        <dsp:cNvSpPr/>
      </dsp:nvSpPr>
      <dsp:spPr>
        <a:xfrm>
          <a:off x="2283375" y="498352"/>
          <a:ext cx="385802" cy="91440"/>
        </a:xfrm>
        <a:custGeom>
          <a:avLst/>
          <a:gdLst/>
          <a:ahLst/>
          <a:cxnLst/>
          <a:rect l="0" t="0" r="0" b="0"/>
          <a:pathLst>
            <a:path>
              <a:moveTo>
                <a:pt x="0" y="45720"/>
              </a:moveTo>
              <a:lnTo>
                <a:pt x="385802" y="45720"/>
              </a:lnTo>
            </a:path>
          </a:pathLst>
        </a:custGeom>
        <a:noFill/>
        <a:ln w="12700" cap="rnd"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65866" y="541990"/>
        <a:ext cx="20820" cy="4164"/>
      </dsp:txXfrm>
    </dsp:sp>
    <dsp:sp modelId="{35C72B75-0C9D-4BDD-A32B-9EF937A7D552}">
      <dsp:nvSpPr>
        <dsp:cNvPr id="0" name=""/>
        <dsp:cNvSpPr/>
      </dsp:nvSpPr>
      <dsp:spPr>
        <a:xfrm>
          <a:off x="474730" y="938"/>
          <a:ext cx="1810444" cy="1086266"/>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713" tIns="93120" rIns="88713" bIns="93120" numCol="1" spcCol="1270" anchor="ctr" anchorCtr="0">
          <a:noAutofit/>
        </a:bodyPr>
        <a:lstStyle/>
        <a:p>
          <a:pPr marL="0" lvl="0" indent="0" algn="ctr" defTabSz="711200">
            <a:lnSpc>
              <a:spcPct val="90000"/>
            </a:lnSpc>
            <a:spcBef>
              <a:spcPct val="0"/>
            </a:spcBef>
            <a:spcAft>
              <a:spcPct val="35000"/>
            </a:spcAft>
            <a:buNone/>
          </a:pPr>
          <a:r>
            <a:rPr lang="en-US" sz="1600" kern="1200"/>
            <a:t>YOUR TYPICAL SPRINT WEEK:</a:t>
          </a:r>
        </a:p>
      </dsp:txBody>
      <dsp:txXfrm>
        <a:off x="474730" y="938"/>
        <a:ext cx="1810444" cy="1086266"/>
      </dsp:txXfrm>
    </dsp:sp>
    <dsp:sp modelId="{2E2E9755-75DA-4061-9C19-45C0E21FE36E}">
      <dsp:nvSpPr>
        <dsp:cNvPr id="0" name=""/>
        <dsp:cNvSpPr/>
      </dsp:nvSpPr>
      <dsp:spPr>
        <a:xfrm>
          <a:off x="4510222" y="498352"/>
          <a:ext cx="385802" cy="91440"/>
        </a:xfrm>
        <a:custGeom>
          <a:avLst/>
          <a:gdLst/>
          <a:ahLst/>
          <a:cxnLst/>
          <a:rect l="0" t="0" r="0" b="0"/>
          <a:pathLst>
            <a:path>
              <a:moveTo>
                <a:pt x="0" y="45720"/>
              </a:moveTo>
              <a:lnTo>
                <a:pt x="385802" y="45720"/>
              </a:lnTo>
            </a:path>
          </a:pathLst>
        </a:custGeom>
        <a:noFill/>
        <a:ln w="12700" cap="rnd"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692713" y="541990"/>
        <a:ext cx="20820" cy="4164"/>
      </dsp:txXfrm>
    </dsp:sp>
    <dsp:sp modelId="{8AF97C48-83CA-4781-BD0C-3A2CFC7D8A49}">
      <dsp:nvSpPr>
        <dsp:cNvPr id="0" name=""/>
        <dsp:cNvSpPr/>
      </dsp:nvSpPr>
      <dsp:spPr>
        <a:xfrm>
          <a:off x="2701577" y="938"/>
          <a:ext cx="1810444" cy="1086266"/>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713" tIns="93120" rIns="88713" bIns="93120" numCol="1" spcCol="1270" anchor="ctr" anchorCtr="0">
          <a:noAutofit/>
        </a:bodyPr>
        <a:lstStyle/>
        <a:p>
          <a:pPr marL="0" lvl="0" indent="0" algn="ctr" defTabSz="711200">
            <a:lnSpc>
              <a:spcPct val="90000"/>
            </a:lnSpc>
            <a:spcBef>
              <a:spcPct val="0"/>
            </a:spcBef>
            <a:spcAft>
              <a:spcPct val="35000"/>
            </a:spcAft>
            <a:buNone/>
          </a:pPr>
          <a:r>
            <a:rPr lang="en-US" sz="1600" kern="1200"/>
            <a:t>🏗️  CRUD Boilerplate → 16 hours</a:t>
          </a:r>
        </a:p>
      </dsp:txBody>
      <dsp:txXfrm>
        <a:off x="2701577" y="938"/>
        <a:ext cx="1810444" cy="1086266"/>
      </dsp:txXfrm>
    </dsp:sp>
    <dsp:sp modelId="{71443B47-1516-4571-8A1F-68CBB12A8D09}">
      <dsp:nvSpPr>
        <dsp:cNvPr id="0" name=""/>
        <dsp:cNvSpPr/>
      </dsp:nvSpPr>
      <dsp:spPr>
        <a:xfrm>
          <a:off x="1379953" y="1085405"/>
          <a:ext cx="4453693" cy="385802"/>
        </a:xfrm>
        <a:custGeom>
          <a:avLst/>
          <a:gdLst/>
          <a:ahLst/>
          <a:cxnLst/>
          <a:rect l="0" t="0" r="0" b="0"/>
          <a:pathLst>
            <a:path>
              <a:moveTo>
                <a:pt x="4453693" y="0"/>
              </a:moveTo>
              <a:lnTo>
                <a:pt x="4453693" y="210001"/>
              </a:lnTo>
              <a:lnTo>
                <a:pt x="0" y="210001"/>
              </a:lnTo>
              <a:lnTo>
                <a:pt x="0" y="385802"/>
              </a:lnTo>
            </a:path>
          </a:pathLst>
        </a:custGeom>
        <a:noFill/>
        <a:ln w="12700" cap="rnd"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494972" y="1276224"/>
        <a:ext cx="223655" cy="4164"/>
      </dsp:txXfrm>
    </dsp:sp>
    <dsp:sp modelId="{0F762E05-6053-43C0-9315-9886FD440ECF}">
      <dsp:nvSpPr>
        <dsp:cNvPr id="0" name=""/>
        <dsp:cNvSpPr/>
      </dsp:nvSpPr>
      <dsp:spPr>
        <a:xfrm>
          <a:off x="4928424" y="938"/>
          <a:ext cx="1810444" cy="1086266"/>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713" tIns="93120" rIns="88713" bIns="93120" numCol="1" spcCol="1270" anchor="ctr" anchorCtr="0">
          <a:noAutofit/>
        </a:bodyPr>
        <a:lstStyle/>
        <a:p>
          <a:pPr marL="0" lvl="0" indent="0" algn="ctr" defTabSz="711200">
            <a:lnSpc>
              <a:spcPct val="90000"/>
            </a:lnSpc>
            <a:spcBef>
              <a:spcPct val="0"/>
            </a:spcBef>
            <a:spcAft>
              <a:spcPct val="35000"/>
            </a:spcAft>
            <a:buNone/>
          </a:pPr>
          <a:r>
            <a:rPr lang="en-US" sz="1600" kern="1200"/>
            <a:t>⚡  Performance Tuning → 8 hours</a:t>
          </a:r>
        </a:p>
      </dsp:txBody>
      <dsp:txXfrm>
        <a:off x="4928424" y="938"/>
        <a:ext cx="1810444" cy="1086266"/>
      </dsp:txXfrm>
    </dsp:sp>
    <dsp:sp modelId="{BEDD1C29-3B2F-4E1B-9B6D-C883E192A72B}">
      <dsp:nvSpPr>
        <dsp:cNvPr id="0" name=""/>
        <dsp:cNvSpPr/>
      </dsp:nvSpPr>
      <dsp:spPr>
        <a:xfrm>
          <a:off x="2283375" y="2001021"/>
          <a:ext cx="385802" cy="91440"/>
        </a:xfrm>
        <a:custGeom>
          <a:avLst/>
          <a:gdLst/>
          <a:ahLst/>
          <a:cxnLst/>
          <a:rect l="0" t="0" r="0" b="0"/>
          <a:pathLst>
            <a:path>
              <a:moveTo>
                <a:pt x="0" y="45720"/>
              </a:moveTo>
              <a:lnTo>
                <a:pt x="385802" y="45720"/>
              </a:lnTo>
            </a:path>
          </a:pathLst>
        </a:custGeom>
        <a:noFill/>
        <a:ln w="12700" cap="rnd"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65866" y="2044658"/>
        <a:ext cx="20820" cy="4164"/>
      </dsp:txXfrm>
    </dsp:sp>
    <dsp:sp modelId="{4B70E06D-7753-4BC2-817F-4F26853CDD7D}">
      <dsp:nvSpPr>
        <dsp:cNvPr id="0" name=""/>
        <dsp:cNvSpPr/>
      </dsp:nvSpPr>
      <dsp:spPr>
        <a:xfrm>
          <a:off x="474730" y="1503607"/>
          <a:ext cx="1810444" cy="1086266"/>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713" tIns="93120" rIns="88713" bIns="93120" numCol="1" spcCol="1270" anchor="ctr" anchorCtr="0">
          <a:noAutofit/>
        </a:bodyPr>
        <a:lstStyle/>
        <a:p>
          <a:pPr marL="0" lvl="0" indent="0" algn="ctr" defTabSz="711200">
            <a:lnSpc>
              <a:spcPct val="90000"/>
            </a:lnSpc>
            <a:spcBef>
              <a:spcPct val="0"/>
            </a:spcBef>
            <a:spcAft>
              <a:spcPct val="35000"/>
            </a:spcAft>
            <a:buNone/>
          </a:pPr>
          <a:r>
            <a:rPr lang="en-US" sz="1600" kern="1200"/>
            <a:t>🧪  Writing Tests → 12 hours</a:t>
          </a:r>
        </a:p>
      </dsp:txBody>
      <dsp:txXfrm>
        <a:off x="474730" y="1503607"/>
        <a:ext cx="1810444" cy="1086266"/>
      </dsp:txXfrm>
    </dsp:sp>
    <dsp:sp modelId="{FD97EA2F-E1A7-4A5A-94DA-E41BC71BED06}">
      <dsp:nvSpPr>
        <dsp:cNvPr id="0" name=""/>
        <dsp:cNvSpPr/>
      </dsp:nvSpPr>
      <dsp:spPr>
        <a:xfrm>
          <a:off x="4510222" y="2001021"/>
          <a:ext cx="385802" cy="91440"/>
        </a:xfrm>
        <a:custGeom>
          <a:avLst/>
          <a:gdLst/>
          <a:ahLst/>
          <a:cxnLst/>
          <a:rect l="0" t="0" r="0" b="0"/>
          <a:pathLst>
            <a:path>
              <a:moveTo>
                <a:pt x="0" y="45720"/>
              </a:moveTo>
              <a:lnTo>
                <a:pt x="385802" y="45720"/>
              </a:lnTo>
            </a:path>
          </a:pathLst>
        </a:custGeom>
        <a:noFill/>
        <a:ln w="12700" cap="rnd"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692713" y="2044658"/>
        <a:ext cx="20820" cy="4164"/>
      </dsp:txXfrm>
    </dsp:sp>
    <dsp:sp modelId="{DFC199BA-94FC-490A-AC3A-C2FF58851DCC}">
      <dsp:nvSpPr>
        <dsp:cNvPr id="0" name=""/>
        <dsp:cNvSpPr/>
      </dsp:nvSpPr>
      <dsp:spPr>
        <a:xfrm>
          <a:off x="2701577" y="1503607"/>
          <a:ext cx="1810444" cy="1086266"/>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713" tIns="93120" rIns="88713" bIns="93120" numCol="1" spcCol="1270" anchor="ctr" anchorCtr="0">
          <a:noAutofit/>
        </a:bodyPr>
        <a:lstStyle/>
        <a:p>
          <a:pPr marL="0" lvl="0" indent="0" algn="ctr" defTabSz="711200">
            <a:lnSpc>
              <a:spcPct val="90000"/>
            </a:lnSpc>
            <a:spcBef>
              <a:spcPct val="0"/>
            </a:spcBef>
            <a:spcAft>
              <a:spcPct val="35000"/>
            </a:spcAft>
            <a:buNone/>
          </a:pPr>
          <a:r>
            <a:rPr lang="en-US" sz="1600" kern="1200"/>
            <a:t>📝  Documentation → 4 hours</a:t>
          </a:r>
        </a:p>
      </dsp:txBody>
      <dsp:txXfrm>
        <a:off x="2701577" y="1503607"/>
        <a:ext cx="1810444" cy="1086266"/>
      </dsp:txXfrm>
    </dsp:sp>
    <dsp:sp modelId="{B54CDDE7-3F1B-41CE-945B-C70243A2D0F5}">
      <dsp:nvSpPr>
        <dsp:cNvPr id="0" name=""/>
        <dsp:cNvSpPr/>
      </dsp:nvSpPr>
      <dsp:spPr>
        <a:xfrm>
          <a:off x="1379953" y="2588074"/>
          <a:ext cx="4453693" cy="385802"/>
        </a:xfrm>
        <a:custGeom>
          <a:avLst/>
          <a:gdLst/>
          <a:ahLst/>
          <a:cxnLst/>
          <a:rect l="0" t="0" r="0" b="0"/>
          <a:pathLst>
            <a:path>
              <a:moveTo>
                <a:pt x="4453693" y="0"/>
              </a:moveTo>
              <a:lnTo>
                <a:pt x="4453693" y="210001"/>
              </a:lnTo>
              <a:lnTo>
                <a:pt x="0" y="210001"/>
              </a:lnTo>
              <a:lnTo>
                <a:pt x="0" y="385802"/>
              </a:lnTo>
            </a:path>
          </a:pathLst>
        </a:custGeom>
        <a:noFill/>
        <a:ln w="12700" cap="rnd"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494972" y="2778893"/>
        <a:ext cx="223655" cy="4164"/>
      </dsp:txXfrm>
    </dsp:sp>
    <dsp:sp modelId="{CA04D416-3BE9-4746-8251-CE0327B0705E}">
      <dsp:nvSpPr>
        <dsp:cNvPr id="0" name=""/>
        <dsp:cNvSpPr/>
      </dsp:nvSpPr>
      <dsp:spPr>
        <a:xfrm>
          <a:off x="4928424" y="1503607"/>
          <a:ext cx="1810444" cy="1086266"/>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713" tIns="93120" rIns="88713" bIns="93120" numCol="1" spcCol="1270" anchor="ctr" anchorCtr="0">
          <a:noAutofit/>
        </a:bodyPr>
        <a:lstStyle/>
        <a:p>
          <a:pPr marL="0" lvl="0" indent="0" algn="ctr" defTabSz="711200">
            <a:lnSpc>
              <a:spcPct val="90000"/>
            </a:lnSpc>
            <a:spcBef>
              <a:spcPct val="0"/>
            </a:spcBef>
            <a:spcAft>
              <a:spcPct val="35000"/>
            </a:spcAft>
            <a:buNone/>
          </a:pPr>
          <a:r>
            <a:rPr lang="en-US" sz="1600" kern="1200"/>
            <a:t>❓  Meetings &amp; Code Review → 10 hours</a:t>
          </a:r>
        </a:p>
      </dsp:txBody>
      <dsp:txXfrm>
        <a:off x="4928424" y="1503607"/>
        <a:ext cx="1810444" cy="1086266"/>
      </dsp:txXfrm>
    </dsp:sp>
    <dsp:sp modelId="{BFE8192B-A776-49A4-AE48-BB0721374F57}">
      <dsp:nvSpPr>
        <dsp:cNvPr id="0" name=""/>
        <dsp:cNvSpPr/>
      </dsp:nvSpPr>
      <dsp:spPr>
        <a:xfrm>
          <a:off x="2283375" y="3503689"/>
          <a:ext cx="385802" cy="91440"/>
        </a:xfrm>
        <a:custGeom>
          <a:avLst/>
          <a:gdLst/>
          <a:ahLst/>
          <a:cxnLst/>
          <a:rect l="0" t="0" r="0" b="0"/>
          <a:pathLst>
            <a:path>
              <a:moveTo>
                <a:pt x="0" y="45720"/>
              </a:moveTo>
              <a:lnTo>
                <a:pt x="385802" y="45720"/>
              </a:lnTo>
            </a:path>
          </a:pathLst>
        </a:custGeom>
        <a:noFill/>
        <a:ln w="12700" cap="rnd"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65866" y="3547327"/>
        <a:ext cx="20820" cy="4164"/>
      </dsp:txXfrm>
    </dsp:sp>
    <dsp:sp modelId="{072882F8-D3B6-4D09-AB4E-EA944F2A3A87}">
      <dsp:nvSpPr>
        <dsp:cNvPr id="0" name=""/>
        <dsp:cNvSpPr/>
      </dsp:nvSpPr>
      <dsp:spPr>
        <a:xfrm>
          <a:off x="474730" y="3006276"/>
          <a:ext cx="1810444" cy="1086266"/>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713" tIns="93120" rIns="88713" bIns="93120" numCol="1" spcCol="1270" anchor="ctr" anchorCtr="0">
          <a:noAutofit/>
        </a:bodyPr>
        <a:lstStyle/>
        <a:p>
          <a:pPr marL="0" lvl="0" indent="0" algn="ctr" defTabSz="711200">
            <a:lnSpc>
              <a:spcPct val="90000"/>
            </a:lnSpc>
            <a:spcBef>
              <a:spcPct val="0"/>
            </a:spcBef>
            <a:spcAft>
              <a:spcPct val="35000"/>
            </a:spcAft>
            <a:buNone/>
          </a:pPr>
          <a:r>
            <a:rPr lang="en-US" sz="1600" kern="1200"/>
            <a:t>💡 ACTUAL INNOVATION → 2 hours</a:t>
          </a:r>
        </a:p>
      </dsp:txBody>
      <dsp:txXfrm>
        <a:off x="474730" y="3006276"/>
        <a:ext cx="1810444" cy="1086266"/>
      </dsp:txXfrm>
    </dsp:sp>
    <dsp:sp modelId="{7101DE03-9E66-4FAE-8025-7D14A370317D}">
      <dsp:nvSpPr>
        <dsp:cNvPr id="0" name=""/>
        <dsp:cNvSpPr/>
      </dsp:nvSpPr>
      <dsp:spPr>
        <a:xfrm>
          <a:off x="2701577" y="3006276"/>
          <a:ext cx="1810444" cy="1086266"/>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713" tIns="93120" rIns="88713" bIns="93120" numCol="1" spcCol="1270" anchor="ctr" anchorCtr="0">
          <a:noAutofit/>
        </a:bodyPr>
        <a:lstStyle/>
        <a:p>
          <a:pPr marL="0" lvl="0" indent="0" algn="ctr" defTabSz="711200">
            <a:lnSpc>
              <a:spcPct val="90000"/>
            </a:lnSpc>
            <a:spcBef>
              <a:spcPct val="0"/>
            </a:spcBef>
            <a:spcAft>
              <a:spcPct val="35000"/>
            </a:spcAft>
            <a:buNone/>
          </a:pPr>
          <a:r>
            <a:rPr lang="en-US" sz="1600" kern="1200"/>
            <a:t>52 hours of work, only 2 hours of creativity</a:t>
          </a:r>
        </a:p>
      </dsp:txBody>
      <dsp:txXfrm>
        <a:off x="2701577" y="3006276"/>
        <a:ext cx="1810444" cy="108626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6F4F74-EE52-4910-8D34-899586F09A2A}">
      <dsp:nvSpPr>
        <dsp:cNvPr id="0" name=""/>
        <dsp:cNvSpPr/>
      </dsp:nvSpPr>
      <dsp:spPr>
        <a:xfrm>
          <a:off x="279852" y="54146"/>
          <a:ext cx="868535" cy="86853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8FCB24-6019-4C9D-91EE-CCABA814561A}">
      <dsp:nvSpPr>
        <dsp:cNvPr id="0" name=""/>
        <dsp:cNvSpPr/>
      </dsp:nvSpPr>
      <dsp:spPr>
        <a:xfrm>
          <a:off x="464950" y="239243"/>
          <a:ext cx="498339" cy="49833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B328B83-B2B6-4816-A9E6-EFF181CEE6BA}">
      <dsp:nvSpPr>
        <dsp:cNvPr id="0" name=""/>
        <dsp:cNvSpPr/>
      </dsp:nvSpPr>
      <dsp:spPr>
        <a:xfrm>
          <a:off x="2205" y="1193208"/>
          <a:ext cx="1423828" cy="5695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kern="1200"/>
            <a:t>YOUR TYPICAL SPRINT WEEK:</a:t>
          </a:r>
        </a:p>
      </dsp:txBody>
      <dsp:txXfrm>
        <a:off x="2205" y="1193208"/>
        <a:ext cx="1423828" cy="569531"/>
      </dsp:txXfrm>
    </dsp:sp>
    <dsp:sp modelId="{A57B8F26-F4AF-4B74-AB3C-9867F0AADB2A}">
      <dsp:nvSpPr>
        <dsp:cNvPr id="0" name=""/>
        <dsp:cNvSpPr/>
      </dsp:nvSpPr>
      <dsp:spPr>
        <a:xfrm>
          <a:off x="1952850" y="54146"/>
          <a:ext cx="868535" cy="86853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E88F58-D125-4924-9687-4FEBB804ECD7}">
      <dsp:nvSpPr>
        <dsp:cNvPr id="0" name=""/>
        <dsp:cNvSpPr/>
      </dsp:nvSpPr>
      <dsp:spPr>
        <a:xfrm>
          <a:off x="2137948" y="239243"/>
          <a:ext cx="498339" cy="49833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2E9218C-AA26-495D-B573-0CF2CB9A23BB}">
      <dsp:nvSpPr>
        <dsp:cNvPr id="0" name=""/>
        <dsp:cNvSpPr/>
      </dsp:nvSpPr>
      <dsp:spPr>
        <a:xfrm>
          <a:off x="1675203" y="1193208"/>
          <a:ext cx="1423828" cy="5695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kern="1200"/>
            <a:t>🏗️  CRUD Boilerplate → 16 hours</a:t>
          </a:r>
        </a:p>
      </dsp:txBody>
      <dsp:txXfrm>
        <a:off x="1675203" y="1193208"/>
        <a:ext cx="1423828" cy="569531"/>
      </dsp:txXfrm>
    </dsp:sp>
    <dsp:sp modelId="{4125E91D-9E0C-4530-BD75-06E8D33D056E}">
      <dsp:nvSpPr>
        <dsp:cNvPr id="0" name=""/>
        <dsp:cNvSpPr/>
      </dsp:nvSpPr>
      <dsp:spPr>
        <a:xfrm>
          <a:off x="3625848" y="54146"/>
          <a:ext cx="868535" cy="86853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957F2A-7B4A-4E25-9506-38306D74F361}">
      <dsp:nvSpPr>
        <dsp:cNvPr id="0" name=""/>
        <dsp:cNvSpPr/>
      </dsp:nvSpPr>
      <dsp:spPr>
        <a:xfrm>
          <a:off x="3810946" y="239243"/>
          <a:ext cx="498339" cy="49833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A545F4E-43A7-418E-A217-061BAA820B51}">
      <dsp:nvSpPr>
        <dsp:cNvPr id="0" name=""/>
        <dsp:cNvSpPr/>
      </dsp:nvSpPr>
      <dsp:spPr>
        <a:xfrm>
          <a:off x="3348201" y="1193208"/>
          <a:ext cx="1423828" cy="5695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kern="1200"/>
            <a:t>⚡  Performance Tuning → 8 hours</a:t>
          </a:r>
        </a:p>
      </dsp:txBody>
      <dsp:txXfrm>
        <a:off x="3348201" y="1193208"/>
        <a:ext cx="1423828" cy="569531"/>
      </dsp:txXfrm>
    </dsp:sp>
    <dsp:sp modelId="{6DF189FE-2F19-49A6-8D37-855FAEFF832F}">
      <dsp:nvSpPr>
        <dsp:cNvPr id="0" name=""/>
        <dsp:cNvSpPr/>
      </dsp:nvSpPr>
      <dsp:spPr>
        <a:xfrm>
          <a:off x="5298846" y="54146"/>
          <a:ext cx="868535" cy="86853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7BDAC10-7F89-4234-84E2-CFA2B81707D9}">
      <dsp:nvSpPr>
        <dsp:cNvPr id="0" name=""/>
        <dsp:cNvSpPr/>
      </dsp:nvSpPr>
      <dsp:spPr>
        <a:xfrm>
          <a:off x="5483944" y="239243"/>
          <a:ext cx="498339" cy="49833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A3DCC53-BDCA-450A-86F8-39402CD26E5D}">
      <dsp:nvSpPr>
        <dsp:cNvPr id="0" name=""/>
        <dsp:cNvSpPr/>
      </dsp:nvSpPr>
      <dsp:spPr>
        <a:xfrm>
          <a:off x="5021200" y="1193208"/>
          <a:ext cx="1423828" cy="5695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kern="1200"/>
            <a:t>🧪  Writing Tests → 12 hours</a:t>
          </a:r>
        </a:p>
      </dsp:txBody>
      <dsp:txXfrm>
        <a:off x="5021200" y="1193208"/>
        <a:ext cx="1423828" cy="569531"/>
      </dsp:txXfrm>
    </dsp:sp>
    <dsp:sp modelId="{CCED9B25-E067-4097-B680-853042A2560B}">
      <dsp:nvSpPr>
        <dsp:cNvPr id="0" name=""/>
        <dsp:cNvSpPr/>
      </dsp:nvSpPr>
      <dsp:spPr>
        <a:xfrm>
          <a:off x="279852" y="2118697"/>
          <a:ext cx="868535" cy="86853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3AA5DD-BEA2-4D43-B420-0AC688D02AA7}">
      <dsp:nvSpPr>
        <dsp:cNvPr id="0" name=""/>
        <dsp:cNvSpPr/>
      </dsp:nvSpPr>
      <dsp:spPr>
        <a:xfrm>
          <a:off x="464950" y="2303794"/>
          <a:ext cx="498339" cy="49833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E1CD7C8-A6C8-48F4-BB71-4176FA8FA2D6}">
      <dsp:nvSpPr>
        <dsp:cNvPr id="0" name=""/>
        <dsp:cNvSpPr/>
      </dsp:nvSpPr>
      <dsp:spPr>
        <a:xfrm>
          <a:off x="2205" y="3257759"/>
          <a:ext cx="1423828" cy="5695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kern="1200"/>
            <a:t>📝  Documentation → 4 hours</a:t>
          </a:r>
        </a:p>
      </dsp:txBody>
      <dsp:txXfrm>
        <a:off x="2205" y="3257759"/>
        <a:ext cx="1423828" cy="569531"/>
      </dsp:txXfrm>
    </dsp:sp>
    <dsp:sp modelId="{D8D42F57-BE03-45C3-9126-52F44EE7C5AB}">
      <dsp:nvSpPr>
        <dsp:cNvPr id="0" name=""/>
        <dsp:cNvSpPr/>
      </dsp:nvSpPr>
      <dsp:spPr>
        <a:xfrm>
          <a:off x="1952850" y="2118697"/>
          <a:ext cx="868535" cy="86853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18C70BD-3DCD-4F9F-A598-7DEDB57A3671}">
      <dsp:nvSpPr>
        <dsp:cNvPr id="0" name=""/>
        <dsp:cNvSpPr/>
      </dsp:nvSpPr>
      <dsp:spPr>
        <a:xfrm>
          <a:off x="2137948" y="2303794"/>
          <a:ext cx="498339" cy="498339"/>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CDDF014-9DD6-4A3A-98D1-2435D6004B1D}">
      <dsp:nvSpPr>
        <dsp:cNvPr id="0" name=""/>
        <dsp:cNvSpPr/>
      </dsp:nvSpPr>
      <dsp:spPr>
        <a:xfrm>
          <a:off x="1675203" y="3257759"/>
          <a:ext cx="1423828" cy="5695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kern="1200"/>
            <a:t>❓  Meetings &amp; Code Review → 10 hours</a:t>
          </a:r>
        </a:p>
      </dsp:txBody>
      <dsp:txXfrm>
        <a:off x="1675203" y="3257759"/>
        <a:ext cx="1423828" cy="569531"/>
      </dsp:txXfrm>
    </dsp:sp>
    <dsp:sp modelId="{B7937D3F-A9AE-4D8F-AACB-2A9EAE619C03}">
      <dsp:nvSpPr>
        <dsp:cNvPr id="0" name=""/>
        <dsp:cNvSpPr/>
      </dsp:nvSpPr>
      <dsp:spPr>
        <a:xfrm>
          <a:off x="3625848" y="2118697"/>
          <a:ext cx="868535" cy="86853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9CC04EE-447C-4B18-955E-C8A00232F76C}">
      <dsp:nvSpPr>
        <dsp:cNvPr id="0" name=""/>
        <dsp:cNvSpPr/>
      </dsp:nvSpPr>
      <dsp:spPr>
        <a:xfrm>
          <a:off x="3810946" y="2303794"/>
          <a:ext cx="498339" cy="498339"/>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416D964-2034-4280-8F8C-D03EE8B46795}">
      <dsp:nvSpPr>
        <dsp:cNvPr id="0" name=""/>
        <dsp:cNvSpPr/>
      </dsp:nvSpPr>
      <dsp:spPr>
        <a:xfrm>
          <a:off x="3348201" y="3257759"/>
          <a:ext cx="1423828" cy="5695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kern="1200"/>
            <a:t>💡 ACTUAL INNOVATION → 2 hours</a:t>
          </a:r>
        </a:p>
      </dsp:txBody>
      <dsp:txXfrm>
        <a:off x="3348201" y="3257759"/>
        <a:ext cx="1423828" cy="569531"/>
      </dsp:txXfrm>
    </dsp:sp>
    <dsp:sp modelId="{6A1DE9DA-E398-4233-98A7-47959273B86E}">
      <dsp:nvSpPr>
        <dsp:cNvPr id="0" name=""/>
        <dsp:cNvSpPr/>
      </dsp:nvSpPr>
      <dsp:spPr>
        <a:xfrm>
          <a:off x="5298846" y="2118697"/>
          <a:ext cx="868535" cy="86853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31386E-FE8E-4176-B7A2-DA090616741C}">
      <dsp:nvSpPr>
        <dsp:cNvPr id="0" name=""/>
        <dsp:cNvSpPr/>
      </dsp:nvSpPr>
      <dsp:spPr>
        <a:xfrm>
          <a:off x="5483944" y="2303794"/>
          <a:ext cx="498339" cy="498339"/>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4F7CDC7-4ACD-4116-9A9E-63CD8E1744B9}">
      <dsp:nvSpPr>
        <dsp:cNvPr id="0" name=""/>
        <dsp:cNvSpPr/>
      </dsp:nvSpPr>
      <dsp:spPr>
        <a:xfrm>
          <a:off x="5021200" y="3257759"/>
          <a:ext cx="1423828" cy="5695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kern="1200"/>
            <a:t>52 hours of work, only 2 hours of creativity</a:t>
          </a:r>
        </a:p>
      </dsp:txBody>
      <dsp:txXfrm>
        <a:off x="5021200" y="3257759"/>
        <a:ext cx="1423828" cy="56953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C66EA1-06CB-4032-BC39-4368DD49CC07}">
      <dsp:nvSpPr>
        <dsp:cNvPr id="0" name=""/>
        <dsp:cNvSpPr/>
      </dsp:nvSpPr>
      <dsp:spPr>
        <a:xfrm>
          <a:off x="0" y="631124"/>
          <a:ext cx="2014760" cy="1208856"/>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a:t>Developer Productivity</a:t>
          </a:r>
          <a:endParaRPr lang="en-US" sz="1900" kern="1200"/>
        </a:p>
      </dsp:txBody>
      <dsp:txXfrm>
        <a:off x="0" y="631124"/>
        <a:ext cx="2014760" cy="1208856"/>
      </dsp:txXfrm>
    </dsp:sp>
    <dsp:sp modelId="{AFDA4A80-50C8-4A77-885E-1B5DD5BDD1B3}">
      <dsp:nvSpPr>
        <dsp:cNvPr id="0" name=""/>
        <dsp:cNvSpPr/>
      </dsp:nvSpPr>
      <dsp:spPr>
        <a:xfrm>
          <a:off x="2216236" y="631124"/>
          <a:ext cx="2014760" cy="1208856"/>
        </a:xfrm>
        <a:prstGeom prst="rect">
          <a:avLst/>
        </a:prstGeom>
        <a:solidFill>
          <a:schemeClr val="accent2">
            <a:hueOff val="-741071"/>
            <a:satOff val="3550"/>
            <a:lumOff val="328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Generating CRUD endpoints</a:t>
          </a:r>
        </a:p>
      </dsp:txBody>
      <dsp:txXfrm>
        <a:off x="2216236" y="631124"/>
        <a:ext cx="2014760" cy="1208856"/>
      </dsp:txXfrm>
    </dsp:sp>
    <dsp:sp modelId="{AD170571-718A-4B2E-8E39-907DEBF750EE}">
      <dsp:nvSpPr>
        <dsp:cNvPr id="0" name=""/>
        <dsp:cNvSpPr/>
      </dsp:nvSpPr>
      <dsp:spPr>
        <a:xfrm>
          <a:off x="4432473" y="631124"/>
          <a:ext cx="2014760" cy="1208856"/>
        </a:xfrm>
        <a:prstGeom prst="rect">
          <a:avLst/>
        </a:prstGeom>
        <a:solidFill>
          <a:schemeClr val="accent2">
            <a:hueOff val="-1482143"/>
            <a:satOff val="7100"/>
            <a:lumOff val="6569"/>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Creating DTOs and entity mappings</a:t>
          </a:r>
        </a:p>
      </dsp:txBody>
      <dsp:txXfrm>
        <a:off x="4432473" y="631124"/>
        <a:ext cx="2014760" cy="1208856"/>
      </dsp:txXfrm>
    </dsp:sp>
    <dsp:sp modelId="{963ECD84-25DD-4BAA-A8D9-E3E5A68B809F}">
      <dsp:nvSpPr>
        <dsp:cNvPr id="0" name=""/>
        <dsp:cNvSpPr/>
      </dsp:nvSpPr>
      <dsp:spPr>
        <a:xfrm>
          <a:off x="1108118" y="2041456"/>
          <a:ext cx="2014760" cy="1208856"/>
        </a:xfrm>
        <a:prstGeom prst="rect">
          <a:avLst/>
        </a:prstGeom>
        <a:solidFill>
          <a:schemeClr val="accent2">
            <a:hueOff val="-2223214"/>
            <a:satOff val="10650"/>
            <a:lumOff val="9853"/>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Applying validation and naming conventions</a:t>
          </a:r>
        </a:p>
      </dsp:txBody>
      <dsp:txXfrm>
        <a:off x="1108118" y="2041456"/>
        <a:ext cx="2014760" cy="1208856"/>
      </dsp:txXfrm>
    </dsp:sp>
    <dsp:sp modelId="{BCD79D5E-68FF-44EB-A271-A326542E8C35}">
      <dsp:nvSpPr>
        <dsp:cNvPr id="0" name=""/>
        <dsp:cNvSpPr/>
      </dsp:nvSpPr>
      <dsp:spPr>
        <a:xfrm>
          <a:off x="3324355" y="2041456"/>
          <a:ext cx="2014760" cy="1208856"/>
        </a:xfrm>
        <a:prstGeom prst="rect">
          <a:avLst/>
        </a:prstGeom>
        <a:solidFill>
          <a:schemeClr val="accent2">
            <a:hueOff val="-2964286"/>
            <a:satOff val="14200"/>
            <a:lumOff val="1313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Following existing project structure</a:t>
          </a:r>
        </a:p>
      </dsp:txBody>
      <dsp:txXfrm>
        <a:off x="3324355" y="2041456"/>
        <a:ext cx="2014760" cy="120885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583420-F4FA-44DC-A3BB-231389B4894F}">
      <dsp:nvSpPr>
        <dsp:cNvPr id="0" name=""/>
        <dsp:cNvSpPr/>
      </dsp:nvSpPr>
      <dsp:spPr>
        <a:xfrm>
          <a:off x="0" y="0"/>
          <a:ext cx="5770880" cy="900566"/>
        </a:xfrm>
        <a:prstGeom prst="roundRect">
          <a:avLst>
            <a:gd name="adj" fmla="val 1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Generates inline code comments</a:t>
          </a:r>
        </a:p>
      </dsp:txBody>
      <dsp:txXfrm>
        <a:off x="26377" y="26377"/>
        <a:ext cx="4723000" cy="847812"/>
      </dsp:txXfrm>
    </dsp:sp>
    <dsp:sp modelId="{33946EFC-6175-4354-963D-4871C06A456B}">
      <dsp:nvSpPr>
        <dsp:cNvPr id="0" name=""/>
        <dsp:cNvSpPr/>
      </dsp:nvSpPr>
      <dsp:spPr>
        <a:xfrm>
          <a:off x="483311" y="1064305"/>
          <a:ext cx="5770880" cy="900566"/>
        </a:xfrm>
        <a:prstGeom prst="roundRect">
          <a:avLst>
            <a:gd name="adj" fmla="val 10000"/>
          </a:avLst>
        </a:prstGeom>
        <a:solidFill>
          <a:schemeClr val="accent2">
            <a:hueOff val="-988095"/>
            <a:satOff val="4733"/>
            <a:lumOff val="4379"/>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Explains business logic</a:t>
          </a:r>
        </a:p>
      </dsp:txBody>
      <dsp:txXfrm>
        <a:off x="509688" y="1090682"/>
        <a:ext cx="4649446" cy="847812"/>
      </dsp:txXfrm>
    </dsp:sp>
    <dsp:sp modelId="{5CAA2203-50D3-428E-A564-6BC52C8D4F7F}">
      <dsp:nvSpPr>
        <dsp:cNvPr id="0" name=""/>
        <dsp:cNvSpPr/>
      </dsp:nvSpPr>
      <dsp:spPr>
        <a:xfrm>
          <a:off x="959408" y="2128610"/>
          <a:ext cx="5770880" cy="900566"/>
        </a:xfrm>
        <a:prstGeom prst="roundRect">
          <a:avLst>
            <a:gd name="adj" fmla="val 10000"/>
          </a:avLst>
        </a:prstGeom>
        <a:solidFill>
          <a:schemeClr val="accent2">
            <a:hueOff val="-1976191"/>
            <a:satOff val="9467"/>
            <a:lumOff val="8758"/>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Creates README or API documentation</a:t>
          </a:r>
        </a:p>
      </dsp:txBody>
      <dsp:txXfrm>
        <a:off x="985785" y="2154987"/>
        <a:ext cx="4656660" cy="847812"/>
      </dsp:txXfrm>
    </dsp:sp>
    <dsp:sp modelId="{AEA16841-6449-426F-8FC6-6C63C05D2A6E}">
      <dsp:nvSpPr>
        <dsp:cNvPr id="0" name=""/>
        <dsp:cNvSpPr/>
      </dsp:nvSpPr>
      <dsp:spPr>
        <a:xfrm>
          <a:off x="1442720" y="3192915"/>
          <a:ext cx="5770880" cy="900566"/>
        </a:xfrm>
        <a:prstGeom prst="roundRect">
          <a:avLst>
            <a:gd name="adj" fmla="val 10000"/>
          </a:avLst>
        </a:prstGeom>
        <a:solidFill>
          <a:schemeClr val="accent2">
            <a:hueOff val="-2964286"/>
            <a:satOff val="14200"/>
            <a:lumOff val="1313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Improves code readability</a:t>
          </a:r>
        </a:p>
      </dsp:txBody>
      <dsp:txXfrm>
        <a:off x="1469097" y="3219292"/>
        <a:ext cx="4649446" cy="847812"/>
      </dsp:txXfrm>
    </dsp:sp>
    <dsp:sp modelId="{7320FFC1-89F0-49F4-911E-3F25367D9F4C}">
      <dsp:nvSpPr>
        <dsp:cNvPr id="0" name=""/>
        <dsp:cNvSpPr/>
      </dsp:nvSpPr>
      <dsp:spPr>
        <a:xfrm>
          <a:off x="5185512" y="689751"/>
          <a:ext cx="585367" cy="585367"/>
        </a:xfrm>
        <a:prstGeom prst="downArrow">
          <a:avLst>
            <a:gd name="adj1" fmla="val 55000"/>
            <a:gd name="adj2" fmla="val 45000"/>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5317220" y="689751"/>
        <a:ext cx="321951" cy="440489"/>
      </dsp:txXfrm>
    </dsp:sp>
    <dsp:sp modelId="{28E97A21-80A7-4822-9B9A-9ACAB90ABE7B}">
      <dsp:nvSpPr>
        <dsp:cNvPr id="0" name=""/>
        <dsp:cNvSpPr/>
      </dsp:nvSpPr>
      <dsp:spPr>
        <a:xfrm>
          <a:off x="5668823" y="1754057"/>
          <a:ext cx="585367" cy="585367"/>
        </a:xfrm>
        <a:prstGeom prst="downArrow">
          <a:avLst>
            <a:gd name="adj1" fmla="val 55000"/>
            <a:gd name="adj2" fmla="val 45000"/>
          </a:avLst>
        </a:prstGeom>
        <a:solidFill>
          <a:schemeClr val="accent2">
            <a:tint val="40000"/>
            <a:alpha val="90000"/>
            <a:hueOff val="-2045920"/>
            <a:satOff val="22554"/>
            <a:lumOff val="2148"/>
            <a:alphaOff val="0"/>
          </a:schemeClr>
        </a:solidFill>
        <a:ln w="19050" cap="rnd" cmpd="sng" algn="ctr">
          <a:solidFill>
            <a:schemeClr val="accent2">
              <a:tint val="40000"/>
              <a:alpha val="90000"/>
              <a:hueOff val="-2045920"/>
              <a:satOff val="22554"/>
              <a:lumOff val="214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5800531" y="1754057"/>
        <a:ext cx="321951" cy="440489"/>
      </dsp:txXfrm>
    </dsp:sp>
    <dsp:sp modelId="{EA45A576-060D-4A68-AF3F-E8485680E00D}">
      <dsp:nvSpPr>
        <dsp:cNvPr id="0" name=""/>
        <dsp:cNvSpPr/>
      </dsp:nvSpPr>
      <dsp:spPr>
        <a:xfrm>
          <a:off x="6144920" y="2818362"/>
          <a:ext cx="585367" cy="585367"/>
        </a:xfrm>
        <a:prstGeom prst="downArrow">
          <a:avLst>
            <a:gd name="adj1" fmla="val 55000"/>
            <a:gd name="adj2" fmla="val 45000"/>
          </a:avLst>
        </a:prstGeom>
        <a:solidFill>
          <a:schemeClr val="accent2">
            <a:tint val="40000"/>
            <a:alpha val="90000"/>
            <a:hueOff val="-4091839"/>
            <a:satOff val="45107"/>
            <a:lumOff val="4296"/>
            <a:alphaOff val="0"/>
          </a:schemeClr>
        </a:solidFill>
        <a:ln w="19050" cap="rnd" cmpd="sng" algn="ctr">
          <a:solidFill>
            <a:schemeClr val="accent2">
              <a:tint val="40000"/>
              <a:alpha val="90000"/>
              <a:hueOff val="-4091839"/>
              <a:satOff val="45107"/>
              <a:lumOff val="429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6276628" y="2818362"/>
        <a:ext cx="321951" cy="44048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92C808-3F1B-4D45-8264-C28FEC23B1BD}">
      <dsp:nvSpPr>
        <dsp:cNvPr id="0" name=""/>
        <dsp:cNvSpPr/>
      </dsp:nvSpPr>
      <dsp:spPr>
        <a:xfrm>
          <a:off x="2151" y="154944"/>
          <a:ext cx="2098174" cy="631653"/>
        </a:xfrm>
        <a:prstGeom prst="rect">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kern="1200"/>
            <a:t>🌥️  CLOUD CODING AGENT</a:t>
          </a:r>
        </a:p>
      </dsp:txBody>
      <dsp:txXfrm>
        <a:off x="2151" y="154944"/>
        <a:ext cx="2098174" cy="631653"/>
      </dsp:txXfrm>
    </dsp:sp>
    <dsp:sp modelId="{2119B2BE-A9E7-4FDB-85F1-87F5748673D3}">
      <dsp:nvSpPr>
        <dsp:cNvPr id="0" name=""/>
        <dsp:cNvSpPr/>
      </dsp:nvSpPr>
      <dsp:spPr>
        <a:xfrm>
          <a:off x="2151" y="786597"/>
          <a:ext cx="2098174" cy="2939895"/>
        </a:xfrm>
        <a:prstGeom prst="rect">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dirty="0"/>
            <a:t>✓ Complex feature development</a:t>
          </a:r>
        </a:p>
        <a:p>
          <a:pPr marL="171450" lvl="1" indent="-171450" algn="l" defTabSz="755650">
            <a:lnSpc>
              <a:spcPct val="90000"/>
            </a:lnSpc>
            <a:spcBef>
              <a:spcPct val="0"/>
            </a:spcBef>
            <a:spcAft>
              <a:spcPct val="15000"/>
            </a:spcAft>
            <a:buChar char="•"/>
          </a:pPr>
          <a:r>
            <a:rPr lang="en-US" sz="1700" kern="1200"/>
            <a:t>✓ Multi-file code generation</a:t>
          </a:r>
        </a:p>
        <a:p>
          <a:pPr marL="171450" lvl="1" indent="-171450" algn="l" defTabSz="755650">
            <a:lnSpc>
              <a:spcPct val="90000"/>
            </a:lnSpc>
            <a:spcBef>
              <a:spcPct val="0"/>
            </a:spcBef>
            <a:spcAft>
              <a:spcPct val="15000"/>
            </a:spcAft>
            <a:buChar char="•"/>
          </a:pPr>
          <a:r>
            <a:rPr lang="en-US" sz="1700" kern="1200"/>
            <a:t>✓ Automatic PR creation</a:t>
          </a:r>
        </a:p>
        <a:p>
          <a:pPr marL="171450" lvl="1" indent="-171450" algn="l" defTabSz="755650">
            <a:lnSpc>
              <a:spcPct val="90000"/>
            </a:lnSpc>
            <a:spcBef>
              <a:spcPct val="0"/>
            </a:spcBef>
            <a:spcAft>
              <a:spcPct val="15000"/>
            </a:spcAft>
            <a:buChar char="•"/>
          </a:pPr>
          <a:r>
            <a:rPr lang="en-US" sz="1700" kern="1200"/>
            <a:t>Best for: Complete features, new architecture</a:t>
          </a:r>
        </a:p>
      </dsp:txBody>
      <dsp:txXfrm>
        <a:off x="2151" y="786597"/>
        <a:ext cx="2098174" cy="2939895"/>
      </dsp:txXfrm>
    </dsp:sp>
    <dsp:sp modelId="{3A2CB22D-40D0-4D3B-A4E2-90B97EEEDFCE}">
      <dsp:nvSpPr>
        <dsp:cNvPr id="0" name=""/>
        <dsp:cNvSpPr/>
      </dsp:nvSpPr>
      <dsp:spPr>
        <a:xfrm>
          <a:off x="2394070" y="154944"/>
          <a:ext cx="2098174" cy="631653"/>
        </a:xfrm>
        <a:prstGeom prst="rect">
          <a:avLst/>
        </a:prstGeom>
        <a:solidFill>
          <a:schemeClr val="accent2">
            <a:hueOff val="-1482143"/>
            <a:satOff val="7100"/>
            <a:lumOff val="6569"/>
            <a:alphaOff val="0"/>
          </a:schemeClr>
        </a:solidFill>
        <a:ln w="19050" cap="rnd" cmpd="sng" algn="ctr">
          <a:solidFill>
            <a:schemeClr val="accent2">
              <a:hueOff val="-1482143"/>
              <a:satOff val="7100"/>
              <a:lumOff val="6569"/>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kern="1200"/>
            <a:t>💻 LOCAL AGENT</a:t>
          </a:r>
        </a:p>
      </dsp:txBody>
      <dsp:txXfrm>
        <a:off x="2394070" y="154944"/>
        <a:ext cx="2098174" cy="631653"/>
      </dsp:txXfrm>
    </dsp:sp>
    <dsp:sp modelId="{3238233A-7B0F-4136-8BFE-DC41D42E304A}">
      <dsp:nvSpPr>
        <dsp:cNvPr id="0" name=""/>
        <dsp:cNvSpPr/>
      </dsp:nvSpPr>
      <dsp:spPr>
        <a:xfrm>
          <a:off x="2394070" y="786597"/>
          <a:ext cx="2098174" cy="2939895"/>
        </a:xfrm>
        <a:prstGeom prst="rect">
          <a:avLst/>
        </a:prstGeom>
        <a:solidFill>
          <a:schemeClr val="accent2">
            <a:tint val="40000"/>
            <a:alpha val="90000"/>
            <a:hueOff val="-2045920"/>
            <a:satOff val="22554"/>
            <a:lumOff val="2148"/>
            <a:alphaOff val="0"/>
          </a:schemeClr>
        </a:solidFill>
        <a:ln w="19050" cap="rnd" cmpd="sng" algn="ctr">
          <a:solidFill>
            <a:schemeClr val="accent2">
              <a:tint val="40000"/>
              <a:alpha val="90000"/>
              <a:hueOff val="-2045920"/>
              <a:satOff val="22554"/>
              <a:lumOff val="214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a:t>✓ Interactive code suggestions</a:t>
          </a:r>
        </a:p>
        <a:p>
          <a:pPr marL="171450" lvl="1" indent="-171450" algn="l" defTabSz="755650">
            <a:lnSpc>
              <a:spcPct val="90000"/>
            </a:lnSpc>
            <a:spcBef>
              <a:spcPct val="0"/>
            </a:spcBef>
            <a:spcAft>
              <a:spcPct val="15000"/>
            </a:spcAft>
            <a:buChar char="•"/>
          </a:pPr>
          <a:r>
            <a:rPr lang="en-US" sz="1700" kern="1200"/>
            <a:t>✓ Rapid iteration &amp; debugging</a:t>
          </a:r>
        </a:p>
        <a:p>
          <a:pPr marL="171450" lvl="1" indent="-171450" algn="l" defTabSz="755650">
            <a:lnSpc>
              <a:spcPct val="90000"/>
            </a:lnSpc>
            <a:spcBef>
              <a:spcPct val="0"/>
            </a:spcBef>
            <a:spcAft>
              <a:spcPct val="15000"/>
            </a:spcAft>
            <a:buChar char="•"/>
          </a:pPr>
          <a:r>
            <a:rPr lang="en-US" sz="1700" kern="1200"/>
            <a:t>✓ Real-time feedback loops</a:t>
          </a:r>
        </a:p>
        <a:p>
          <a:pPr marL="171450" lvl="1" indent="-171450" algn="l" defTabSz="755650">
            <a:lnSpc>
              <a:spcPct val="90000"/>
            </a:lnSpc>
            <a:spcBef>
              <a:spcPct val="0"/>
            </a:spcBef>
            <a:spcAft>
              <a:spcPct val="15000"/>
            </a:spcAft>
            <a:buChar char="•"/>
          </a:pPr>
          <a:r>
            <a:rPr lang="en-US" sz="1700" kern="1200"/>
            <a:t>Best for: Optimization, testing, quick fixes</a:t>
          </a:r>
        </a:p>
      </dsp:txBody>
      <dsp:txXfrm>
        <a:off x="2394070" y="786597"/>
        <a:ext cx="2098174" cy="2939895"/>
      </dsp:txXfrm>
    </dsp:sp>
    <dsp:sp modelId="{8C209224-A25C-4B64-A26D-AE85DE4B1E49}">
      <dsp:nvSpPr>
        <dsp:cNvPr id="0" name=""/>
        <dsp:cNvSpPr/>
      </dsp:nvSpPr>
      <dsp:spPr>
        <a:xfrm>
          <a:off x="4785989" y="154944"/>
          <a:ext cx="2098174" cy="631653"/>
        </a:xfrm>
        <a:prstGeom prst="rect">
          <a:avLst/>
        </a:prstGeom>
        <a:solidFill>
          <a:schemeClr val="accent2">
            <a:hueOff val="-2964286"/>
            <a:satOff val="14200"/>
            <a:lumOff val="13137"/>
            <a:alphaOff val="0"/>
          </a:schemeClr>
        </a:solidFill>
        <a:ln w="19050" cap="rnd" cmpd="sng" algn="ctr">
          <a:solidFill>
            <a:schemeClr val="accent2">
              <a:hueOff val="-2964286"/>
              <a:satOff val="14200"/>
              <a:lumOff val="13137"/>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kern="1200"/>
            <a:t>🔄 BACKGROUND AGENT</a:t>
          </a:r>
        </a:p>
      </dsp:txBody>
      <dsp:txXfrm>
        <a:off x="4785989" y="154944"/>
        <a:ext cx="2098174" cy="631653"/>
      </dsp:txXfrm>
    </dsp:sp>
    <dsp:sp modelId="{F5FD5B4B-C3C7-4485-ADD2-33FF8964CF69}">
      <dsp:nvSpPr>
        <dsp:cNvPr id="0" name=""/>
        <dsp:cNvSpPr/>
      </dsp:nvSpPr>
      <dsp:spPr>
        <a:xfrm>
          <a:off x="4785989" y="786597"/>
          <a:ext cx="2098174" cy="2939895"/>
        </a:xfrm>
        <a:prstGeom prst="rect">
          <a:avLst/>
        </a:prstGeom>
        <a:solidFill>
          <a:schemeClr val="accent2">
            <a:tint val="40000"/>
            <a:alpha val="90000"/>
            <a:hueOff val="-4091839"/>
            <a:satOff val="45107"/>
            <a:lumOff val="4296"/>
            <a:alphaOff val="0"/>
          </a:schemeClr>
        </a:solidFill>
        <a:ln w="19050" cap="rnd" cmpd="sng" algn="ctr">
          <a:solidFill>
            <a:schemeClr val="accent2">
              <a:tint val="40000"/>
              <a:alpha val="90000"/>
              <a:hueOff val="-4091839"/>
              <a:satOff val="45107"/>
              <a:lumOff val="429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a:t>✓ Parallel task execution</a:t>
          </a:r>
        </a:p>
        <a:p>
          <a:pPr marL="171450" lvl="1" indent="-171450" algn="l" defTabSz="755650">
            <a:lnSpc>
              <a:spcPct val="90000"/>
            </a:lnSpc>
            <a:spcBef>
              <a:spcPct val="0"/>
            </a:spcBef>
            <a:spcAft>
              <a:spcPct val="15000"/>
            </a:spcAft>
            <a:buChar char="•"/>
          </a:pPr>
          <a:r>
            <a:rPr lang="en-US" sz="1700" kern="1200"/>
            <a:t>✓ Non-blocking workflows</a:t>
          </a:r>
        </a:p>
        <a:p>
          <a:pPr marL="171450" lvl="1" indent="-171450" algn="l" defTabSz="755650">
            <a:lnSpc>
              <a:spcPct val="90000"/>
            </a:lnSpc>
            <a:spcBef>
              <a:spcPct val="0"/>
            </a:spcBef>
            <a:spcAft>
              <a:spcPct val="15000"/>
            </a:spcAft>
            <a:buChar char="•"/>
          </a:pPr>
          <a:r>
            <a:rPr lang="en-US" sz="1700" kern="1200"/>
            <a:t>✓ Independent operations</a:t>
          </a:r>
        </a:p>
        <a:p>
          <a:pPr marL="171450" lvl="1" indent="-171450" algn="l" defTabSz="755650">
            <a:lnSpc>
              <a:spcPct val="90000"/>
            </a:lnSpc>
            <a:spcBef>
              <a:spcPct val="0"/>
            </a:spcBef>
            <a:spcAft>
              <a:spcPct val="15000"/>
            </a:spcAft>
            <a:buChar char="•"/>
          </a:pPr>
          <a:r>
            <a:rPr lang="en-US" sz="1700" kern="1200"/>
            <a:t>Best for: Documentation, formatting, cleanup</a:t>
          </a:r>
        </a:p>
      </dsp:txBody>
      <dsp:txXfrm>
        <a:off x="4785989" y="786597"/>
        <a:ext cx="2098174" cy="293989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3D8765-4BA3-4D28-BC06-5D2670B60EFE}">
      <dsp:nvSpPr>
        <dsp:cNvPr id="0" name=""/>
        <dsp:cNvSpPr/>
      </dsp:nvSpPr>
      <dsp:spPr>
        <a:xfrm>
          <a:off x="0" y="2087"/>
          <a:ext cx="7863840" cy="105790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125C24-5FDF-482C-A782-EF23E13A01BE}">
      <dsp:nvSpPr>
        <dsp:cNvPr id="0" name=""/>
        <dsp:cNvSpPr/>
      </dsp:nvSpPr>
      <dsp:spPr>
        <a:xfrm>
          <a:off x="320014" y="240114"/>
          <a:ext cx="581845" cy="58184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BB456F3-0232-4C5F-B096-B51C636611EE}">
      <dsp:nvSpPr>
        <dsp:cNvPr id="0" name=""/>
        <dsp:cNvSpPr/>
      </dsp:nvSpPr>
      <dsp:spPr>
        <a:xfrm>
          <a:off x="1221874" y="2087"/>
          <a:ext cx="3538728" cy="1057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961" tIns="111961" rIns="111961" bIns="111961" numCol="1" spcCol="1270" anchor="ctr" anchorCtr="0">
          <a:noAutofit/>
        </a:bodyPr>
        <a:lstStyle/>
        <a:p>
          <a:pPr marL="0" lvl="0" indent="0" algn="l" defTabSz="977900">
            <a:lnSpc>
              <a:spcPct val="100000"/>
            </a:lnSpc>
            <a:spcBef>
              <a:spcPct val="0"/>
            </a:spcBef>
            <a:spcAft>
              <a:spcPct val="35000"/>
            </a:spcAft>
            <a:buNone/>
          </a:pPr>
          <a:r>
            <a:rPr lang="en-US" sz="2200" kern="1200"/>
            <a:t>1️⃣  DELEGATE PATTERNS, NOT CREATIVITY</a:t>
          </a:r>
        </a:p>
      </dsp:txBody>
      <dsp:txXfrm>
        <a:off x="1221874" y="2087"/>
        <a:ext cx="3538728" cy="1057900"/>
      </dsp:txXfrm>
    </dsp:sp>
    <dsp:sp modelId="{5EE982AE-A4FE-4D22-961C-873834457175}">
      <dsp:nvSpPr>
        <dsp:cNvPr id="0" name=""/>
        <dsp:cNvSpPr/>
      </dsp:nvSpPr>
      <dsp:spPr>
        <a:xfrm>
          <a:off x="4760602" y="2087"/>
          <a:ext cx="3103237" cy="1057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961" tIns="111961" rIns="111961" bIns="111961" numCol="1" spcCol="1270" anchor="ctr" anchorCtr="0">
          <a:noAutofit/>
        </a:bodyPr>
        <a:lstStyle/>
        <a:p>
          <a:pPr marL="0" lvl="0" indent="0" algn="l" defTabSz="577850">
            <a:lnSpc>
              <a:spcPct val="100000"/>
            </a:lnSpc>
            <a:spcBef>
              <a:spcPct val="0"/>
            </a:spcBef>
            <a:spcAft>
              <a:spcPct val="35000"/>
            </a:spcAft>
            <a:buNone/>
          </a:pPr>
          <a:r>
            <a:rPr lang="en-US" sz="1300" kern="1200"/>
            <a:t>Boilerplate → AI delegation</a:t>
          </a:r>
        </a:p>
        <a:p>
          <a:pPr marL="0" lvl="0" indent="0" algn="l" defTabSz="577850">
            <a:lnSpc>
              <a:spcPct val="100000"/>
            </a:lnSpc>
            <a:spcBef>
              <a:spcPct val="0"/>
            </a:spcBef>
            <a:spcAft>
              <a:spcPct val="35000"/>
            </a:spcAft>
            <a:buNone/>
          </a:pPr>
          <a:r>
            <a:rPr lang="en-US" sz="1300" kern="1200"/>
            <a:t>Unique business logic → Human expertise</a:t>
          </a:r>
        </a:p>
      </dsp:txBody>
      <dsp:txXfrm>
        <a:off x="4760602" y="2087"/>
        <a:ext cx="3103237" cy="1057900"/>
      </dsp:txXfrm>
    </dsp:sp>
    <dsp:sp modelId="{1A7AB6AD-5C0E-46FD-9CFD-4C34C22306F4}">
      <dsp:nvSpPr>
        <dsp:cNvPr id="0" name=""/>
        <dsp:cNvSpPr/>
      </dsp:nvSpPr>
      <dsp:spPr>
        <a:xfrm>
          <a:off x="0" y="1324462"/>
          <a:ext cx="7863840" cy="105790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BD1C62-0887-4518-B852-7483E38C1F20}">
      <dsp:nvSpPr>
        <dsp:cNvPr id="0" name=""/>
        <dsp:cNvSpPr/>
      </dsp:nvSpPr>
      <dsp:spPr>
        <a:xfrm>
          <a:off x="320014" y="1562489"/>
          <a:ext cx="581845" cy="58184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3707F8D-1DA3-4692-BAB8-B95C08ADDBE8}">
      <dsp:nvSpPr>
        <dsp:cNvPr id="0" name=""/>
        <dsp:cNvSpPr/>
      </dsp:nvSpPr>
      <dsp:spPr>
        <a:xfrm>
          <a:off x="1221874" y="1324462"/>
          <a:ext cx="3538728" cy="1057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961" tIns="111961" rIns="111961" bIns="111961" numCol="1" spcCol="1270" anchor="ctr" anchorCtr="0">
          <a:noAutofit/>
        </a:bodyPr>
        <a:lstStyle/>
        <a:p>
          <a:pPr marL="0" lvl="0" indent="0" algn="l" defTabSz="977900">
            <a:lnSpc>
              <a:spcPct val="100000"/>
            </a:lnSpc>
            <a:spcBef>
              <a:spcPct val="0"/>
            </a:spcBef>
            <a:spcAft>
              <a:spcPct val="35000"/>
            </a:spcAft>
            <a:buNone/>
          </a:pPr>
          <a:r>
            <a:rPr lang="en-US" sz="2200" kern="1200"/>
            <a:t>2️⃣  CHOOSE THE RIGHT AGENT</a:t>
          </a:r>
        </a:p>
      </dsp:txBody>
      <dsp:txXfrm>
        <a:off x="1221874" y="1324462"/>
        <a:ext cx="3538728" cy="1057900"/>
      </dsp:txXfrm>
    </dsp:sp>
    <dsp:sp modelId="{8BDCCA5A-BA53-42D9-9592-2FC63A1FAE79}">
      <dsp:nvSpPr>
        <dsp:cNvPr id="0" name=""/>
        <dsp:cNvSpPr/>
      </dsp:nvSpPr>
      <dsp:spPr>
        <a:xfrm>
          <a:off x="4760602" y="1324462"/>
          <a:ext cx="3103237" cy="1057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961" tIns="111961" rIns="111961" bIns="111961" numCol="1" spcCol="1270" anchor="ctr" anchorCtr="0">
          <a:noAutofit/>
        </a:bodyPr>
        <a:lstStyle/>
        <a:p>
          <a:pPr marL="0" lvl="0" indent="0" algn="l" defTabSz="577850">
            <a:lnSpc>
              <a:spcPct val="100000"/>
            </a:lnSpc>
            <a:spcBef>
              <a:spcPct val="0"/>
            </a:spcBef>
            <a:spcAft>
              <a:spcPct val="35000"/>
            </a:spcAft>
            <a:buNone/>
          </a:pPr>
          <a:r>
            <a:rPr lang="en-US" sz="1300" kern="1200"/>
            <a:t>Cloud → Complex features</a:t>
          </a:r>
        </a:p>
        <a:p>
          <a:pPr marL="0" lvl="0" indent="0" algn="l" defTabSz="577850">
            <a:lnSpc>
              <a:spcPct val="100000"/>
            </a:lnSpc>
            <a:spcBef>
              <a:spcPct val="0"/>
            </a:spcBef>
            <a:spcAft>
              <a:spcPct val="35000"/>
            </a:spcAft>
            <a:buNone/>
          </a:pPr>
          <a:r>
            <a:rPr lang="en-US" sz="1300" kern="1200"/>
            <a:t>Local → Interactive work</a:t>
          </a:r>
        </a:p>
        <a:p>
          <a:pPr marL="0" lvl="0" indent="0" algn="l" defTabSz="577850">
            <a:lnSpc>
              <a:spcPct val="100000"/>
            </a:lnSpc>
            <a:spcBef>
              <a:spcPct val="0"/>
            </a:spcBef>
            <a:spcAft>
              <a:spcPct val="35000"/>
            </a:spcAft>
            <a:buNone/>
          </a:pPr>
          <a:r>
            <a:rPr lang="en-US" sz="1300" kern="1200"/>
            <a:t>Background → Parallel tasks</a:t>
          </a:r>
        </a:p>
      </dsp:txBody>
      <dsp:txXfrm>
        <a:off x="4760602" y="1324462"/>
        <a:ext cx="3103237" cy="1057900"/>
      </dsp:txXfrm>
    </dsp:sp>
    <dsp:sp modelId="{90A0FA5B-6422-4C14-AF1F-09C68C3DBC2F}">
      <dsp:nvSpPr>
        <dsp:cNvPr id="0" name=""/>
        <dsp:cNvSpPr/>
      </dsp:nvSpPr>
      <dsp:spPr>
        <a:xfrm>
          <a:off x="0" y="2646837"/>
          <a:ext cx="7863840" cy="105790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476968-4448-4EA6-97CA-6B2D5D9BFCEC}">
      <dsp:nvSpPr>
        <dsp:cNvPr id="0" name=""/>
        <dsp:cNvSpPr/>
      </dsp:nvSpPr>
      <dsp:spPr>
        <a:xfrm>
          <a:off x="320014" y="2884865"/>
          <a:ext cx="581845" cy="58184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14E7968-0741-4783-BC4A-B8278B785B77}">
      <dsp:nvSpPr>
        <dsp:cNvPr id="0" name=""/>
        <dsp:cNvSpPr/>
      </dsp:nvSpPr>
      <dsp:spPr>
        <a:xfrm>
          <a:off x="1221874" y="2646837"/>
          <a:ext cx="3538728" cy="1057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961" tIns="111961" rIns="111961" bIns="111961" numCol="1" spcCol="1270" anchor="ctr" anchorCtr="0">
          <a:noAutofit/>
        </a:bodyPr>
        <a:lstStyle/>
        <a:p>
          <a:pPr marL="0" lvl="0" indent="0" algn="l" defTabSz="977900">
            <a:lnSpc>
              <a:spcPct val="100000"/>
            </a:lnSpc>
            <a:spcBef>
              <a:spcPct val="0"/>
            </a:spcBef>
            <a:spcAft>
              <a:spcPct val="35000"/>
            </a:spcAft>
            <a:buNone/>
          </a:pPr>
          <a:r>
            <a:rPr lang="en-US" sz="2200" kern="1200"/>
            <a:t>3️⃣  QUALITY &amp; SPEED AREN'T OPPOSITES</a:t>
          </a:r>
        </a:p>
      </dsp:txBody>
      <dsp:txXfrm>
        <a:off x="1221874" y="2646837"/>
        <a:ext cx="3538728" cy="1057900"/>
      </dsp:txXfrm>
    </dsp:sp>
    <dsp:sp modelId="{A4D43FAB-E747-4135-869C-8A69C0E09B7C}">
      <dsp:nvSpPr>
        <dsp:cNvPr id="0" name=""/>
        <dsp:cNvSpPr/>
      </dsp:nvSpPr>
      <dsp:spPr>
        <a:xfrm>
          <a:off x="4760602" y="2646837"/>
          <a:ext cx="3103237" cy="1057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961" tIns="111961" rIns="111961" bIns="111961" numCol="1" spcCol="1270" anchor="ctr" anchorCtr="0">
          <a:noAutofit/>
        </a:bodyPr>
        <a:lstStyle/>
        <a:p>
          <a:pPr marL="0" lvl="0" indent="0" algn="l" defTabSz="577850">
            <a:lnSpc>
              <a:spcPct val="100000"/>
            </a:lnSpc>
            <a:spcBef>
              <a:spcPct val="0"/>
            </a:spcBef>
            <a:spcAft>
              <a:spcPct val="35000"/>
            </a:spcAft>
            <a:buNone/>
          </a:pPr>
          <a:r>
            <a:rPr lang="en-US" sz="1300" kern="1200"/>
            <a:t>AI generates tests faster than humans</a:t>
          </a:r>
        </a:p>
        <a:p>
          <a:pPr marL="0" lvl="0" indent="0" algn="l" defTabSz="577850">
            <a:lnSpc>
              <a:spcPct val="100000"/>
            </a:lnSpc>
            <a:spcBef>
              <a:spcPct val="0"/>
            </a:spcBef>
            <a:spcAft>
              <a:spcPct val="35000"/>
            </a:spcAft>
            <a:buNone/>
          </a:pPr>
          <a:r>
            <a:rPr lang="en-US" sz="1300" kern="1200"/>
            <a:t>Documentation happens automatically</a:t>
          </a:r>
        </a:p>
      </dsp:txBody>
      <dsp:txXfrm>
        <a:off x="4760602" y="2646837"/>
        <a:ext cx="3103237" cy="1057900"/>
      </dsp:txXfrm>
    </dsp:sp>
    <dsp:sp modelId="{04AF02BE-A9AE-492E-BBC7-F14E5938C5A4}">
      <dsp:nvSpPr>
        <dsp:cNvPr id="0" name=""/>
        <dsp:cNvSpPr/>
      </dsp:nvSpPr>
      <dsp:spPr>
        <a:xfrm>
          <a:off x="0" y="3969212"/>
          <a:ext cx="7863840" cy="105790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55D020-B102-437E-9014-0C7017D2A367}">
      <dsp:nvSpPr>
        <dsp:cNvPr id="0" name=""/>
        <dsp:cNvSpPr/>
      </dsp:nvSpPr>
      <dsp:spPr>
        <a:xfrm>
          <a:off x="320014" y="4207240"/>
          <a:ext cx="581845" cy="58184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593293F-44C5-40A1-A952-5A77A63BD790}">
      <dsp:nvSpPr>
        <dsp:cNvPr id="0" name=""/>
        <dsp:cNvSpPr/>
      </dsp:nvSpPr>
      <dsp:spPr>
        <a:xfrm>
          <a:off x="1221874" y="3969212"/>
          <a:ext cx="3538728" cy="1057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961" tIns="111961" rIns="111961" bIns="111961" numCol="1" spcCol="1270" anchor="ctr" anchorCtr="0">
          <a:noAutofit/>
        </a:bodyPr>
        <a:lstStyle/>
        <a:p>
          <a:pPr marL="0" lvl="0" indent="0" algn="l" defTabSz="977900">
            <a:lnSpc>
              <a:spcPct val="100000"/>
            </a:lnSpc>
            <a:spcBef>
              <a:spcPct val="0"/>
            </a:spcBef>
            <a:spcAft>
              <a:spcPct val="35000"/>
            </a:spcAft>
            <a:buNone/>
          </a:pPr>
          <a:r>
            <a:rPr lang="en-US" sz="2200" kern="1200"/>
            <a:t>4️⃣  START SMALL, SCALE FAST</a:t>
          </a:r>
        </a:p>
      </dsp:txBody>
      <dsp:txXfrm>
        <a:off x="1221874" y="3969212"/>
        <a:ext cx="3538728" cy="1057900"/>
      </dsp:txXfrm>
    </dsp:sp>
    <dsp:sp modelId="{A96F78AA-8FE0-4258-A502-17F60F479106}">
      <dsp:nvSpPr>
        <dsp:cNvPr id="0" name=""/>
        <dsp:cNvSpPr/>
      </dsp:nvSpPr>
      <dsp:spPr>
        <a:xfrm>
          <a:off x="4760602" y="3969212"/>
          <a:ext cx="3103237" cy="1057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961" tIns="111961" rIns="111961" bIns="111961" numCol="1" spcCol="1270" anchor="ctr" anchorCtr="0">
          <a:noAutofit/>
        </a:bodyPr>
        <a:lstStyle/>
        <a:p>
          <a:pPr marL="0" lvl="0" indent="0" algn="l" defTabSz="577850">
            <a:lnSpc>
              <a:spcPct val="100000"/>
            </a:lnSpc>
            <a:spcBef>
              <a:spcPct val="0"/>
            </a:spcBef>
            <a:spcAft>
              <a:spcPct val="35000"/>
            </a:spcAft>
            <a:buNone/>
          </a:pPr>
          <a:r>
            <a:rPr lang="en-US" sz="1300" kern="1200"/>
            <a:t>Pick ONE task tomorrow</a:t>
          </a:r>
        </a:p>
        <a:p>
          <a:pPr marL="0" lvl="0" indent="0" algn="l" defTabSz="577850">
            <a:lnSpc>
              <a:spcPct val="100000"/>
            </a:lnSpc>
            <a:spcBef>
              <a:spcPct val="0"/>
            </a:spcBef>
            <a:spcAft>
              <a:spcPct val="35000"/>
            </a:spcAft>
            <a:buNone/>
          </a:pPr>
          <a:r>
            <a:rPr lang="en-US" sz="1300" kern="1200"/>
            <a:t>Measure time saved</a:t>
          </a:r>
        </a:p>
        <a:p>
          <a:pPr marL="0" lvl="0" indent="0" algn="l" defTabSz="577850">
            <a:lnSpc>
              <a:spcPct val="100000"/>
            </a:lnSpc>
            <a:spcBef>
              <a:spcPct val="0"/>
            </a:spcBef>
            <a:spcAft>
              <a:spcPct val="35000"/>
            </a:spcAft>
            <a:buNone/>
          </a:pPr>
          <a:r>
            <a:rPr lang="en-US" sz="1300" kern="1200"/>
            <a:t>Success breeds adoption</a:t>
          </a:r>
        </a:p>
      </dsp:txBody>
      <dsp:txXfrm>
        <a:off x="4760602" y="3969212"/>
        <a:ext cx="3103237" cy="1057900"/>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0576F7-CF51-48C6-A722-59D030D97F02}" type="datetimeFigureOut">
              <a:rPr lang="en-US" smtClean="0"/>
              <a:t>1/7/2026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920BBB-5E65-4412-A840-A10EF4FB4F34}" type="slidenum">
              <a:rPr lang="en-US" smtClean="0"/>
              <a:t>‹#›</a:t>
            </a:fld>
            <a:endParaRPr lang="en-US"/>
          </a:p>
        </p:txBody>
      </p:sp>
    </p:spTree>
    <p:extLst>
      <p:ext uri="{BB962C8B-B14F-4D97-AF65-F5344CB8AC3E}">
        <p14:creationId xmlns:p14="http://schemas.microsoft.com/office/powerpoint/2010/main" val="36855533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Last week, I tracked my team's hours. 16 hours on CRUD boilerplate. 8 hours tweaking performance. 12 hours writing tests. 4 hours on documentation. Just 2 hours on actual innovation. This is the productivity crisis nobody talks about. What if AI could handle the patterns while we focus on creativity?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F8560-8C00-58BB-4F26-9E3EC09032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C73D8F-9E3A-A29D-350A-2E419BD32D1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7663AFB-ED36-A11C-8972-AFDA19972FBC}"/>
              </a:ext>
            </a:extLst>
          </p:cNvPr>
          <p:cNvSpPr>
            <a:spLocks noGrp="1"/>
          </p:cNvSpPr>
          <p:nvPr>
            <p:ph type="body" sz="quarter" idx="3"/>
          </p:nvPr>
        </p:nvSpPr>
        <p:spPr/>
        <p:txBody>
          <a:bodyPr/>
          <a:lstStyle/>
          <a:p>
            <a:r>
              <a:t>Last week, I tracked my team's hours. 16 hours on CRUD boilerplate. 8 hours tweaking performance. 12 hours writing tests. 4 hours on documentation. Just 2 hours on actual innovation. This is the productivity crisis nobody talks about. What if AI could handle the patterns while we focus on creativity?</a:t>
            </a:r>
          </a:p>
        </p:txBody>
      </p:sp>
      <p:sp>
        <p:nvSpPr>
          <p:cNvPr id="4" name="Slide Number Placeholder 3">
            <a:extLst>
              <a:ext uri="{FF2B5EF4-FFF2-40B4-BE49-F238E27FC236}">
                <a16:creationId xmlns:a16="http://schemas.microsoft.com/office/drawing/2014/main" id="{8C4A4D1E-02F3-DB13-AE4D-9835F65D6C7D}"/>
              </a:ext>
            </a:extLst>
          </p:cNvPr>
          <p:cNvSpPr>
            <a:spLocks noGrp="1"/>
          </p:cNvSpPr>
          <p:nvPr>
            <p:ph type="sldNum" sz="quarter" idx="5"/>
          </p:nvPr>
        </p:nvSpPr>
        <p:spPr/>
      </p:sp>
    </p:spTree>
    <p:extLst>
      <p:ext uri="{BB962C8B-B14F-4D97-AF65-F5344CB8AC3E}">
        <p14:creationId xmlns:p14="http://schemas.microsoft.com/office/powerpoint/2010/main" val="32288123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We're building a complete grade management system through four acts. Act 1: CRUD API in 8 minutes (normally 4 hours). Act 2: Redis caching in 6 minutes (normally 2 hours). Act 3: OpenAPI specs and tests in 8 minutes (normally 3 hours). Act 4: Documentation in 5 minutes (normally 1 hour). Total: 10 hours saved, over $750 in value.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GitHub Copilot has three specialized agents. Cloud Coding Agent: your senior developer for complex features, creates PRs automatically. Local Agent: your pair programmer for real-time suggestions and debugging. Background Agent: your parallel worker for independent tasks like docs. The magic happens when you use all three together.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Strategic delegation: Cloud Agent for complex features needing full context. Local Agent for iterative work like performance tuning and testing. Background Agent for independent tasks like documentation. The principle: humans define WHAT to build, AI determines HOW to build it. This is maximum productivity.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Act 1 tackles boilerplate. Traditional: 4 hours writing models, handlers, repository, routes. With Cloud Agent: 8 minutes from one prompt. 30x faster. Delivers complete enrollment API with models, 5 CRUD handlers, thread-safe repository, RESTful routes, comprehensive comments, and production-ready PR. Half a workday compressed into 8 minutes.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Act 2: performance crisis. 450ms response time, need under 100ms. Traditional: 2.5 hours implementing Redis caching, connection pooling, invalidation logic. With Local Agent: 6 minutes from prompt. Result: 12ms response time, 37x improvement! We prove it live with before/after testing and Redis inspection.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Act 3: quality gates. Traditional: 3 hours writing OpenAPI specs, contract validation, integration tests. With Local Agent: 8 minutes. Delivers complete OpenAPI spec, contract validation preventing breaking changes, integration test suite with 94.2% coverage. We run all tests live to prove quality.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Act 4: documentation everyone hates. Traditional: 80 minutes writing godoc, README, examples. With Background Agent: 5 minutes running in parallel while we demo Acts 2 &amp; 3. Delivers 100% API coverage, professional README, usage examples, troubleshooting guide. Documentation that people actually read and use.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27 minutes of demo, 10 hours saved. Complete production-ready system. 22x speedup. Developer cost $750, Copilot cost 5 cents. That's 14,999% ROI. But more importantly: we maintained 94% coverage, contract validation, comprehensive docs. Speed WITHOUT sacrificing quality. Freed developers for creative work.</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key lessons: 1) Delegate patterns to AI, keep creativity human. 2) Strategic agent choice matters more than speed. 3) AI helps you move fast AND maintain quality. 4) Start with one task, measure savings, let success spread naturally. Don't revolutionize tomorrow, evolve iteratively.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Session 2 preview: refactoring and advanced testing. Take AI-generated code and make it enterprise-ready. Transform concrete code to flexible abstractions. Generate mocks and test factories. Expand coverage from 94% to bulletproof. Evolution beats revolution - improve code iteratively with AI assistance.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Your homework: tomorrow, pick one boring task and delegate it. Measure time saved. Calculate ROI. Share results with your team. Resources available: demo repo, slides, Jira templates, prompt examples. Session 2 next: refactoring and advanced testing.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18600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80892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156665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938146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538724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78143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0544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21871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474181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78862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764156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6496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6882298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064319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829332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19419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1/7/2026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007290817"/>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 id="2147483817" r:id="rId13"/>
    <p:sldLayoutId id="2147483818" r:id="rId14"/>
    <p:sldLayoutId id="2147483819" r:id="rId15"/>
    <p:sldLayoutId id="214748382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9EA7EA7-74F5-4EE2-8E3D-1A10308259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0" name="Straight Connector 9">
              <a:extLst>
                <a:ext uri="{FF2B5EF4-FFF2-40B4-BE49-F238E27FC236}">
                  <a16:creationId xmlns:a16="http://schemas.microsoft.com/office/drawing/2014/main" id="{A5CE79B5-7EE4-424D-AD14-5DEFB61B85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696C926F-F999-44BA-8D86-9EAB51D650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248745E7-0AF0-48F9-8E58-2673FC5F4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25">
              <a:extLst>
                <a:ext uri="{FF2B5EF4-FFF2-40B4-BE49-F238E27FC236}">
                  <a16:creationId xmlns:a16="http://schemas.microsoft.com/office/drawing/2014/main" id="{9715E81A-D2E0-4431-9370-4E4A9ECA7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Isosceles Triangle 13">
              <a:extLst>
                <a:ext uri="{FF2B5EF4-FFF2-40B4-BE49-F238E27FC236}">
                  <a16:creationId xmlns:a16="http://schemas.microsoft.com/office/drawing/2014/main" id="{CEDB37A9-282D-4DDB-85AD-B2090A825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7">
              <a:extLst>
                <a:ext uri="{FF2B5EF4-FFF2-40B4-BE49-F238E27FC236}">
                  <a16:creationId xmlns:a16="http://schemas.microsoft.com/office/drawing/2014/main" id="{533D5933-7F91-4F5E-BC31-42FD0E2D8D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8">
              <a:extLst>
                <a:ext uri="{FF2B5EF4-FFF2-40B4-BE49-F238E27FC236}">
                  <a16:creationId xmlns:a16="http://schemas.microsoft.com/office/drawing/2014/main" id="{37ADDF68-C9BE-46EA-83DE-2C07DD839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9">
              <a:extLst>
                <a:ext uri="{FF2B5EF4-FFF2-40B4-BE49-F238E27FC236}">
                  <a16:creationId xmlns:a16="http://schemas.microsoft.com/office/drawing/2014/main" id="{10D67396-BABD-48A8-A892-CCB5095FA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Isosceles Triangle 17">
              <a:extLst>
                <a:ext uri="{FF2B5EF4-FFF2-40B4-BE49-F238E27FC236}">
                  <a16:creationId xmlns:a16="http://schemas.microsoft.com/office/drawing/2014/main" id="{626DA82A-72C2-4DF6-9CF0-0D1F6B96B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8EE6DC63-4380-4BE0-A68A-8F01162BD1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useBgFill="1">
        <p:nvSpPr>
          <p:cNvPr id="21" name="Rectangle 20">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CDD733AE-DD5E-4C77-8BCD-72BF12A06B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24" name="Straight Connector 23">
              <a:extLst>
                <a:ext uri="{FF2B5EF4-FFF2-40B4-BE49-F238E27FC236}">
                  <a16:creationId xmlns:a16="http://schemas.microsoft.com/office/drawing/2014/main" id="{51DE90A4-932E-4370-BA07-30F43254C0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6A19CA4A-B208-452A-8BE4-BC6940D33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B74F8D3E-E618-4DE3-A0CC-B4904BB5D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5">
              <a:extLst>
                <a:ext uri="{FF2B5EF4-FFF2-40B4-BE49-F238E27FC236}">
                  <a16:creationId xmlns:a16="http://schemas.microsoft.com/office/drawing/2014/main" id="{299DA406-C54B-4E31-867D-FAF8DCE70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A1E16883-5140-47C4-A9AD-AD6598AC3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7">
              <a:extLst>
                <a:ext uri="{FF2B5EF4-FFF2-40B4-BE49-F238E27FC236}">
                  <a16:creationId xmlns:a16="http://schemas.microsoft.com/office/drawing/2014/main" id="{4CD848DC-8A2A-4093-9BDD-7AF4B6A27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8">
              <a:extLst>
                <a:ext uri="{FF2B5EF4-FFF2-40B4-BE49-F238E27FC236}">
                  <a16:creationId xmlns:a16="http://schemas.microsoft.com/office/drawing/2014/main" id="{34635A4D-E9CE-4B78-912A-479EA451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9">
              <a:extLst>
                <a:ext uri="{FF2B5EF4-FFF2-40B4-BE49-F238E27FC236}">
                  <a16:creationId xmlns:a16="http://schemas.microsoft.com/office/drawing/2014/main" id="{D663A5EE-5581-44F3-8F98-688755F63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Isosceles Triangle 31">
              <a:extLst>
                <a:ext uri="{FF2B5EF4-FFF2-40B4-BE49-F238E27FC236}">
                  <a16:creationId xmlns:a16="http://schemas.microsoft.com/office/drawing/2014/main" id="{B1E84E6A-F5AE-4F4D-98F2-82FE4FCC26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DDE7DDC9-17D4-4686-833D-48F8733B4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3" name="TextBox 2"/>
          <p:cNvSpPr txBox="1"/>
          <p:nvPr/>
        </p:nvSpPr>
        <p:spPr>
          <a:xfrm>
            <a:off x="508000" y="609600"/>
            <a:ext cx="6447501" cy="1320800"/>
          </a:xfrm>
          <a:prstGeom prst="rect">
            <a:avLst/>
          </a:prstGeom>
        </p:spPr>
        <p:txBody>
          <a:bodyPr vert="horz" lIns="91440" tIns="45720" rIns="91440" bIns="45720" rtlCol="0" anchor="t">
            <a:normAutofit/>
          </a:bodyPr>
          <a:lstStyle/>
          <a:p>
            <a:pPr>
              <a:lnSpc>
                <a:spcPct val="90000"/>
              </a:lnSpc>
              <a:spcBef>
                <a:spcPct val="0"/>
              </a:spcBef>
              <a:spcAft>
                <a:spcPts val="600"/>
              </a:spcAft>
              <a:defRPr sz="5400" b="1">
                <a:solidFill>
                  <a:srgbClr val="FFFFFF"/>
                </a:solidFill>
              </a:defRPr>
            </a:pPr>
            <a:r>
              <a:rPr lang="en-US" sz="3100">
                <a:solidFill>
                  <a:schemeClr val="accent1"/>
                </a:solidFill>
                <a:latin typeface="+mj-lt"/>
                <a:ea typeface="+mj-ea"/>
                <a:cs typeface="+mj-cs"/>
              </a:rPr>
              <a:t>🚀 FROM ZERO TO PRODUCTION</a:t>
            </a:r>
          </a:p>
          <a:p>
            <a:pPr>
              <a:lnSpc>
                <a:spcPct val="90000"/>
              </a:lnSpc>
              <a:spcBef>
                <a:spcPct val="0"/>
              </a:spcBef>
              <a:spcAft>
                <a:spcPts val="600"/>
              </a:spcAft>
            </a:pPr>
            <a:r>
              <a:rPr lang="en-US" sz="3100">
                <a:solidFill>
                  <a:schemeClr val="accent1"/>
                </a:solidFill>
                <a:latin typeface="+mj-lt"/>
                <a:ea typeface="+mj-ea"/>
                <a:cs typeface="+mj-cs"/>
              </a:rPr>
              <a:t>      IN 30 MINUTES</a:t>
            </a:r>
          </a:p>
        </p:txBody>
      </p:sp>
      <p:sp>
        <p:nvSpPr>
          <p:cNvPr id="4" name="TextBox 3"/>
          <p:cNvSpPr txBox="1"/>
          <p:nvPr/>
        </p:nvSpPr>
        <p:spPr>
          <a:xfrm>
            <a:off x="508000" y="2160589"/>
            <a:ext cx="6447501" cy="3880773"/>
          </a:xfrm>
          <a:prstGeom prst="rect">
            <a:avLst/>
          </a:prstGeom>
        </p:spPr>
        <p:txBody>
          <a:bodyPr vert="horz" lIns="91440" tIns="45720" rIns="91440" bIns="45720" rtlCol="0">
            <a:normAutofit/>
          </a:bodyPr>
          <a:lstStyle/>
          <a:p>
            <a:pPr>
              <a:spcBef>
                <a:spcPts val="1000"/>
              </a:spcBef>
              <a:buClr>
                <a:schemeClr val="accent1"/>
              </a:buClr>
              <a:buSzPct val="80000"/>
              <a:defRPr sz="2800">
                <a:solidFill>
                  <a:srgbClr val="00E5FF"/>
                </a:solidFill>
              </a:defRPr>
            </a:pPr>
            <a:r>
              <a:rPr lang="en-US" sz="2800" dirty="0">
                <a:solidFill>
                  <a:schemeClr val="tx1">
                    <a:lumMod val="75000"/>
                    <a:lumOff val="25000"/>
                  </a:schemeClr>
                </a:solidFill>
              </a:rPr>
              <a:t>GitHub Copilot Agent Mode  Boilerplate &amp; Documentation</a:t>
            </a:r>
          </a:p>
        </p:txBody>
      </p:sp>
    </p:spTree>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D920209C-E85B-4D6F-A56F-724F5ADA81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2" name="Straight Connector 11">
              <a:extLst>
                <a:ext uri="{FF2B5EF4-FFF2-40B4-BE49-F238E27FC236}">
                  <a16:creationId xmlns:a16="http://schemas.microsoft.com/office/drawing/2014/main" id="{9125522E-1DFD-4F78-912B-B922A2D39DA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DA72C10-FE9D-49B3-80CB-A7EE8BCB38F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8" name="Rectangle 23">
              <a:extLst>
                <a:ext uri="{FF2B5EF4-FFF2-40B4-BE49-F238E27FC236}">
                  <a16:creationId xmlns:a16="http://schemas.microsoft.com/office/drawing/2014/main" id="{6E7DF470-1055-45E4-AB9D-11E42EC53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5">
              <a:extLst>
                <a:ext uri="{FF2B5EF4-FFF2-40B4-BE49-F238E27FC236}">
                  <a16:creationId xmlns:a16="http://schemas.microsoft.com/office/drawing/2014/main" id="{6AA35CFF-3837-4B7F-B875-718AC2E14E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Isosceles Triangle 29">
              <a:extLst>
                <a:ext uri="{FF2B5EF4-FFF2-40B4-BE49-F238E27FC236}">
                  <a16:creationId xmlns:a16="http://schemas.microsoft.com/office/drawing/2014/main" id="{62F41804-A347-47E3-8BD8-BD00CF2F64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7">
              <a:extLst>
                <a:ext uri="{FF2B5EF4-FFF2-40B4-BE49-F238E27FC236}">
                  <a16:creationId xmlns:a16="http://schemas.microsoft.com/office/drawing/2014/main" id="{76894B81-EE9C-4546-BCFA-DD9ED2C0AD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8">
              <a:extLst>
                <a:ext uri="{FF2B5EF4-FFF2-40B4-BE49-F238E27FC236}">
                  <a16:creationId xmlns:a16="http://schemas.microsoft.com/office/drawing/2014/main" id="{3AF181D1-71AC-43D8-A6E1-D4C488D5DC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Rectangle 29">
              <a:extLst>
                <a:ext uri="{FF2B5EF4-FFF2-40B4-BE49-F238E27FC236}">
                  <a16:creationId xmlns:a16="http://schemas.microsoft.com/office/drawing/2014/main" id="{4132D661-917C-4D2D-8E37-8590B55D91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Isosceles Triangle 33">
              <a:extLst>
                <a:ext uri="{FF2B5EF4-FFF2-40B4-BE49-F238E27FC236}">
                  <a16:creationId xmlns:a16="http://schemas.microsoft.com/office/drawing/2014/main" id="{7969643D-8B71-434D-A235-68CB241F9D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Isosceles Triangle 34">
              <a:extLst>
                <a:ext uri="{FF2B5EF4-FFF2-40B4-BE49-F238E27FC236}">
                  <a16:creationId xmlns:a16="http://schemas.microsoft.com/office/drawing/2014/main" id="{DF15C24A-4BCF-47C0-B2FA-76A0EF3384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useBgFill="1">
        <p:nvSpPr>
          <p:cNvPr id="36" name="Rectangle 35">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965199" y="609600"/>
            <a:ext cx="7648121" cy="1099457"/>
          </a:xfrm>
          <a:prstGeom prst="rect">
            <a:avLst/>
          </a:prstGeom>
        </p:spPr>
        <p:txBody>
          <a:bodyPr vert="horz" lIns="91440" tIns="45720" rIns="91440" bIns="45720" rtlCol="0" anchor="t">
            <a:normAutofit/>
          </a:bodyPr>
          <a:lstStyle/>
          <a:p>
            <a:pPr>
              <a:lnSpc>
                <a:spcPct val="90000"/>
              </a:lnSpc>
              <a:spcBef>
                <a:spcPct val="0"/>
              </a:spcBef>
              <a:spcAft>
                <a:spcPts val="600"/>
              </a:spcAft>
              <a:defRPr sz="4000" b="1">
                <a:solidFill>
                  <a:srgbClr val="1A237E"/>
                </a:solidFill>
              </a:defRPr>
            </a:pPr>
            <a:r>
              <a:rPr lang="en-US" sz="3600" dirty="0">
                <a:solidFill>
                  <a:schemeClr val="accent1"/>
                </a:solidFill>
                <a:latin typeface="+mj-lt"/>
                <a:ea typeface="+mj-ea"/>
                <a:cs typeface="+mj-cs"/>
              </a:rPr>
              <a:t>THE DEVELOPER'S DAILY STRUGGLE</a:t>
            </a:r>
          </a:p>
        </p:txBody>
      </p:sp>
      <p:sp>
        <p:nvSpPr>
          <p:cNvPr id="37" name="Isosceles Triangle 36">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Isosceles Triangle 37">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6" name="TextBox 3">
            <a:extLst>
              <a:ext uri="{FF2B5EF4-FFF2-40B4-BE49-F238E27FC236}">
                <a16:creationId xmlns:a16="http://schemas.microsoft.com/office/drawing/2014/main" id="{D72749EC-7D66-50E5-68C2-60BCBC861C33}"/>
              </a:ext>
            </a:extLst>
          </p:cNvPr>
          <p:cNvGraphicFramePr/>
          <p:nvPr>
            <p:extLst>
              <p:ext uri="{D42A27DB-BD31-4B8C-83A1-F6EECF244321}">
                <p14:modId xmlns:p14="http://schemas.microsoft.com/office/powerpoint/2010/main" val="403754273"/>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D5D6400-CCAB-51E4-2515-A61314FF3619}"/>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D920209C-E85B-4D6F-A56F-724F5ADA81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2" name="Straight Connector 11">
              <a:extLst>
                <a:ext uri="{FF2B5EF4-FFF2-40B4-BE49-F238E27FC236}">
                  <a16:creationId xmlns:a16="http://schemas.microsoft.com/office/drawing/2014/main" id="{9125522E-1DFD-4F78-912B-B922A2D39DA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DA72C10-FE9D-49B3-80CB-A7EE8BCB38F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6E7DF470-1055-45E4-AB9D-11E42EC53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6AA35CFF-3837-4B7F-B875-718AC2E14E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62F41804-A347-47E3-8BD8-BD00CF2F64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7">
              <a:extLst>
                <a:ext uri="{FF2B5EF4-FFF2-40B4-BE49-F238E27FC236}">
                  <a16:creationId xmlns:a16="http://schemas.microsoft.com/office/drawing/2014/main" id="{76894B81-EE9C-4546-BCFA-DD9ED2C0AD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8">
              <a:extLst>
                <a:ext uri="{FF2B5EF4-FFF2-40B4-BE49-F238E27FC236}">
                  <a16:creationId xmlns:a16="http://schemas.microsoft.com/office/drawing/2014/main" id="{3AF181D1-71AC-43D8-A6E1-D4C488D5DC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9">
              <a:extLst>
                <a:ext uri="{FF2B5EF4-FFF2-40B4-BE49-F238E27FC236}">
                  <a16:creationId xmlns:a16="http://schemas.microsoft.com/office/drawing/2014/main" id="{4132D661-917C-4D2D-8E37-8590B55D91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7969643D-8B71-434D-A235-68CB241F9D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DF15C24A-4BCF-47C0-B2FA-76A0EF3384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3" name="TextBox 2">
            <a:extLst>
              <a:ext uri="{FF2B5EF4-FFF2-40B4-BE49-F238E27FC236}">
                <a16:creationId xmlns:a16="http://schemas.microsoft.com/office/drawing/2014/main" id="{E33CA00E-950B-15C7-1949-FC7EDAF0C9F5}"/>
              </a:ext>
            </a:extLst>
          </p:cNvPr>
          <p:cNvSpPr txBox="1"/>
          <p:nvPr/>
        </p:nvSpPr>
        <p:spPr>
          <a:xfrm>
            <a:off x="508000" y="609600"/>
            <a:ext cx="6447501" cy="1320800"/>
          </a:xfrm>
          <a:prstGeom prst="rect">
            <a:avLst/>
          </a:prstGeom>
        </p:spPr>
        <p:txBody>
          <a:bodyPr vert="horz" lIns="91440" tIns="45720" rIns="91440" bIns="45720" rtlCol="0" anchor="t">
            <a:normAutofit/>
          </a:bodyPr>
          <a:lstStyle/>
          <a:p>
            <a:pPr>
              <a:spcBef>
                <a:spcPct val="0"/>
              </a:spcBef>
              <a:spcAft>
                <a:spcPts val="600"/>
              </a:spcAft>
              <a:defRPr sz="4000" b="1">
                <a:solidFill>
                  <a:srgbClr val="1A237E"/>
                </a:solidFill>
              </a:defRPr>
            </a:pPr>
            <a:r>
              <a:rPr lang="en-US" sz="3600" dirty="0">
                <a:solidFill>
                  <a:schemeClr val="accent1"/>
                </a:solidFill>
                <a:latin typeface="+mj-lt"/>
                <a:ea typeface="+mj-ea"/>
                <a:cs typeface="+mj-cs"/>
              </a:rPr>
              <a:t>THE DEVELOPER'S DAILY STRUGGLE</a:t>
            </a:r>
          </a:p>
        </p:txBody>
      </p:sp>
      <p:graphicFrame>
        <p:nvGraphicFramePr>
          <p:cNvPr id="6" name="TextBox 3">
            <a:extLst>
              <a:ext uri="{FF2B5EF4-FFF2-40B4-BE49-F238E27FC236}">
                <a16:creationId xmlns:a16="http://schemas.microsoft.com/office/drawing/2014/main" id="{AB31DAB0-E35D-8A32-C01C-80CB7BF352FC}"/>
              </a:ext>
            </a:extLst>
          </p:cNvPr>
          <p:cNvGraphicFramePr/>
          <p:nvPr>
            <p:extLst>
              <p:ext uri="{D42A27DB-BD31-4B8C-83A1-F6EECF244321}">
                <p14:modId xmlns:p14="http://schemas.microsoft.com/office/powerpoint/2010/main" val="2718132446"/>
              </p:ext>
            </p:extLst>
          </p:nvPr>
        </p:nvGraphicFramePr>
        <p:xfrm>
          <a:off x="508397" y="2160588"/>
          <a:ext cx="6447234" cy="38814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99504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9EA7EA7-74F5-4EE2-8E3D-1A10308259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0" name="Straight Connector 9">
              <a:extLst>
                <a:ext uri="{FF2B5EF4-FFF2-40B4-BE49-F238E27FC236}">
                  <a16:creationId xmlns:a16="http://schemas.microsoft.com/office/drawing/2014/main" id="{A5CE79B5-7EE4-424D-AD14-5DEFB61B85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696C926F-F999-44BA-8D86-9EAB51D650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248745E7-0AF0-48F9-8E58-2673FC5F4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25">
              <a:extLst>
                <a:ext uri="{FF2B5EF4-FFF2-40B4-BE49-F238E27FC236}">
                  <a16:creationId xmlns:a16="http://schemas.microsoft.com/office/drawing/2014/main" id="{9715E81A-D2E0-4431-9370-4E4A9ECA7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Isosceles Triangle 13">
              <a:extLst>
                <a:ext uri="{FF2B5EF4-FFF2-40B4-BE49-F238E27FC236}">
                  <a16:creationId xmlns:a16="http://schemas.microsoft.com/office/drawing/2014/main" id="{CEDB37A9-282D-4DDB-85AD-B2090A825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7">
              <a:extLst>
                <a:ext uri="{FF2B5EF4-FFF2-40B4-BE49-F238E27FC236}">
                  <a16:creationId xmlns:a16="http://schemas.microsoft.com/office/drawing/2014/main" id="{533D5933-7F91-4F5E-BC31-42FD0E2D8D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8">
              <a:extLst>
                <a:ext uri="{FF2B5EF4-FFF2-40B4-BE49-F238E27FC236}">
                  <a16:creationId xmlns:a16="http://schemas.microsoft.com/office/drawing/2014/main" id="{37ADDF68-C9BE-46EA-83DE-2C07DD839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9">
              <a:extLst>
                <a:ext uri="{FF2B5EF4-FFF2-40B4-BE49-F238E27FC236}">
                  <a16:creationId xmlns:a16="http://schemas.microsoft.com/office/drawing/2014/main" id="{10D67396-BABD-48A8-A892-CCB5095FA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Isosceles Triangle 17">
              <a:extLst>
                <a:ext uri="{FF2B5EF4-FFF2-40B4-BE49-F238E27FC236}">
                  <a16:creationId xmlns:a16="http://schemas.microsoft.com/office/drawing/2014/main" id="{626DA82A-72C2-4DF6-9CF0-0D1F6B96B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8EE6DC63-4380-4BE0-A68A-8F01162BD1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useBgFill="1">
        <p:nvSpPr>
          <p:cNvPr id="21" name="Rectangle 20">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3" name="Rectangle 22">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4">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965032" y="0"/>
            <a:ext cx="9144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599781" y="3681413"/>
            <a:ext cx="3572669"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29"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93473" y="-8467"/>
            <a:ext cx="2255512"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09947"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06616" y="3048000"/>
            <a:ext cx="2444750"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08241"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Isosceles Triangle 36">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6115" y="3589867"/>
            <a:ext cx="1362870"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TextBox 2"/>
          <p:cNvSpPr txBox="1"/>
          <p:nvPr/>
        </p:nvSpPr>
        <p:spPr>
          <a:xfrm>
            <a:off x="508000" y="609600"/>
            <a:ext cx="2882531" cy="5175624"/>
          </a:xfrm>
          <a:prstGeom prst="rect">
            <a:avLst/>
          </a:prstGeom>
        </p:spPr>
        <p:txBody>
          <a:bodyPr vert="horz" lIns="91440" tIns="45720" rIns="91440" bIns="45720" rtlCol="0" anchor="ctr">
            <a:normAutofit/>
          </a:bodyPr>
          <a:lstStyle/>
          <a:p>
            <a:pPr>
              <a:spcBef>
                <a:spcPct val="0"/>
              </a:spcBef>
              <a:spcAft>
                <a:spcPts val="600"/>
              </a:spcAft>
              <a:defRPr sz="4000" b="1">
                <a:solidFill>
                  <a:srgbClr val="1A237E"/>
                </a:solidFill>
              </a:defRPr>
            </a:pPr>
            <a:r>
              <a:rPr lang="en-US" sz="3600">
                <a:solidFill>
                  <a:schemeClr val="tx1">
                    <a:lumMod val="85000"/>
                    <a:lumOff val="15000"/>
                  </a:schemeClr>
                </a:solidFill>
                <a:latin typeface="+mj-lt"/>
                <a:ea typeface="+mj-ea"/>
                <a:cs typeface="+mj-cs"/>
              </a:rPr>
              <a:t>SESSION 1 AGENDA</a:t>
            </a:r>
          </a:p>
        </p:txBody>
      </p:sp>
      <p:sp>
        <p:nvSpPr>
          <p:cNvPr id="39" name="Freeform: Shape 38">
            <a:extLst>
              <a:ext uri="{FF2B5EF4-FFF2-40B4-BE49-F238E27FC236}">
                <a16:creationId xmlns:a16="http://schemas.microsoft.com/office/drawing/2014/main" id="{142BFA2A-77A0-4F60-A32A-685681C84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11615" y="-8467"/>
            <a:ext cx="5332385" cy="6866467"/>
          </a:xfrm>
          <a:custGeom>
            <a:avLst/>
            <a:gdLst>
              <a:gd name="connsiteX0" fmla="*/ 0 w 7109846"/>
              <a:gd name="connsiteY0" fmla="*/ 0 h 6866467"/>
              <a:gd name="connsiteX1" fmla="*/ 1249825 w 7109846"/>
              <a:gd name="connsiteY1" fmla="*/ 0 h 6866467"/>
              <a:gd name="connsiteX2" fmla="*/ 1249825 w 7109846"/>
              <a:gd name="connsiteY2" fmla="*/ 8467 h 6866467"/>
              <a:gd name="connsiteX3" fmla="*/ 7109846 w 7109846"/>
              <a:gd name="connsiteY3" fmla="*/ 8467 h 6866467"/>
              <a:gd name="connsiteX4" fmla="*/ 7109846 w 7109846"/>
              <a:gd name="connsiteY4" fmla="*/ 6866467 h 6866467"/>
              <a:gd name="connsiteX5" fmla="*/ 1249825 w 7109846"/>
              <a:gd name="connsiteY5" fmla="*/ 6866467 h 6866467"/>
              <a:gd name="connsiteX6" fmla="*/ 1109382 w 7109846"/>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09846" h="6866467">
                <a:moveTo>
                  <a:pt x="0" y="0"/>
                </a:moveTo>
                <a:lnTo>
                  <a:pt x="1249825" y="0"/>
                </a:lnTo>
                <a:lnTo>
                  <a:pt x="1249825" y="8467"/>
                </a:lnTo>
                <a:lnTo>
                  <a:pt x="7109846" y="8467"/>
                </a:lnTo>
                <a:lnTo>
                  <a:pt x="7109846"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extBox 3"/>
          <p:cNvSpPr txBox="1"/>
          <p:nvPr/>
        </p:nvSpPr>
        <p:spPr>
          <a:xfrm>
            <a:off x="4587063" y="609601"/>
            <a:ext cx="4133472" cy="5175624"/>
          </a:xfrm>
          <a:prstGeom prst="rect">
            <a:avLst/>
          </a:prstGeom>
        </p:spPr>
        <p:txBody>
          <a:bodyPr vert="horz" lIns="91440" tIns="45720" rIns="91440" bIns="45720" rtlCol="0" anchor="ctr">
            <a:normAutofit/>
          </a:bodyPr>
          <a:lstStyle/>
          <a:p>
            <a:pPr>
              <a:lnSpc>
                <a:spcPct val="90000"/>
              </a:lnSpc>
              <a:spcBef>
                <a:spcPts val="1000"/>
              </a:spcBef>
              <a:buClr>
                <a:schemeClr val="accent1"/>
              </a:buClr>
              <a:buSzPct val="80000"/>
              <a:defRPr sz="2000">
                <a:solidFill>
                  <a:srgbClr val="1E1E1E"/>
                </a:solidFill>
              </a:defRPr>
            </a:pPr>
            <a:r>
              <a:rPr lang="en-US" sz="2000" dirty="0">
                <a:solidFill>
                  <a:srgbClr val="FFFFFF"/>
                </a:solidFill>
              </a:rPr>
              <a:t>OBJECTIVE: Build Production-Ready API in 30 Minutes</a:t>
            </a:r>
          </a:p>
          <a:p>
            <a:pPr>
              <a:lnSpc>
                <a:spcPct val="90000"/>
              </a:lnSpc>
              <a:spcBef>
                <a:spcPts val="1000"/>
              </a:spcBef>
              <a:buClr>
                <a:schemeClr val="accent1"/>
              </a:buClr>
              <a:buSzPct val="80000"/>
              <a:buFont typeface="Wingdings 3" charset="2"/>
              <a:buChar char=""/>
              <a:defRPr sz="2000">
                <a:solidFill>
                  <a:srgbClr val="1E1E1E"/>
                </a:solidFill>
              </a:defRPr>
            </a:pPr>
            <a:endParaRPr lang="en-US" sz="2000" dirty="0">
              <a:solidFill>
                <a:srgbClr val="FFFFFF"/>
              </a:solidFill>
            </a:endParaRPr>
          </a:p>
          <a:p>
            <a:pPr>
              <a:lnSpc>
                <a:spcPct val="90000"/>
              </a:lnSpc>
              <a:spcBef>
                <a:spcPts val="1000"/>
              </a:spcBef>
              <a:buClr>
                <a:schemeClr val="accent1"/>
              </a:buClr>
              <a:buSzPct val="80000"/>
              <a:buFont typeface="Wingdings 3" charset="2"/>
              <a:buChar char=""/>
              <a:defRPr sz="2000">
                <a:solidFill>
                  <a:srgbClr val="1E1E1E"/>
                </a:solidFill>
              </a:defRPr>
            </a:pPr>
            <a:r>
              <a:rPr lang="en-US" sz="2000" dirty="0">
                <a:solidFill>
                  <a:srgbClr val="FFFFFF"/>
                </a:solidFill>
              </a:rPr>
              <a:t>1: CRUD Boilerplate Agent </a:t>
            </a:r>
          </a:p>
          <a:p>
            <a:pPr lvl="1">
              <a:lnSpc>
                <a:spcPct val="90000"/>
              </a:lnSpc>
              <a:spcBef>
                <a:spcPts val="1000"/>
              </a:spcBef>
              <a:buClr>
                <a:schemeClr val="accent1"/>
              </a:buClr>
              <a:buSzPct val="80000"/>
              <a:buFont typeface="Wingdings 3" charset="2"/>
              <a:buChar char=""/>
              <a:defRPr sz="2000">
                <a:solidFill>
                  <a:srgbClr val="1E1E1E"/>
                </a:solidFill>
              </a:defRPr>
            </a:pPr>
            <a:r>
              <a:rPr lang="en-US" sz="2000" dirty="0">
                <a:solidFill>
                  <a:srgbClr val="FFFFFF"/>
                </a:solidFill>
              </a:rPr>
              <a:t>→ Complete enrollment API generation</a:t>
            </a:r>
          </a:p>
          <a:p>
            <a:pPr>
              <a:lnSpc>
                <a:spcPct val="90000"/>
              </a:lnSpc>
              <a:spcBef>
                <a:spcPts val="1000"/>
              </a:spcBef>
              <a:buClr>
                <a:schemeClr val="accent1"/>
              </a:buClr>
              <a:buSzPct val="80000"/>
              <a:buFont typeface="Wingdings 3" charset="2"/>
              <a:buChar char=""/>
              <a:defRPr sz="2000">
                <a:solidFill>
                  <a:srgbClr val="1E1E1E"/>
                </a:solidFill>
              </a:defRPr>
            </a:pPr>
            <a:r>
              <a:rPr lang="en-US" sz="2000" dirty="0">
                <a:solidFill>
                  <a:srgbClr val="FFFFFF"/>
                </a:solidFill>
              </a:rPr>
              <a:t>2: Performance Agent </a:t>
            </a:r>
          </a:p>
          <a:p>
            <a:pPr lvl="1">
              <a:lnSpc>
                <a:spcPct val="90000"/>
              </a:lnSpc>
              <a:spcBef>
                <a:spcPts val="1000"/>
              </a:spcBef>
              <a:buClr>
                <a:schemeClr val="accent1"/>
              </a:buClr>
              <a:buSzPct val="80000"/>
              <a:buFont typeface="Wingdings 3" charset="2"/>
              <a:buChar char=""/>
              <a:defRPr sz="2000">
                <a:solidFill>
                  <a:srgbClr val="1E1E1E"/>
                </a:solidFill>
              </a:defRPr>
            </a:pPr>
            <a:r>
              <a:rPr lang="en-US" sz="2000" dirty="0">
                <a:solidFill>
                  <a:srgbClr val="FFFFFF"/>
                </a:solidFill>
              </a:rPr>
              <a:t>→ Redis caching &amp; optimization</a:t>
            </a:r>
          </a:p>
          <a:p>
            <a:pPr>
              <a:lnSpc>
                <a:spcPct val="90000"/>
              </a:lnSpc>
              <a:spcBef>
                <a:spcPts val="1000"/>
              </a:spcBef>
              <a:buClr>
                <a:schemeClr val="accent1"/>
              </a:buClr>
              <a:buSzPct val="80000"/>
              <a:buFont typeface="Wingdings 3" charset="2"/>
              <a:buChar char=""/>
              <a:defRPr sz="2000">
                <a:solidFill>
                  <a:srgbClr val="1E1E1E"/>
                </a:solidFill>
              </a:defRPr>
            </a:pPr>
            <a:r>
              <a:rPr lang="en-US" sz="2000" dirty="0">
                <a:solidFill>
                  <a:srgbClr val="FFFFFF"/>
                </a:solidFill>
              </a:rPr>
              <a:t>3: QA Contract Agent </a:t>
            </a:r>
          </a:p>
          <a:p>
            <a:pPr lvl="1">
              <a:lnSpc>
                <a:spcPct val="90000"/>
              </a:lnSpc>
              <a:spcBef>
                <a:spcPts val="1000"/>
              </a:spcBef>
              <a:buClr>
                <a:schemeClr val="accent1"/>
              </a:buClr>
              <a:buSzPct val="80000"/>
              <a:buFont typeface="Wingdings 3" charset="2"/>
              <a:buChar char=""/>
              <a:defRPr sz="2000">
                <a:solidFill>
                  <a:srgbClr val="1E1E1E"/>
                </a:solidFill>
              </a:defRPr>
            </a:pPr>
            <a:r>
              <a:rPr lang="en-US" sz="2000" dirty="0">
                <a:solidFill>
                  <a:srgbClr val="FFFFFF"/>
                </a:solidFill>
              </a:rPr>
              <a:t>→ </a:t>
            </a:r>
            <a:r>
              <a:rPr lang="en-US" sz="2000" dirty="0" err="1">
                <a:solidFill>
                  <a:srgbClr val="FFFFFF"/>
                </a:solidFill>
              </a:rPr>
              <a:t>OpenAPI</a:t>
            </a:r>
            <a:r>
              <a:rPr lang="en-US" sz="2000" dirty="0">
                <a:solidFill>
                  <a:srgbClr val="FFFFFF"/>
                </a:solidFill>
              </a:rPr>
              <a:t> specs &amp; testing</a:t>
            </a:r>
          </a:p>
          <a:p>
            <a:pPr>
              <a:lnSpc>
                <a:spcPct val="90000"/>
              </a:lnSpc>
              <a:spcBef>
                <a:spcPts val="1000"/>
              </a:spcBef>
              <a:buClr>
                <a:schemeClr val="accent1"/>
              </a:buClr>
              <a:buSzPct val="80000"/>
              <a:buFont typeface="Wingdings 3" charset="2"/>
              <a:buChar char=""/>
              <a:defRPr sz="2000">
                <a:solidFill>
                  <a:srgbClr val="1E1E1E"/>
                </a:solidFill>
              </a:defRPr>
            </a:pPr>
            <a:r>
              <a:rPr lang="en-US" sz="2000" dirty="0">
                <a:solidFill>
                  <a:srgbClr val="FFFFFF"/>
                </a:solidFill>
              </a:rPr>
              <a:t>4: Documentation Agent</a:t>
            </a:r>
          </a:p>
          <a:p>
            <a:pPr lvl="1">
              <a:lnSpc>
                <a:spcPct val="90000"/>
              </a:lnSpc>
              <a:spcBef>
                <a:spcPts val="1000"/>
              </a:spcBef>
              <a:buClr>
                <a:schemeClr val="accent1"/>
              </a:buClr>
              <a:buSzPct val="80000"/>
              <a:buFont typeface="Wingdings 3" charset="2"/>
              <a:buChar char=""/>
              <a:defRPr sz="2000">
                <a:solidFill>
                  <a:srgbClr val="1E1E1E"/>
                </a:solidFill>
              </a:defRPr>
            </a:pPr>
            <a:r>
              <a:rPr lang="en-US" sz="2000" dirty="0">
                <a:solidFill>
                  <a:srgbClr val="FFFFFF"/>
                </a:solidFill>
              </a:rPr>
              <a:t>→ Comprehensive docs generation</a:t>
            </a:r>
          </a:p>
        </p:txBody>
      </p:sp>
    </p:spTree>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3" name="Group 72">
            <a:extLst>
              <a:ext uri="{FF2B5EF4-FFF2-40B4-BE49-F238E27FC236}">
                <a16:creationId xmlns:a16="http://schemas.microsoft.com/office/drawing/2014/main" id="{D920209C-E85B-4D6F-A56F-724F5ADA81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62" name="Straight Connector 61">
              <a:extLst>
                <a:ext uri="{FF2B5EF4-FFF2-40B4-BE49-F238E27FC236}">
                  <a16:creationId xmlns:a16="http://schemas.microsoft.com/office/drawing/2014/main" id="{9125522E-1DFD-4F78-912B-B922A2D39DA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FDA72C10-FE9D-49B3-80CB-A7EE8BCB38F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4" name="Rectangle 23">
              <a:extLst>
                <a:ext uri="{FF2B5EF4-FFF2-40B4-BE49-F238E27FC236}">
                  <a16:creationId xmlns:a16="http://schemas.microsoft.com/office/drawing/2014/main" id="{6E7DF470-1055-45E4-AB9D-11E42EC53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5" name="Rectangle 25">
              <a:extLst>
                <a:ext uri="{FF2B5EF4-FFF2-40B4-BE49-F238E27FC236}">
                  <a16:creationId xmlns:a16="http://schemas.microsoft.com/office/drawing/2014/main" id="{6AA35CFF-3837-4B7F-B875-718AC2E14E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6" name="Isosceles Triangle 75">
              <a:extLst>
                <a:ext uri="{FF2B5EF4-FFF2-40B4-BE49-F238E27FC236}">
                  <a16:creationId xmlns:a16="http://schemas.microsoft.com/office/drawing/2014/main" id="{62F41804-A347-47E3-8BD8-BD00CF2F64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7" name="Rectangle 27">
              <a:extLst>
                <a:ext uri="{FF2B5EF4-FFF2-40B4-BE49-F238E27FC236}">
                  <a16:creationId xmlns:a16="http://schemas.microsoft.com/office/drawing/2014/main" id="{76894B81-EE9C-4546-BCFA-DD9ED2C0AD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8" name="Rectangle 28">
              <a:extLst>
                <a:ext uri="{FF2B5EF4-FFF2-40B4-BE49-F238E27FC236}">
                  <a16:creationId xmlns:a16="http://schemas.microsoft.com/office/drawing/2014/main" id="{3AF181D1-71AC-43D8-A6E1-D4C488D5DC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9" name="Rectangle 29">
              <a:extLst>
                <a:ext uri="{FF2B5EF4-FFF2-40B4-BE49-F238E27FC236}">
                  <a16:creationId xmlns:a16="http://schemas.microsoft.com/office/drawing/2014/main" id="{4132D661-917C-4D2D-8E37-8590B55D91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0" name="Isosceles Triangle 79">
              <a:extLst>
                <a:ext uri="{FF2B5EF4-FFF2-40B4-BE49-F238E27FC236}">
                  <a16:creationId xmlns:a16="http://schemas.microsoft.com/office/drawing/2014/main" id="{7969643D-8B71-434D-A235-68CB241F9D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1" name="Isosceles Triangle 80">
              <a:extLst>
                <a:ext uri="{FF2B5EF4-FFF2-40B4-BE49-F238E27FC236}">
                  <a16:creationId xmlns:a16="http://schemas.microsoft.com/office/drawing/2014/main" id="{DF15C24A-4BCF-47C0-B2FA-76A0EF3384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graphicFrame>
        <p:nvGraphicFramePr>
          <p:cNvPr id="56" name="TextBox 6">
            <a:extLst>
              <a:ext uri="{FF2B5EF4-FFF2-40B4-BE49-F238E27FC236}">
                <a16:creationId xmlns:a16="http://schemas.microsoft.com/office/drawing/2014/main" id="{A3AD237C-ECED-F922-AA55-042D1B1527ED}"/>
              </a:ext>
            </a:extLst>
          </p:cNvPr>
          <p:cNvGraphicFramePr/>
          <p:nvPr>
            <p:extLst>
              <p:ext uri="{D42A27DB-BD31-4B8C-83A1-F6EECF244321}">
                <p14:modId xmlns:p14="http://schemas.microsoft.com/office/powerpoint/2010/main" val="3330956209"/>
              </p:ext>
            </p:extLst>
          </p:nvPr>
        </p:nvGraphicFramePr>
        <p:xfrm>
          <a:off x="508397" y="2160588"/>
          <a:ext cx="6447234" cy="3881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Box 9">
            <a:extLst>
              <a:ext uri="{FF2B5EF4-FFF2-40B4-BE49-F238E27FC236}">
                <a16:creationId xmlns:a16="http://schemas.microsoft.com/office/drawing/2014/main" id="{120F2F88-1E6B-6E33-2E9D-07EA201A060E}"/>
              </a:ext>
            </a:extLst>
          </p:cNvPr>
          <p:cNvSpPr txBox="1"/>
          <p:nvPr/>
        </p:nvSpPr>
        <p:spPr>
          <a:xfrm>
            <a:off x="307118" y="975281"/>
            <a:ext cx="6691377" cy="1077218"/>
          </a:xfrm>
          <a:prstGeom prst="rect">
            <a:avLst/>
          </a:prstGeom>
          <a:noFill/>
        </p:spPr>
        <p:txBody>
          <a:bodyPr wrap="square">
            <a:spAutoFit/>
          </a:bodyPr>
          <a:lstStyle/>
          <a:p>
            <a:r>
              <a:rPr lang="en-US" sz="3200" b="1" dirty="0">
                <a:latin typeface="+mj-lt"/>
              </a:rPr>
              <a:t>Complete enrollment API generation</a:t>
            </a:r>
          </a:p>
        </p:txBody>
      </p:sp>
    </p:spTree>
    <p:extLst>
      <p:ext uri="{BB962C8B-B14F-4D97-AF65-F5344CB8AC3E}">
        <p14:creationId xmlns:p14="http://schemas.microsoft.com/office/powerpoint/2010/main" val="22618931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DAB5994-C71C-C2B9-A935-CE41C0AA93E0}"/>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09EA7EA7-74F5-4EE2-8E3D-1A10308259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9" name="Straight Connector 8">
              <a:extLst>
                <a:ext uri="{FF2B5EF4-FFF2-40B4-BE49-F238E27FC236}">
                  <a16:creationId xmlns:a16="http://schemas.microsoft.com/office/drawing/2014/main" id="{A5CE79B5-7EE4-424D-AD14-5DEFB61B85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696C926F-F999-44BA-8D86-9EAB51D650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1" name="Rectangle 23">
              <a:extLst>
                <a:ext uri="{FF2B5EF4-FFF2-40B4-BE49-F238E27FC236}">
                  <a16:creationId xmlns:a16="http://schemas.microsoft.com/office/drawing/2014/main" id="{248745E7-0AF0-48F9-8E58-2673FC5F4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25">
              <a:extLst>
                <a:ext uri="{FF2B5EF4-FFF2-40B4-BE49-F238E27FC236}">
                  <a16:creationId xmlns:a16="http://schemas.microsoft.com/office/drawing/2014/main" id="{9715E81A-D2E0-4431-9370-4E4A9ECA7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Isosceles Triangle 12">
              <a:extLst>
                <a:ext uri="{FF2B5EF4-FFF2-40B4-BE49-F238E27FC236}">
                  <a16:creationId xmlns:a16="http://schemas.microsoft.com/office/drawing/2014/main" id="{CEDB37A9-282D-4DDB-85AD-B2090A825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7">
              <a:extLst>
                <a:ext uri="{FF2B5EF4-FFF2-40B4-BE49-F238E27FC236}">
                  <a16:creationId xmlns:a16="http://schemas.microsoft.com/office/drawing/2014/main" id="{533D5933-7F91-4F5E-BC31-42FD0E2D8D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8">
              <a:extLst>
                <a:ext uri="{FF2B5EF4-FFF2-40B4-BE49-F238E27FC236}">
                  <a16:creationId xmlns:a16="http://schemas.microsoft.com/office/drawing/2014/main" id="{37ADDF68-C9BE-46EA-83DE-2C07DD839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9">
              <a:extLst>
                <a:ext uri="{FF2B5EF4-FFF2-40B4-BE49-F238E27FC236}">
                  <a16:creationId xmlns:a16="http://schemas.microsoft.com/office/drawing/2014/main" id="{10D67396-BABD-48A8-A892-CCB5095FA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16">
              <a:extLst>
                <a:ext uri="{FF2B5EF4-FFF2-40B4-BE49-F238E27FC236}">
                  <a16:creationId xmlns:a16="http://schemas.microsoft.com/office/drawing/2014/main" id="{626DA82A-72C2-4DF6-9CF0-0D1F6B96B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Isosceles Triangle 17">
              <a:extLst>
                <a:ext uri="{FF2B5EF4-FFF2-40B4-BE49-F238E27FC236}">
                  <a16:creationId xmlns:a16="http://schemas.microsoft.com/office/drawing/2014/main" id="{8EE6DC63-4380-4BE0-A68A-8F01162BD1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useBgFill="1">
        <p:nvSpPr>
          <p:cNvPr id="20" name="Rectangle 19">
            <a:extLst>
              <a:ext uri="{FF2B5EF4-FFF2-40B4-BE49-F238E27FC236}">
                <a16:creationId xmlns:a16="http://schemas.microsoft.com/office/drawing/2014/main" id="{E80B86A7-A1EC-475B-9166-88902B033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Isosceles Triangle 21">
            <a:extLst>
              <a:ext uri="{FF2B5EF4-FFF2-40B4-BE49-F238E27FC236}">
                <a16:creationId xmlns:a16="http://schemas.microsoft.com/office/drawing/2014/main" id="{C2C29CB1-9F74-4879-A6AF-AEA67B6F1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TextBox 2">
            <a:extLst>
              <a:ext uri="{FF2B5EF4-FFF2-40B4-BE49-F238E27FC236}">
                <a16:creationId xmlns:a16="http://schemas.microsoft.com/office/drawing/2014/main" id="{BDB0111E-4A51-7263-1C98-0ABFFBA7A537}"/>
              </a:ext>
            </a:extLst>
          </p:cNvPr>
          <p:cNvSpPr txBox="1"/>
          <p:nvPr/>
        </p:nvSpPr>
        <p:spPr>
          <a:xfrm>
            <a:off x="1000126" y="2160589"/>
            <a:ext cx="6447501" cy="3880773"/>
          </a:xfrm>
          <a:prstGeom prst="rect">
            <a:avLst/>
          </a:prstGeom>
        </p:spPr>
        <p:txBody>
          <a:bodyPr vert="horz" lIns="91440" tIns="45720" rIns="91440" bIns="45720" rtlCol="0">
            <a:normAutofit/>
          </a:bodyPr>
          <a:lstStyle/>
          <a:p>
            <a:pPr>
              <a:spcBef>
                <a:spcPts val="1000"/>
              </a:spcBef>
              <a:buClr>
                <a:schemeClr val="accent1"/>
              </a:buClr>
              <a:buSzPct val="80000"/>
              <a:buFont typeface="Wingdings 3" charset="2"/>
              <a:buChar char=""/>
            </a:pPr>
            <a:r>
              <a:rPr lang="en-US" dirty="0">
                <a:solidFill>
                  <a:schemeClr val="tx1">
                    <a:lumMod val="75000"/>
                    <a:lumOff val="25000"/>
                  </a:schemeClr>
                </a:solidFill>
              </a:rPr>
              <a:t>Understands existing service and controller code</a:t>
            </a:r>
          </a:p>
          <a:p>
            <a:pPr>
              <a:spcBef>
                <a:spcPts val="1000"/>
              </a:spcBef>
              <a:buClr>
                <a:schemeClr val="accent1"/>
              </a:buClr>
              <a:buSzPct val="80000"/>
              <a:buFont typeface="Wingdings 3" charset="2"/>
              <a:buChar char=""/>
            </a:pPr>
            <a:r>
              <a:rPr lang="en-US" dirty="0">
                <a:solidFill>
                  <a:schemeClr val="tx1">
                    <a:lumMod val="75000"/>
                    <a:lumOff val="25000"/>
                  </a:schemeClr>
                </a:solidFill>
              </a:rPr>
              <a:t>Suggests Redis configuration and dependencies</a:t>
            </a:r>
          </a:p>
          <a:p>
            <a:pPr>
              <a:spcBef>
                <a:spcPts val="1000"/>
              </a:spcBef>
              <a:buClr>
                <a:schemeClr val="accent1"/>
              </a:buClr>
              <a:buSzPct val="80000"/>
              <a:buFont typeface="Wingdings 3" charset="2"/>
              <a:buChar char=""/>
            </a:pPr>
            <a:r>
              <a:rPr lang="en-US" dirty="0">
                <a:solidFill>
                  <a:schemeClr val="tx1">
                    <a:lumMod val="75000"/>
                    <a:lumOff val="25000"/>
                  </a:schemeClr>
                </a:solidFill>
              </a:rPr>
              <a:t>Generates cache read/write logic</a:t>
            </a:r>
          </a:p>
          <a:p>
            <a:pPr>
              <a:spcBef>
                <a:spcPts val="1000"/>
              </a:spcBef>
              <a:buClr>
                <a:schemeClr val="accent1"/>
              </a:buClr>
              <a:buSzPct val="80000"/>
              <a:buFont typeface="Wingdings 3" charset="2"/>
              <a:buChar char=""/>
            </a:pPr>
            <a:r>
              <a:rPr lang="en-US" dirty="0">
                <a:solidFill>
                  <a:schemeClr val="tx1">
                    <a:lumMod val="75000"/>
                    <a:lumOff val="25000"/>
                  </a:schemeClr>
                </a:solidFill>
              </a:rPr>
              <a:t>Handles cache invalidation scenarios</a:t>
            </a:r>
          </a:p>
        </p:txBody>
      </p:sp>
      <p:sp>
        <p:nvSpPr>
          <p:cNvPr id="24" name="Isosceles Triangle 23">
            <a:extLst>
              <a:ext uri="{FF2B5EF4-FFF2-40B4-BE49-F238E27FC236}">
                <a16:creationId xmlns:a16="http://schemas.microsoft.com/office/drawing/2014/main" id="{7E2C7115-5336-410C-AD71-0F0952A2E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 name="TextBox 4">
            <a:extLst>
              <a:ext uri="{FF2B5EF4-FFF2-40B4-BE49-F238E27FC236}">
                <a16:creationId xmlns:a16="http://schemas.microsoft.com/office/drawing/2014/main" id="{4E14B417-9546-D312-0405-8D630D03E764}"/>
              </a:ext>
            </a:extLst>
          </p:cNvPr>
          <p:cNvSpPr txBox="1"/>
          <p:nvPr/>
        </p:nvSpPr>
        <p:spPr>
          <a:xfrm>
            <a:off x="964677" y="1107790"/>
            <a:ext cx="5734573" cy="584775"/>
          </a:xfrm>
          <a:prstGeom prst="rect">
            <a:avLst/>
          </a:prstGeom>
          <a:noFill/>
        </p:spPr>
        <p:txBody>
          <a:bodyPr wrap="square">
            <a:spAutoFit/>
          </a:bodyPr>
          <a:lstStyle/>
          <a:p>
            <a:r>
              <a:rPr lang="en-US" sz="3200" b="1" dirty="0"/>
              <a:t>Redis caching &amp; optimization</a:t>
            </a:r>
          </a:p>
        </p:txBody>
      </p:sp>
    </p:spTree>
    <p:extLst>
      <p:ext uri="{BB962C8B-B14F-4D97-AF65-F5344CB8AC3E}">
        <p14:creationId xmlns:p14="http://schemas.microsoft.com/office/powerpoint/2010/main" val="2928686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D2E6A2-39E2-10C0-478A-EDF0AD750515}"/>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09EA7EA7-74F5-4EE2-8E3D-1A10308259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0" name="Straight Connector 9">
              <a:extLst>
                <a:ext uri="{FF2B5EF4-FFF2-40B4-BE49-F238E27FC236}">
                  <a16:creationId xmlns:a16="http://schemas.microsoft.com/office/drawing/2014/main" id="{A5CE79B5-7EE4-424D-AD14-5DEFB61B85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696C926F-F999-44BA-8D86-9EAB51D650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248745E7-0AF0-48F9-8E58-2673FC5F4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25">
              <a:extLst>
                <a:ext uri="{FF2B5EF4-FFF2-40B4-BE49-F238E27FC236}">
                  <a16:creationId xmlns:a16="http://schemas.microsoft.com/office/drawing/2014/main" id="{9715E81A-D2E0-4431-9370-4E4A9ECA7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Isosceles Triangle 13">
              <a:extLst>
                <a:ext uri="{FF2B5EF4-FFF2-40B4-BE49-F238E27FC236}">
                  <a16:creationId xmlns:a16="http://schemas.microsoft.com/office/drawing/2014/main" id="{CEDB37A9-282D-4DDB-85AD-B2090A825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7">
              <a:extLst>
                <a:ext uri="{FF2B5EF4-FFF2-40B4-BE49-F238E27FC236}">
                  <a16:creationId xmlns:a16="http://schemas.microsoft.com/office/drawing/2014/main" id="{533D5933-7F91-4F5E-BC31-42FD0E2D8D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8">
              <a:extLst>
                <a:ext uri="{FF2B5EF4-FFF2-40B4-BE49-F238E27FC236}">
                  <a16:creationId xmlns:a16="http://schemas.microsoft.com/office/drawing/2014/main" id="{37ADDF68-C9BE-46EA-83DE-2C07DD839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9">
              <a:extLst>
                <a:ext uri="{FF2B5EF4-FFF2-40B4-BE49-F238E27FC236}">
                  <a16:creationId xmlns:a16="http://schemas.microsoft.com/office/drawing/2014/main" id="{10D67396-BABD-48A8-A892-CCB5095FA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Isosceles Triangle 17">
              <a:extLst>
                <a:ext uri="{FF2B5EF4-FFF2-40B4-BE49-F238E27FC236}">
                  <a16:creationId xmlns:a16="http://schemas.microsoft.com/office/drawing/2014/main" id="{626DA82A-72C2-4DF6-9CF0-0D1F6B96B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8EE6DC63-4380-4BE0-A68A-8F01162BD1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useBgFill="1">
        <p:nvSpPr>
          <p:cNvPr id="21" name="Rectangle 20">
            <a:extLst>
              <a:ext uri="{FF2B5EF4-FFF2-40B4-BE49-F238E27FC236}">
                <a16:creationId xmlns:a16="http://schemas.microsoft.com/office/drawing/2014/main" id="{C52ED567-06B3-4107-9773-BBB6BD7867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618"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E570B11-A1F6-6ED3-808C-1EEFF61C5FF3}"/>
              </a:ext>
            </a:extLst>
          </p:cNvPr>
          <p:cNvSpPr txBox="1"/>
          <p:nvPr/>
        </p:nvSpPr>
        <p:spPr>
          <a:xfrm>
            <a:off x="507999" y="1253067"/>
            <a:ext cx="5060951" cy="4351866"/>
          </a:xfrm>
          <a:prstGeom prst="rect">
            <a:avLst/>
          </a:prstGeom>
        </p:spPr>
        <p:txBody>
          <a:bodyPr vert="horz" lIns="91440" tIns="45720" rIns="91440" bIns="45720" rtlCol="0" anchor="ctr">
            <a:normAutofit/>
          </a:bodyPr>
          <a:lstStyle/>
          <a:p>
            <a:pPr>
              <a:spcBef>
                <a:spcPts val="1000"/>
              </a:spcBef>
              <a:buClr>
                <a:schemeClr val="accent1"/>
              </a:buClr>
              <a:buSzPct val="80000"/>
            </a:pPr>
            <a:r>
              <a:rPr lang="en-US" sz="3200" b="1" dirty="0" err="1"/>
              <a:t>OpenAPI</a:t>
            </a:r>
            <a:r>
              <a:rPr lang="en-US" sz="3200" b="1" dirty="0"/>
              <a:t> specs &amp; testing</a:t>
            </a:r>
          </a:p>
          <a:p>
            <a:pPr>
              <a:spcBef>
                <a:spcPts val="1000"/>
              </a:spcBef>
              <a:buClr>
                <a:schemeClr val="accent1"/>
              </a:buClr>
              <a:buSzPct val="80000"/>
            </a:pPr>
            <a:r>
              <a:rPr lang="en-US" sz="3200" dirty="0"/>
              <a:t> </a:t>
            </a:r>
          </a:p>
          <a:p>
            <a:pPr>
              <a:spcBef>
                <a:spcPts val="1000"/>
              </a:spcBef>
              <a:buClr>
                <a:schemeClr val="accent1"/>
              </a:buClr>
              <a:buSzPct val="80000"/>
              <a:buFont typeface="Wingdings 3" charset="2"/>
              <a:buChar char=""/>
            </a:pPr>
            <a:r>
              <a:rPr lang="en-US" dirty="0">
                <a:solidFill>
                  <a:schemeClr val="tx1">
                    <a:lumMod val="75000"/>
                    <a:lumOff val="25000"/>
                  </a:schemeClr>
                </a:solidFill>
              </a:rPr>
              <a:t>Read </a:t>
            </a:r>
            <a:r>
              <a:rPr lang="en-US" dirty="0" err="1">
                <a:solidFill>
                  <a:schemeClr val="tx1">
                    <a:lumMod val="75000"/>
                    <a:lumOff val="25000"/>
                  </a:schemeClr>
                </a:solidFill>
              </a:rPr>
              <a:t>OpenAPI</a:t>
            </a:r>
            <a:r>
              <a:rPr lang="en-US" dirty="0">
                <a:solidFill>
                  <a:schemeClr val="tx1">
                    <a:lumMod val="75000"/>
                    <a:lumOff val="25000"/>
                  </a:schemeClr>
                </a:solidFill>
              </a:rPr>
              <a:t> / Swagger specifications</a:t>
            </a:r>
          </a:p>
          <a:p>
            <a:pPr>
              <a:spcBef>
                <a:spcPts val="1000"/>
              </a:spcBef>
              <a:buClr>
                <a:schemeClr val="accent1"/>
              </a:buClr>
              <a:buSzPct val="80000"/>
              <a:buFont typeface="Wingdings 3" charset="2"/>
              <a:buChar char=""/>
            </a:pPr>
            <a:r>
              <a:rPr lang="en-US" dirty="0">
                <a:solidFill>
                  <a:schemeClr val="tx1">
                    <a:lumMod val="75000"/>
                    <a:lumOff val="25000"/>
                  </a:schemeClr>
                </a:solidFill>
              </a:rPr>
              <a:t>Compare implementation with API contract</a:t>
            </a:r>
          </a:p>
          <a:p>
            <a:pPr>
              <a:spcBef>
                <a:spcPts val="1000"/>
              </a:spcBef>
              <a:buClr>
                <a:schemeClr val="accent1"/>
              </a:buClr>
              <a:buSzPct val="80000"/>
              <a:buFont typeface="Wingdings 3" charset="2"/>
              <a:buChar char=""/>
            </a:pPr>
            <a:r>
              <a:rPr lang="en-US" dirty="0">
                <a:solidFill>
                  <a:schemeClr val="tx1">
                    <a:lumMod val="75000"/>
                    <a:lumOff val="25000"/>
                  </a:schemeClr>
                </a:solidFill>
              </a:rPr>
              <a:t>Identify missing parameters or mismatched responses</a:t>
            </a:r>
          </a:p>
          <a:p>
            <a:pPr>
              <a:spcBef>
                <a:spcPts val="1000"/>
              </a:spcBef>
              <a:buClr>
                <a:schemeClr val="accent1"/>
              </a:buClr>
              <a:buSzPct val="80000"/>
              <a:buFont typeface="Wingdings 3" charset="2"/>
              <a:buChar char=""/>
            </a:pPr>
            <a:r>
              <a:rPr lang="en-US" dirty="0">
                <a:solidFill>
                  <a:schemeClr val="tx1">
                    <a:lumMod val="75000"/>
                    <a:lumOff val="25000"/>
                  </a:schemeClr>
                </a:solidFill>
              </a:rPr>
              <a:t>Suggest corrective changes</a:t>
            </a:r>
          </a:p>
        </p:txBody>
      </p:sp>
      <p:sp>
        <p:nvSpPr>
          <p:cNvPr id="23" name="Rectangle 22">
            <a:extLst>
              <a:ext uri="{FF2B5EF4-FFF2-40B4-BE49-F238E27FC236}">
                <a16:creationId xmlns:a16="http://schemas.microsoft.com/office/drawing/2014/main" id="{AF551D8B-3775-4477-88B7-7B7C350D3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0992" y="0"/>
            <a:ext cx="3493008"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cxnSp>
        <p:nvCxnSpPr>
          <p:cNvPr id="25" name="Straight Connector 24">
            <a:extLst>
              <a:ext uri="{FF2B5EF4-FFF2-40B4-BE49-F238E27FC236}">
                <a16:creationId xmlns:a16="http://schemas.microsoft.com/office/drawing/2014/main" id="{1A901C3D-CFAE-460D-BD0E-7D22164D7D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942659" y="0"/>
            <a:ext cx="794940" cy="6858000"/>
          </a:xfrm>
          <a:prstGeom prst="line">
            <a:avLst/>
          </a:prstGeom>
          <a:ln w="9525">
            <a:solidFill>
              <a:srgbClr val="BFBFBF">
                <a:alpha val="70000"/>
              </a:srgbClr>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837C0EA9-1437-4437-9D20-2BBDA1AA9F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791200" y="3721395"/>
            <a:ext cx="3259170" cy="3136604"/>
          </a:xfrm>
          <a:prstGeom prst="line">
            <a:avLst/>
          </a:prstGeom>
          <a:ln w="9525">
            <a:solidFill>
              <a:srgbClr val="BFBFBF">
                <a:alpha val="69804"/>
              </a:srgbClr>
            </a:solidFill>
          </a:ln>
        </p:spPr>
        <p:style>
          <a:lnRef idx="2">
            <a:schemeClr val="accent1"/>
          </a:lnRef>
          <a:fillRef idx="0">
            <a:schemeClr val="accent1"/>
          </a:fillRef>
          <a:effectRef idx="1">
            <a:schemeClr val="accent1"/>
          </a:effectRef>
          <a:fontRef idx="minor">
            <a:schemeClr val="tx1"/>
          </a:fontRef>
        </p:style>
      </p:cxnSp>
      <p:sp>
        <p:nvSpPr>
          <p:cNvPr id="29" name="Rectangle 23">
            <a:extLst>
              <a:ext uri="{FF2B5EF4-FFF2-40B4-BE49-F238E27FC236}">
                <a16:creationId xmlns:a16="http://schemas.microsoft.com/office/drawing/2014/main" id="{BB934D2B-85E2-4375-94EE-B66C16BF79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5">
            <a:extLst>
              <a:ext uri="{FF2B5EF4-FFF2-40B4-BE49-F238E27FC236}">
                <a16:creationId xmlns:a16="http://schemas.microsoft.com/office/drawing/2014/main" id="{9B445E02-D785-4565-B842-9567BBC09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2C153736-D102-4F57-9DE7-615AFC02B0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Rectangle 27">
            <a:extLst>
              <a:ext uri="{FF2B5EF4-FFF2-40B4-BE49-F238E27FC236}">
                <a16:creationId xmlns:a16="http://schemas.microsoft.com/office/drawing/2014/main" id="{BA407A52-66F4-4CDE-A726-FF79F3EC34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Rectangle 28">
            <a:extLst>
              <a:ext uri="{FF2B5EF4-FFF2-40B4-BE49-F238E27FC236}">
                <a16:creationId xmlns:a16="http://schemas.microsoft.com/office/drawing/2014/main" id="{D28FFB34-4FC3-46F5-B900-D3B774FD0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9" name="Rectangle 29">
            <a:extLst>
              <a:ext uri="{FF2B5EF4-FFF2-40B4-BE49-F238E27FC236}">
                <a16:creationId xmlns:a16="http://schemas.microsoft.com/office/drawing/2014/main" id="{205F7B13-ACB5-46BE-8070-0431266B18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1" name="Isosceles Triangle 40">
            <a:extLst>
              <a:ext uri="{FF2B5EF4-FFF2-40B4-BE49-F238E27FC236}">
                <a16:creationId xmlns:a16="http://schemas.microsoft.com/office/drawing/2014/main" id="{D52A0D23-45DD-4DF4-ADE6-A81F409BB9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6012747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75DE9D-2721-492B-D05F-33C42B3630C9}"/>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D920209C-E85B-4D6F-A56F-724F5ADA81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0" name="Straight Connector 9">
              <a:extLst>
                <a:ext uri="{FF2B5EF4-FFF2-40B4-BE49-F238E27FC236}">
                  <a16:creationId xmlns:a16="http://schemas.microsoft.com/office/drawing/2014/main" id="{9125522E-1DFD-4F78-912B-B922A2D39DA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A72C10-FE9D-49B3-80CB-A7EE8BCB38F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6E7DF470-1055-45E4-AB9D-11E42EC53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25">
              <a:extLst>
                <a:ext uri="{FF2B5EF4-FFF2-40B4-BE49-F238E27FC236}">
                  <a16:creationId xmlns:a16="http://schemas.microsoft.com/office/drawing/2014/main" id="{6AA35CFF-3837-4B7F-B875-718AC2E14E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Isosceles Triangle 13">
              <a:extLst>
                <a:ext uri="{FF2B5EF4-FFF2-40B4-BE49-F238E27FC236}">
                  <a16:creationId xmlns:a16="http://schemas.microsoft.com/office/drawing/2014/main" id="{62F41804-A347-47E3-8BD8-BD00CF2F64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7">
              <a:extLst>
                <a:ext uri="{FF2B5EF4-FFF2-40B4-BE49-F238E27FC236}">
                  <a16:creationId xmlns:a16="http://schemas.microsoft.com/office/drawing/2014/main" id="{76894B81-EE9C-4546-BCFA-DD9ED2C0AD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8">
              <a:extLst>
                <a:ext uri="{FF2B5EF4-FFF2-40B4-BE49-F238E27FC236}">
                  <a16:creationId xmlns:a16="http://schemas.microsoft.com/office/drawing/2014/main" id="{3AF181D1-71AC-43D8-A6E1-D4C488D5DC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9">
              <a:extLst>
                <a:ext uri="{FF2B5EF4-FFF2-40B4-BE49-F238E27FC236}">
                  <a16:creationId xmlns:a16="http://schemas.microsoft.com/office/drawing/2014/main" id="{4132D661-917C-4D2D-8E37-8590B55D91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Isosceles Triangle 17">
              <a:extLst>
                <a:ext uri="{FF2B5EF4-FFF2-40B4-BE49-F238E27FC236}">
                  <a16:creationId xmlns:a16="http://schemas.microsoft.com/office/drawing/2014/main" id="{7969643D-8B71-434D-A235-68CB241F9D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DF15C24A-4BCF-47C0-B2FA-76A0EF3384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useBgFill="1">
        <p:nvSpPr>
          <p:cNvPr id="21" name="Rectangle 20">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Isosceles Triangle 22">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Isosceles Triangle 24">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TextBox 2">
            <a:extLst>
              <a:ext uri="{FF2B5EF4-FFF2-40B4-BE49-F238E27FC236}">
                <a16:creationId xmlns:a16="http://schemas.microsoft.com/office/drawing/2014/main" id="{1F35A978-3164-2629-233F-0CA209CC3AF8}"/>
              </a:ext>
            </a:extLst>
          </p:cNvPr>
          <p:cNvGraphicFramePr/>
          <p:nvPr>
            <p:extLst>
              <p:ext uri="{D42A27DB-BD31-4B8C-83A1-F6EECF244321}">
                <p14:modId xmlns:p14="http://schemas.microsoft.com/office/powerpoint/2010/main" val="1503858466"/>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951AE625-8A18-84A7-A71E-A59D886A9B71}"/>
              </a:ext>
            </a:extLst>
          </p:cNvPr>
          <p:cNvSpPr txBox="1"/>
          <p:nvPr/>
        </p:nvSpPr>
        <p:spPr>
          <a:xfrm>
            <a:off x="965198" y="947902"/>
            <a:ext cx="6552858" cy="584775"/>
          </a:xfrm>
          <a:prstGeom prst="rect">
            <a:avLst/>
          </a:prstGeom>
          <a:noFill/>
        </p:spPr>
        <p:txBody>
          <a:bodyPr wrap="square">
            <a:spAutoFit/>
          </a:bodyPr>
          <a:lstStyle/>
          <a:p>
            <a:r>
              <a:rPr lang="en-US" sz="3200" b="1" dirty="0"/>
              <a:t>Comprehensive docs generation</a:t>
            </a:r>
          </a:p>
        </p:txBody>
      </p:sp>
    </p:spTree>
    <p:extLst>
      <p:ext uri="{BB962C8B-B14F-4D97-AF65-F5344CB8AC3E}">
        <p14:creationId xmlns:p14="http://schemas.microsoft.com/office/powerpoint/2010/main" val="3892531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920209C-E85B-4D6F-A56F-724F5ADA81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1" name="Straight Connector 10">
              <a:extLst>
                <a:ext uri="{FF2B5EF4-FFF2-40B4-BE49-F238E27FC236}">
                  <a16:creationId xmlns:a16="http://schemas.microsoft.com/office/drawing/2014/main" id="{9125522E-1DFD-4F78-912B-B922A2D39DA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DA72C10-FE9D-49B3-80CB-A7EE8BCB38F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6E7DF470-1055-45E4-AB9D-11E42EC53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6AA35CFF-3837-4B7F-B875-718AC2E14E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62F41804-A347-47E3-8BD8-BD00CF2F64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76894B81-EE9C-4546-BCFA-DD9ED2C0AD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3AF181D1-71AC-43D8-A6E1-D4C488D5DC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4132D661-917C-4D2D-8E37-8590B55D91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7969643D-8B71-434D-A235-68CB241F9D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DF15C24A-4BCF-47C0-B2FA-76A0EF3384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3" name="TextBox 2"/>
          <p:cNvSpPr txBox="1"/>
          <p:nvPr/>
        </p:nvSpPr>
        <p:spPr>
          <a:xfrm>
            <a:off x="508000" y="609600"/>
            <a:ext cx="6447501" cy="1320800"/>
          </a:xfrm>
          <a:prstGeom prst="rect">
            <a:avLst/>
          </a:prstGeom>
        </p:spPr>
        <p:txBody>
          <a:bodyPr vert="horz" lIns="91440" tIns="45720" rIns="91440" bIns="45720" rtlCol="0" anchor="t">
            <a:normAutofit/>
          </a:bodyPr>
          <a:lstStyle/>
          <a:p>
            <a:pPr>
              <a:spcBef>
                <a:spcPct val="0"/>
              </a:spcBef>
              <a:spcAft>
                <a:spcPts val="600"/>
              </a:spcAft>
              <a:defRPr sz="4000" b="1">
                <a:solidFill>
                  <a:srgbClr val="1A237E"/>
                </a:solidFill>
              </a:defRPr>
            </a:pPr>
            <a:r>
              <a:rPr lang="en-US" sz="3600">
                <a:solidFill>
                  <a:schemeClr val="accent1"/>
                </a:solidFill>
                <a:latin typeface="+mj-lt"/>
                <a:ea typeface="+mj-ea"/>
                <a:cs typeface="+mj-cs"/>
              </a:rPr>
              <a:t>MEET YOUR AI WORKFORCE</a:t>
            </a:r>
          </a:p>
        </p:txBody>
      </p:sp>
      <p:graphicFrame>
        <p:nvGraphicFramePr>
          <p:cNvPr id="6" name="TextBox 3">
            <a:extLst>
              <a:ext uri="{FF2B5EF4-FFF2-40B4-BE49-F238E27FC236}">
                <a16:creationId xmlns:a16="http://schemas.microsoft.com/office/drawing/2014/main" id="{C5B61C50-5094-08A2-3960-495E9CD22C5B}"/>
              </a:ext>
            </a:extLst>
          </p:cNvPr>
          <p:cNvGraphicFramePr/>
          <p:nvPr>
            <p:extLst>
              <p:ext uri="{D42A27DB-BD31-4B8C-83A1-F6EECF244321}">
                <p14:modId xmlns:p14="http://schemas.microsoft.com/office/powerpoint/2010/main" val="2155899470"/>
              </p:ext>
            </p:extLst>
          </p:nvPr>
        </p:nvGraphicFramePr>
        <p:xfrm>
          <a:off x="508397" y="2160588"/>
          <a:ext cx="6886316" cy="38814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09EA7EA7-74F5-4EE2-8E3D-1A10308259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49" name="Straight Connector 48">
              <a:extLst>
                <a:ext uri="{FF2B5EF4-FFF2-40B4-BE49-F238E27FC236}">
                  <a16:creationId xmlns:a16="http://schemas.microsoft.com/office/drawing/2014/main" id="{A5CE79B5-7EE4-424D-AD14-5DEFB61B85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696C926F-F999-44BA-8D86-9EAB51D650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248745E7-0AF0-48F9-8E58-2673FC5F4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0" name="Rectangle 25">
              <a:extLst>
                <a:ext uri="{FF2B5EF4-FFF2-40B4-BE49-F238E27FC236}">
                  <a16:creationId xmlns:a16="http://schemas.microsoft.com/office/drawing/2014/main" id="{9715E81A-D2E0-4431-9370-4E4A9ECA7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1" name="Isosceles Triangle 50">
              <a:extLst>
                <a:ext uri="{FF2B5EF4-FFF2-40B4-BE49-F238E27FC236}">
                  <a16:creationId xmlns:a16="http://schemas.microsoft.com/office/drawing/2014/main" id="{CEDB37A9-282D-4DDB-85AD-B2090A825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2" name="Rectangle 27">
              <a:extLst>
                <a:ext uri="{FF2B5EF4-FFF2-40B4-BE49-F238E27FC236}">
                  <a16:creationId xmlns:a16="http://schemas.microsoft.com/office/drawing/2014/main" id="{533D5933-7F91-4F5E-BC31-42FD0E2D8D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3" name="Rectangle 28">
              <a:extLst>
                <a:ext uri="{FF2B5EF4-FFF2-40B4-BE49-F238E27FC236}">
                  <a16:creationId xmlns:a16="http://schemas.microsoft.com/office/drawing/2014/main" id="{37ADDF68-C9BE-46EA-83DE-2C07DD839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4" name="Rectangle 29">
              <a:extLst>
                <a:ext uri="{FF2B5EF4-FFF2-40B4-BE49-F238E27FC236}">
                  <a16:creationId xmlns:a16="http://schemas.microsoft.com/office/drawing/2014/main" id="{10D67396-BABD-48A8-A892-CCB5095FA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5" name="Isosceles Triangle 54">
              <a:extLst>
                <a:ext uri="{FF2B5EF4-FFF2-40B4-BE49-F238E27FC236}">
                  <a16:creationId xmlns:a16="http://schemas.microsoft.com/office/drawing/2014/main" id="{626DA82A-72C2-4DF6-9CF0-0D1F6B96B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6" name="Isosceles Triangle 55">
              <a:extLst>
                <a:ext uri="{FF2B5EF4-FFF2-40B4-BE49-F238E27FC236}">
                  <a16:creationId xmlns:a16="http://schemas.microsoft.com/office/drawing/2014/main" id="{8EE6DC63-4380-4BE0-A68A-8F01162BD1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useBgFill="1">
        <p:nvSpPr>
          <p:cNvPr id="57" name="Rectangle 56">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58" name="Rectangle 57">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965032" y="0"/>
            <a:ext cx="9144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599781" y="3681413"/>
            <a:ext cx="3572669"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61"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93473" y="-8467"/>
            <a:ext cx="2255512"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2"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09947"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3" name="Isosceles Triangle 62">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06616" y="3048000"/>
            <a:ext cx="2444750"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4"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08241"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5" name="Isosceles Triangle 64">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6115" y="3589867"/>
            <a:ext cx="1362870"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TextBox 2"/>
          <p:cNvSpPr txBox="1"/>
          <p:nvPr/>
        </p:nvSpPr>
        <p:spPr>
          <a:xfrm>
            <a:off x="508000" y="609600"/>
            <a:ext cx="2882531" cy="5175624"/>
          </a:xfrm>
          <a:prstGeom prst="rect">
            <a:avLst/>
          </a:prstGeom>
        </p:spPr>
        <p:txBody>
          <a:bodyPr vert="horz" lIns="91440" tIns="45720" rIns="91440" bIns="45720" rtlCol="0" anchor="ctr">
            <a:normAutofit/>
          </a:bodyPr>
          <a:lstStyle/>
          <a:p>
            <a:pPr>
              <a:spcBef>
                <a:spcPct val="0"/>
              </a:spcBef>
              <a:spcAft>
                <a:spcPts val="600"/>
              </a:spcAft>
              <a:defRPr sz="4000" b="1">
                <a:solidFill>
                  <a:srgbClr val="1A237E"/>
                </a:solidFill>
              </a:defRPr>
            </a:pPr>
            <a:r>
              <a:rPr lang="en-US" sz="3600" dirty="0">
                <a:solidFill>
                  <a:schemeClr val="tx1">
                    <a:lumMod val="85000"/>
                    <a:lumOff val="15000"/>
                  </a:schemeClr>
                </a:solidFill>
                <a:latin typeface="+mj-lt"/>
                <a:ea typeface="+mj-ea"/>
                <a:cs typeface="+mj-cs"/>
              </a:rPr>
              <a:t>THE AI DELEGATION STRATEGY</a:t>
            </a:r>
          </a:p>
        </p:txBody>
      </p:sp>
      <p:sp>
        <p:nvSpPr>
          <p:cNvPr id="66" name="Freeform: Shape 65">
            <a:extLst>
              <a:ext uri="{FF2B5EF4-FFF2-40B4-BE49-F238E27FC236}">
                <a16:creationId xmlns:a16="http://schemas.microsoft.com/office/drawing/2014/main" id="{142BFA2A-77A0-4F60-A32A-685681C84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11615" y="-8467"/>
            <a:ext cx="5332385" cy="6866467"/>
          </a:xfrm>
          <a:custGeom>
            <a:avLst/>
            <a:gdLst>
              <a:gd name="connsiteX0" fmla="*/ 0 w 7109846"/>
              <a:gd name="connsiteY0" fmla="*/ 0 h 6866467"/>
              <a:gd name="connsiteX1" fmla="*/ 1249825 w 7109846"/>
              <a:gd name="connsiteY1" fmla="*/ 0 h 6866467"/>
              <a:gd name="connsiteX2" fmla="*/ 1249825 w 7109846"/>
              <a:gd name="connsiteY2" fmla="*/ 8467 h 6866467"/>
              <a:gd name="connsiteX3" fmla="*/ 7109846 w 7109846"/>
              <a:gd name="connsiteY3" fmla="*/ 8467 h 6866467"/>
              <a:gd name="connsiteX4" fmla="*/ 7109846 w 7109846"/>
              <a:gd name="connsiteY4" fmla="*/ 6866467 h 6866467"/>
              <a:gd name="connsiteX5" fmla="*/ 1249825 w 7109846"/>
              <a:gd name="connsiteY5" fmla="*/ 6866467 h 6866467"/>
              <a:gd name="connsiteX6" fmla="*/ 1109382 w 7109846"/>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09846" h="6866467">
                <a:moveTo>
                  <a:pt x="0" y="0"/>
                </a:moveTo>
                <a:lnTo>
                  <a:pt x="1249825" y="0"/>
                </a:lnTo>
                <a:lnTo>
                  <a:pt x="1249825" y="8467"/>
                </a:lnTo>
                <a:lnTo>
                  <a:pt x="7109846" y="8467"/>
                </a:lnTo>
                <a:lnTo>
                  <a:pt x="7109846"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TextBox 66"/>
          <p:cNvSpPr txBox="1"/>
          <p:nvPr/>
        </p:nvSpPr>
        <p:spPr>
          <a:xfrm>
            <a:off x="4587063" y="609601"/>
            <a:ext cx="4133472" cy="5175624"/>
          </a:xfrm>
          <a:prstGeom prst="rect">
            <a:avLst/>
          </a:prstGeom>
        </p:spPr>
        <p:txBody>
          <a:bodyPr vert="horz" lIns="91440" tIns="45720" rIns="91440" bIns="45720" rtlCol="0" anchor="ctr">
            <a:normAutofit/>
          </a:bodyPr>
          <a:lstStyle/>
          <a:p>
            <a:pPr>
              <a:lnSpc>
                <a:spcPct val="90000"/>
              </a:lnSpc>
              <a:spcBef>
                <a:spcPts val="1000"/>
              </a:spcBef>
              <a:buClr>
                <a:schemeClr val="accent1"/>
              </a:buClr>
              <a:buSzPct val="80000"/>
              <a:buFont typeface="Wingdings 3" charset="2"/>
              <a:buChar char=""/>
              <a:defRPr sz="2000">
                <a:solidFill>
                  <a:srgbClr val="1E1E1E"/>
                </a:solidFill>
              </a:defRPr>
            </a:pPr>
            <a:r>
              <a:rPr lang="en-US" sz="1400" dirty="0">
                <a:solidFill>
                  <a:srgbClr val="FFFFFF"/>
                </a:solidFill>
              </a:rPr>
              <a:t>STRATEGIC AGENT ASSIGNMENT:</a:t>
            </a:r>
          </a:p>
          <a:p>
            <a:pPr>
              <a:lnSpc>
                <a:spcPct val="90000"/>
              </a:lnSpc>
              <a:spcBef>
                <a:spcPts val="1000"/>
              </a:spcBef>
              <a:buClr>
                <a:schemeClr val="accent1"/>
              </a:buClr>
              <a:buSzPct val="80000"/>
              <a:buFont typeface="Wingdings 3" charset="2"/>
              <a:buChar char=""/>
              <a:defRPr sz="2000">
                <a:solidFill>
                  <a:srgbClr val="1E1E1E"/>
                </a:solidFill>
              </a:defRPr>
            </a:pPr>
            <a:endParaRPr lang="en-US" sz="1400" dirty="0">
              <a:solidFill>
                <a:srgbClr val="FFFFFF"/>
              </a:solidFill>
            </a:endParaRPr>
          </a:p>
          <a:p>
            <a:pPr>
              <a:lnSpc>
                <a:spcPct val="90000"/>
              </a:lnSpc>
              <a:spcBef>
                <a:spcPts val="1000"/>
              </a:spcBef>
              <a:buClr>
                <a:schemeClr val="accent1"/>
              </a:buClr>
              <a:buSzPct val="80000"/>
              <a:buFont typeface="Wingdings 3" charset="2"/>
              <a:buChar char=""/>
              <a:defRPr sz="2000">
                <a:solidFill>
                  <a:srgbClr val="1E1E1E"/>
                </a:solidFill>
              </a:defRPr>
            </a:pPr>
            <a:r>
              <a:rPr lang="en-US" sz="1400" dirty="0">
                <a:solidFill>
                  <a:srgbClr val="FFFFFF"/>
                </a:solidFill>
              </a:rPr>
              <a:t>New Features → 🌥️ Cloud Coding Agent</a:t>
            </a:r>
          </a:p>
          <a:p>
            <a:pPr lvl="1">
              <a:lnSpc>
                <a:spcPct val="90000"/>
              </a:lnSpc>
              <a:spcBef>
                <a:spcPts val="1000"/>
              </a:spcBef>
              <a:buClr>
                <a:schemeClr val="accent1"/>
              </a:buClr>
              <a:buSzPct val="80000"/>
              <a:buFont typeface="Wingdings 3" charset="2"/>
              <a:buChar char=""/>
              <a:defRPr sz="2000">
                <a:solidFill>
                  <a:srgbClr val="1E1E1E"/>
                </a:solidFill>
              </a:defRPr>
            </a:pPr>
            <a:r>
              <a:rPr lang="en-US" sz="1400" dirty="0">
                <a:solidFill>
                  <a:srgbClr val="FFFFFF"/>
                </a:solidFill>
              </a:rPr>
              <a:t>Complex, multi-file, full context needed</a:t>
            </a:r>
          </a:p>
          <a:p>
            <a:pPr>
              <a:lnSpc>
                <a:spcPct val="90000"/>
              </a:lnSpc>
              <a:spcBef>
                <a:spcPts val="1000"/>
              </a:spcBef>
              <a:buClr>
                <a:schemeClr val="accent1"/>
              </a:buClr>
              <a:buSzPct val="80000"/>
              <a:buFont typeface="Wingdings 3" charset="2"/>
              <a:buChar char=""/>
              <a:defRPr sz="2000">
                <a:solidFill>
                  <a:srgbClr val="1E1E1E"/>
                </a:solidFill>
              </a:defRPr>
            </a:pPr>
            <a:endParaRPr lang="en-US" sz="1400" dirty="0">
              <a:solidFill>
                <a:srgbClr val="FFFFFF"/>
              </a:solidFill>
            </a:endParaRPr>
          </a:p>
          <a:p>
            <a:pPr>
              <a:lnSpc>
                <a:spcPct val="90000"/>
              </a:lnSpc>
              <a:spcBef>
                <a:spcPts val="1000"/>
              </a:spcBef>
              <a:buClr>
                <a:schemeClr val="accent1"/>
              </a:buClr>
              <a:buSzPct val="80000"/>
              <a:buFont typeface="Wingdings 3" charset="2"/>
              <a:buChar char=""/>
              <a:defRPr sz="2000">
                <a:solidFill>
                  <a:srgbClr val="1E1E1E"/>
                </a:solidFill>
              </a:defRPr>
            </a:pPr>
            <a:r>
              <a:rPr lang="en-US" sz="1400" dirty="0">
                <a:solidFill>
                  <a:srgbClr val="FFFFFF"/>
                </a:solidFill>
              </a:rPr>
              <a:t>Performance Tuning → 💻 Local Agent</a:t>
            </a:r>
          </a:p>
          <a:p>
            <a:pPr lvl="1">
              <a:lnSpc>
                <a:spcPct val="90000"/>
              </a:lnSpc>
              <a:spcBef>
                <a:spcPts val="1000"/>
              </a:spcBef>
              <a:buClr>
                <a:schemeClr val="accent1"/>
              </a:buClr>
              <a:buSzPct val="80000"/>
              <a:buFont typeface="Wingdings 3" charset="2"/>
              <a:buChar char=""/>
              <a:defRPr sz="2000">
                <a:solidFill>
                  <a:srgbClr val="1E1E1E"/>
                </a:solidFill>
              </a:defRPr>
            </a:pPr>
            <a:r>
              <a:rPr lang="en-US" sz="1400" dirty="0">
                <a:solidFill>
                  <a:srgbClr val="FFFFFF"/>
                </a:solidFill>
              </a:rPr>
              <a:t>Iterative testing, real-time feedback</a:t>
            </a:r>
          </a:p>
          <a:p>
            <a:pPr>
              <a:lnSpc>
                <a:spcPct val="90000"/>
              </a:lnSpc>
              <a:spcBef>
                <a:spcPts val="1000"/>
              </a:spcBef>
              <a:buClr>
                <a:schemeClr val="accent1"/>
              </a:buClr>
              <a:buSzPct val="80000"/>
              <a:buFont typeface="Wingdings 3" charset="2"/>
              <a:buChar char=""/>
              <a:defRPr sz="2000">
                <a:solidFill>
                  <a:srgbClr val="1E1E1E"/>
                </a:solidFill>
              </a:defRPr>
            </a:pPr>
            <a:endParaRPr lang="en-US" sz="1400" dirty="0">
              <a:solidFill>
                <a:srgbClr val="FFFFFF"/>
              </a:solidFill>
            </a:endParaRPr>
          </a:p>
          <a:p>
            <a:pPr>
              <a:lnSpc>
                <a:spcPct val="90000"/>
              </a:lnSpc>
              <a:spcBef>
                <a:spcPts val="1000"/>
              </a:spcBef>
              <a:buClr>
                <a:schemeClr val="accent1"/>
              </a:buClr>
              <a:buSzPct val="80000"/>
              <a:buFont typeface="Wingdings 3" charset="2"/>
              <a:buChar char=""/>
              <a:defRPr sz="2000">
                <a:solidFill>
                  <a:srgbClr val="1E1E1E"/>
                </a:solidFill>
              </a:defRPr>
            </a:pPr>
            <a:r>
              <a:rPr lang="en-US" sz="1400" dirty="0">
                <a:solidFill>
                  <a:srgbClr val="FFFFFF"/>
                </a:solidFill>
              </a:rPr>
              <a:t>Quality Assurance → 💻 Local Agent</a:t>
            </a:r>
          </a:p>
          <a:p>
            <a:pPr lvl="1">
              <a:lnSpc>
                <a:spcPct val="90000"/>
              </a:lnSpc>
              <a:spcBef>
                <a:spcPts val="1000"/>
              </a:spcBef>
              <a:buClr>
                <a:schemeClr val="accent1"/>
              </a:buClr>
              <a:buSzPct val="80000"/>
              <a:buFont typeface="Wingdings 3" charset="2"/>
              <a:buChar char=""/>
              <a:defRPr sz="2000">
                <a:solidFill>
                  <a:srgbClr val="1E1E1E"/>
                </a:solidFill>
              </a:defRPr>
            </a:pPr>
            <a:r>
              <a:rPr lang="en-US" sz="1400" dirty="0">
                <a:solidFill>
                  <a:srgbClr val="FFFFFF"/>
                </a:solidFill>
              </a:rPr>
              <a:t>Validation needed, immediate results</a:t>
            </a:r>
          </a:p>
          <a:p>
            <a:pPr>
              <a:lnSpc>
                <a:spcPct val="90000"/>
              </a:lnSpc>
              <a:spcBef>
                <a:spcPts val="1000"/>
              </a:spcBef>
              <a:buClr>
                <a:schemeClr val="accent1"/>
              </a:buClr>
              <a:buSzPct val="80000"/>
              <a:buFont typeface="Wingdings 3" charset="2"/>
              <a:buChar char=""/>
              <a:defRPr sz="2000">
                <a:solidFill>
                  <a:srgbClr val="1E1E1E"/>
                </a:solidFill>
              </a:defRPr>
            </a:pPr>
            <a:endParaRPr lang="en-US" sz="1400" dirty="0">
              <a:solidFill>
                <a:srgbClr val="FFFFFF"/>
              </a:solidFill>
            </a:endParaRPr>
          </a:p>
          <a:p>
            <a:pPr>
              <a:lnSpc>
                <a:spcPct val="90000"/>
              </a:lnSpc>
              <a:spcBef>
                <a:spcPts val="1000"/>
              </a:spcBef>
              <a:buClr>
                <a:schemeClr val="accent1"/>
              </a:buClr>
              <a:buSzPct val="80000"/>
              <a:buFont typeface="Wingdings 3" charset="2"/>
              <a:buChar char=""/>
              <a:defRPr sz="2000">
                <a:solidFill>
                  <a:srgbClr val="1E1E1E"/>
                </a:solidFill>
              </a:defRPr>
            </a:pPr>
            <a:r>
              <a:rPr lang="en-US" sz="1400" dirty="0">
                <a:solidFill>
                  <a:srgbClr val="FFFFFF"/>
                </a:solidFill>
              </a:rPr>
              <a:t>Documentation → 🔄 Background Agent</a:t>
            </a:r>
          </a:p>
          <a:p>
            <a:pPr lvl="1">
              <a:lnSpc>
                <a:spcPct val="90000"/>
              </a:lnSpc>
              <a:spcBef>
                <a:spcPts val="1000"/>
              </a:spcBef>
              <a:buClr>
                <a:schemeClr val="accent1"/>
              </a:buClr>
              <a:buSzPct val="80000"/>
              <a:buFont typeface="Wingdings 3" charset="2"/>
              <a:buChar char=""/>
              <a:defRPr sz="2000">
                <a:solidFill>
                  <a:srgbClr val="1E1E1E"/>
                </a:solidFill>
              </a:defRPr>
            </a:pPr>
            <a:r>
              <a:rPr lang="en-US" sz="1400" dirty="0">
                <a:solidFill>
                  <a:srgbClr val="FFFFFF"/>
                </a:solidFill>
              </a:rPr>
              <a:t>Independent work, parallel execution</a:t>
            </a:r>
          </a:p>
          <a:p>
            <a:pPr>
              <a:lnSpc>
                <a:spcPct val="90000"/>
              </a:lnSpc>
              <a:spcBef>
                <a:spcPts val="1000"/>
              </a:spcBef>
              <a:buClr>
                <a:schemeClr val="accent1"/>
              </a:buClr>
              <a:buSzPct val="80000"/>
              <a:buFont typeface="Wingdings 3" charset="2"/>
              <a:buChar char=""/>
              <a:defRPr sz="2000">
                <a:solidFill>
                  <a:srgbClr val="1E1E1E"/>
                </a:solidFill>
              </a:defRPr>
            </a:pPr>
            <a:endParaRPr lang="en-US" sz="1400" dirty="0">
              <a:solidFill>
                <a:srgbClr val="FFFFFF"/>
              </a:solidFill>
            </a:endParaRPr>
          </a:p>
          <a:p>
            <a:pPr>
              <a:lnSpc>
                <a:spcPct val="90000"/>
              </a:lnSpc>
              <a:spcBef>
                <a:spcPts val="1000"/>
              </a:spcBef>
              <a:buClr>
                <a:schemeClr val="accent1"/>
              </a:buClr>
              <a:buSzPct val="80000"/>
              <a:buFont typeface="Wingdings 3" charset="2"/>
              <a:buChar char=""/>
              <a:defRPr sz="2000">
                <a:solidFill>
                  <a:srgbClr val="1E1E1E"/>
                </a:solidFill>
              </a:defRPr>
            </a:pPr>
            <a:r>
              <a:rPr lang="en-US" sz="1400" dirty="0">
                <a:solidFill>
                  <a:srgbClr val="FFFFFF"/>
                </a:solidFill>
              </a:rPr>
              <a:t>THE PRINCIPLE:</a:t>
            </a:r>
          </a:p>
          <a:p>
            <a:pPr>
              <a:lnSpc>
                <a:spcPct val="90000"/>
              </a:lnSpc>
              <a:spcBef>
                <a:spcPts val="1000"/>
              </a:spcBef>
              <a:buClr>
                <a:schemeClr val="accent1"/>
              </a:buClr>
              <a:buSzPct val="80000"/>
              <a:buFont typeface="Wingdings 3" charset="2"/>
              <a:buChar char=""/>
              <a:defRPr sz="2000">
                <a:solidFill>
                  <a:srgbClr val="1E1E1E"/>
                </a:solidFill>
              </a:defRPr>
            </a:pPr>
            <a:r>
              <a:rPr lang="en-US" sz="1400" dirty="0">
                <a:solidFill>
                  <a:srgbClr val="FFFFFF"/>
                </a:solidFill>
              </a:rPr>
              <a:t>Humans define WHAT → AI determines HOW</a:t>
            </a:r>
          </a:p>
        </p:txBody>
      </p:sp>
    </p:spTree>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7119257" cy="707886"/>
          </a:xfrm>
          <a:prstGeom prst="rect">
            <a:avLst/>
          </a:prstGeom>
          <a:noFill/>
        </p:spPr>
        <p:txBody>
          <a:bodyPr wrap="none">
            <a:spAutoFit/>
          </a:bodyPr>
          <a:lstStyle/>
          <a:p>
            <a:pPr>
              <a:defRPr sz="4000" b="1">
                <a:solidFill>
                  <a:srgbClr val="1A237E"/>
                </a:solidFill>
              </a:defRPr>
            </a:pPr>
            <a:r>
              <a:rPr lang="en-US" dirty="0"/>
              <a:t>1.</a:t>
            </a:r>
            <a:r>
              <a:rPr dirty="0"/>
              <a:t>CRUD BOILERPLATE AGENT</a:t>
            </a:r>
          </a:p>
        </p:txBody>
      </p:sp>
      <p:sp>
        <p:nvSpPr>
          <p:cNvPr id="4" name="Rectangle 3"/>
          <p:cNvSpPr/>
          <p:nvPr/>
        </p:nvSpPr>
        <p:spPr>
          <a:xfrm>
            <a:off x="914400" y="137160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rPr dirty="0"/>
              <a:t>Traditional: 4 hours of manual coding</a:t>
            </a:r>
          </a:p>
        </p:txBody>
      </p:sp>
      <p:sp>
        <p:nvSpPr>
          <p:cNvPr id="5" name="Rectangle 4"/>
          <p:cNvSpPr/>
          <p:nvPr/>
        </p:nvSpPr>
        <p:spPr>
          <a:xfrm>
            <a:off x="914400" y="265176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AI Delegation: 8 minutes with Cloud Agent</a:t>
            </a:r>
          </a:p>
        </p:txBody>
      </p:sp>
      <p:sp>
        <p:nvSpPr>
          <p:cNvPr id="6" name="Rectangle 5"/>
          <p:cNvSpPr/>
          <p:nvPr/>
        </p:nvSpPr>
        <p:spPr>
          <a:xfrm>
            <a:off x="914400" y="393192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 30x FASTER</a:t>
            </a:r>
          </a:p>
        </p:txBody>
      </p:sp>
      <p:sp>
        <p:nvSpPr>
          <p:cNvPr id="8" name="Rectangle 7"/>
          <p:cNvSpPr/>
          <p:nvPr/>
        </p:nvSpPr>
        <p:spPr>
          <a:xfrm>
            <a:off x="914400" y="521208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DELIVERED: Complete enrollment API</a:t>
            </a:r>
          </a:p>
        </p:txBody>
      </p:sp>
      <p:sp>
        <p:nvSpPr>
          <p:cNvPr id="9" name="Rectangle 8"/>
          <p:cNvSpPr/>
          <p:nvPr/>
        </p:nvSpPr>
        <p:spPr>
          <a:xfrm>
            <a:off x="914400" y="649224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 Models with validation</a:t>
            </a:r>
          </a:p>
        </p:txBody>
      </p:sp>
      <p:sp>
        <p:nvSpPr>
          <p:cNvPr id="10" name="Rectangle 9"/>
          <p:cNvSpPr/>
          <p:nvPr/>
        </p:nvSpPr>
        <p:spPr>
          <a:xfrm>
            <a:off x="914400" y="777240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 5 CRUD handlers with errors</a:t>
            </a:r>
          </a:p>
        </p:txBody>
      </p:sp>
      <p:sp>
        <p:nvSpPr>
          <p:cNvPr id="11" name="Rectangle 10"/>
          <p:cNvSpPr/>
          <p:nvPr/>
        </p:nvSpPr>
        <p:spPr>
          <a:xfrm>
            <a:off x="914400" y="905256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 Thread-safe repository</a:t>
            </a:r>
          </a:p>
        </p:txBody>
      </p:sp>
      <p:sp>
        <p:nvSpPr>
          <p:cNvPr id="12" name="Rectangle 11"/>
          <p:cNvSpPr/>
          <p:nvPr/>
        </p:nvSpPr>
        <p:spPr>
          <a:xfrm>
            <a:off x="914400" y="1033272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 RESTful routes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6108339" cy="707886"/>
          </a:xfrm>
          <a:prstGeom prst="rect">
            <a:avLst/>
          </a:prstGeom>
          <a:noFill/>
        </p:spPr>
        <p:txBody>
          <a:bodyPr wrap="none">
            <a:spAutoFit/>
          </a:bodyPr>
          <a:lstStyle/>
          <a:p>
            <a:pPr>
              <a:defRPr sz="4000" b="1">
                <a:solidFill>
                  <a:srgbClr val="1A237E"/>
                </a:solidFill>
              </a:defRPr>
            </a:pPr>
            <a:r>
              <a:rPr dirty="0"/>
              <a:t>2: PERFORMANCE AGENT</a:t>
            </a:r>
          </a:p>
        </p:txBody>
      </p:sp>
      <p:sp>
        <p:nvSpPr>
          <p:cNvPr id="4" name="Rectangle 3"/>
          <p:cNvSpPr/>
          <p:nvPr/>
        </p:nvSpPr>
        <p:spPr>
          <a:xfrm>
            <a:off x="914400" y="137160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PROBLEM: 450ms response time (TOO SLOW!)</a:t>
            </a:r>
          </a:p>
        </p:txBody>
      </p:sp>
      <p:sp>
        <p:nvSpPr>
          <p:cNvPr id="5" name="Rectangle 4"/>
          <p:cNvSpPr/>
          <p:nvPr/>
        </p:nvSpPr>
        <p:spPr>
          <a:xfrm>
            <a:off x="914400" y="265176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Target: &lt;100ms for production</a:t>
            </a:r>
          </a:p>
        </p:txBody>
      </p:sp>
      <p:sp>
        <p:nvSpPr>
          <p:cNvPr id="7" name="Rectangle 6"/>
          <p:cNvSpPr/>
          <p:nvPr/>
        </p:nvSpPr>
        <p:spPr>
          <a:xfrm>
            <a:off x="914400" y="393192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Traditional: 2.5 hours Redis integration</a:t>
            </a:r>
          </a:p>
        </p:txBody>
      </p:sp>
      <p:sp>
        <p:nvSpPr>
          <p:cNvPr id="8" name="Rectangle 7"/>
          <p:cNvSpPr/>
          <p:nvPr/>
        </p:nvSpPr>
        <p:spPr>
          <a:xfrm>
            <a:off x="914400" y="521208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AI Delegation: 6 minutes with Local Agent</a:t>
            </a:r>
          </a:p>
        </p:txBody>
      </p:sp>
      <p:sp>
        <p:nvSpPr>
          <p:cNvPr id="9" name="Rectangle 8"/>
          <p:cNvSpPr/>
          <p:nvPr/>
        </p:nvSpPr>
        <p:spPr>
          <a:xfrm>
            <a:off x="914400" y="649224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 25x FASTER</a:t>
            </a:r>
          </a:p>
        </p:txBody>
      </p:sp>
      <p:sp>
        <p:nvSpPr>
          <p:cNvPr id="11" name="Rectangle 10"/>
          <p:cNvSpPr/>
          <p:nvPr/>
        </p:nvSpPr>
        <p:spPr>
          <a:xfrm>
            <a:off x="914400" y="779029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RESULT: 12ms response time</a:t>
            </a:r>
          </a:p>
        </p:txBody>
      </p:sp>
      <p:sp>
        <p:nvSpPr>
          <p:cNvPr id="12" name="Rectangle 11"/>
          <p:cNvSpPr/>
          <p:nvPr/>
        </p:nvSpPr>
        <p:spPr>
          <a:xfrm>
            <a:off x="914400" y="9043615"/>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 37x PERFORMANCE IMPROVEMENT</a:t>
            </a:r>
          </a:p>
        </p:txBody>
      </p:sp>
      <p:sp>
        <p:nvSpPr>
          <p:cNvPr id="13" name="Rectangle 12"/>
          <p:cNvSpPr/>
          <p:nvPr/>
        </p:nvSpPr>
        <p:spPr>
          <a:xfrm>
            <a:off x="914400" y="1029694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 Cache hit/miss headers</a:t>
            </a:r>
          </a:p>
        </p:txBody>
      </p:sp>
      <p:sp>
        <p:nvSpPr>
          <p:cNvPr id="14" name="Rectangle 13"/>
          <p:cNvSpPr/>
          <p:nvPr/>
        </p:nvSpPr>
        <p:spPr>
          <a:xfrm>
            <a:off x="914400" y="11550265"/>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 Automatic invalidation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6043642" cy="707886"/>
          </a:xfrm>
          <a:prstGeom prst="rect">
            <a:avLst/>
          </a:prstGeom>
          <a:noFill/>
        </p:spPr>
        <p:txBody>
          <a:bodyPr wrap="none">
            <a:spAutoFit/>
          </a:bodyPr>
          <a:lstStyle/>
          <a:p>
            <a:pPr>
              <a:defRPr sz="4000" b="1">
                <a:solidFill>
                  <a:srgbClr val="1A237E"/>
                </a:solidFill>
              </a:defRPr>
            </a:pPr>
            <a:r>
              <a:rPr lang="en-US" dirty="0"/>
              <a:t>3. </a:t>
            </a:r>
            <a:r>
              <a:rPr dirty="0"/>
              <a:t>QA CONTRACT AGENT</a:t>
            </a:r>
          </a:p>
        </p:txBody>
      </p:sp>
      <p:sp>
        <p:nvSpPr>
          <p:cNvPr id="4" name="Rectangle 3"/>
          <p:cNvSpPr/>
          <p:nvPr/>
        </p:nvSpPr>
        <p:spPr>
          <a:xfrm>
            <a:off x="914400" y="137160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CHALLENGE: Production reliability</a:t>
            </a:r>
          </a:p>
        </p:txBody>
      </p:sp>
      <p:sp>
        <p:nvSpPr>
          <p:cNvPr id="5" name="Rectangle 4"/>
          <p:cNvSpPr/>
          <p:nvPr/>
        </p:nvSpPr>
        <p:spPr>
          <a:xfrm>
            <a:off x="914400" y="265176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"Fast code without quality is fast failure"</a:t>
            </a:r>
          </a:p>
        </p:txBody>
      </p:sp>
      <p:sp>
        <p:nvSpPr>
          <p:cNvPr id="7" name="Rectangle 6"/>
          <p:cNvSpPr/>
          <p:nvPr/>
        </p:nvSpPr>
        <p:spPr>
          <a:xfrm>
            <a:off x="914400" y="393192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rPr dirty="0"/>
              <a:t>Traditional: 3 hours of QA work</a:t>
            </a:r>
          </a:p>
        </p:txBody>
      </p:sp>
      <p:sp>
        <p:nvSpPr>
          <p:cNvPr id="8" name="Rectangle 7"/>
          <p:cNvSpPr/>
          <p:nvPr/>
        </p:nvSpPr>
        <p:spPr>
          <a:xfrm>
            <a:off x="914400" y="521208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AI Delegation: 8 minutes with Local Agent</a:t>
            </a:r>
          </a:p>
        </p:txBody>
      </p:sp>
      <p:sp>
        <p:nvSpPr>
          <p:cNvPr id="9" name="Rectangle 8"/>
          <p:cNvSpPr/>
          <p:nvPr/>
        </p:nvSpPr>
        <p:spPr>
          <a:xfrm>
            <a:off x="914400" y="649224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 22x FASTER</a:t>
            </a:r>
          </a:p>
        </p:txBody>
      </p:sp>
      <p:sp>
        <p:nvSpPr>
          <p:cNvPr id="11" name="Rectangle 10"/>
          <p:cNvSpPr/>
          <p:nvPr/>
        </p:nvSpPr>
        <p:spPr>
          <a:xfrm>
            <a:off x="914400" y="1033272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DELIVERED:</a:t>
            </a:r>
          </a:p>
        </p:txBody>
      </p:sp>
      <p:sp>
        <p:nvSpPr>
          <p:cNvPr id="12" name="Rectangle 11"/>
          <p:cNvSpPr/>
          <p:nvPr/>
        </p:nvSpPr>
        <p:spPr>
          <a:xfrm>
            <a:off x="914400" y="1161288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 OpenAPI 3.0 specification</a:t>
            </a:r>
          </a:p>
        </p:txBody>
      </p:sp>
      <p:sp>
        <p:nvSpPr>
          <p:cNvPr id="13" name="Rectangle 12"/>
          <p:cNvSpPr/>
          <p:nvPr/>
        </p:nvSpPr>
        <p:spPr>
          <a:xfrm>
            <a:off x="914400" y="1289304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 Contract validation script</a:t>
            </a:r>
          </a:p>
        </p:txBody>
      </p:sp>
      <p:sp>
        <p:nvSpPr>
          <p:cNvPr id="14" name="Rectangle 13"/>
          <p:cNvSpPr/>
          <p:nvPr/>
        </p:nvSpPr>
        <p:spPr>
          <a:xfrm>
            <a:off x="914400" y="1417320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 Integration test suite</a:t>
            </a:r>
          </a:p>
        </p:txBody>
      </p:sp>
      <p:sp>
        <p:nvSpPr>
          <p:cNvPr id="15" name="Rectangle 14"/>
          <p:cNvSpPr/>
          <p:nvPr/>
        </p:nvSpPr>
        <p:spPr>
          <a:xfrm>
            <a:off x="914400" y="1545336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 94.2% test coverage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6645922" cy="707886"/>
          </a:xfrm>
          <a:prstGeom prst="rect">
            <a:avLst/>
          </a:prstGeom>
          <a:noFill/>
        </p:spPr>
        <p:txBody>
          <a:bodyPr wrap="none">
            <a:spAutoFit/>
          </a:bodyPr>
          <a:lstStyle/>
          <a:p>
            <a:pPr>
              <a:defRPr sz="4000" b="1">
                <a:solidFill>
                  <a:srgbClr val="1A237E"/>
                </a:solidFill>
              </a:defRPr>
            </a:pPr>
            <a:r>
              <a:rPr lang="en-US" dirty="0"/>
              <a:t>4. </a:t>
            </a:r>
            <a:r>
              <a:rPr dirty="0"/>
              <a:t>DOCUMENTATION AGENT</a:t>
            </a:r>
          </a:p>
        </p:txBody>
      </p:sp>
      <p:sp>
        <p:nvSpPr>
          <p:cNvPr id="4" name="Rectangle 3"/>
          <p:cNvSpPr/>
          <p:nvPr/>
        </p:nvSpPr>
        <p:spPr>
          <a:xfrm>
            <a:off x="914400" y="137160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REALITY: "We'll document it later..."</a:t>
            </a:r>
          </a:p>
        </p:txBody>
      </p:sp>
      <p:sp>
        <p:nvSpPr>
          <p:cNvPr id="5" name="Rectangle 4"/>
          <p:cNvSpPr/>
          <p:nvPr/>
        </p:nvSpPr>
        <p:spPr>
          <a:xfrm>
            <a:off x="914400" y="265176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(Later never comes)</a:t>
            </a:r>
          </a:p>
        </p:txBody>
      </p:sp>
      <p:sp>
        <p:nvSpPr>
          <p:cNvPr id="7" name="Rectangle 6"/>
          <p:cNvSpPr/>
          <p:nvPr/>
        </p:nvSpPr>
        <p:spPr>
          <a:xfrm>
            <a:off x="914400" y="3866321"/>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rPr dirty="0"/>
              <a:t>Traditional: 80 minutes of writing</a:t>
            </a:r>
          </a:p>
        </p:txBody>
      </p:sp>
      <p:sp>
        <p:nvSpPr>
          <p:cNvPr id="8" name="Rectangle 7"/>
          <p:cNvSpPr/>
          <p:nvPr/>
        </p:nvSpPr>
        <p:spPr>
          <a:xfrm>
            <a:off x="914400" y="5080882"/>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rPr dirty="0"/>
              <a:t>AI Delegation: 5 minutes Background Agent</a:t>
            </a:r>
          </a:p>
        </p:txBody>
      </p:sp>
      <p:sp>
        <p:nvSpPr>
          <p:cNvPr id="9" name="Rectangle 8"/>
          <p:cNvSpPr/>
          <p:nvPr/>
        </p:nvSpPr>
        <p:spPr>
          <a:xfrm>
            <a:off x="914400" y="630936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 16x FASTER</a:t>
            </a:r>
          </a:p>
        </p:txBody>
      </p:sp>
      <p:sp>
        <p:nvSpPr>
          <p:cNvPr id="11" name="Rectangle 10"/>
          <p:cNvSpPr/>
          <p:nvPr/>
        </p:nvSpPr>
        <p:spPr>
          <a:xfrm>
            <a:off x="914400" y="1033272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DELIVERED:</a:t>
            </a:r>
          </a:p>
        </p:txBody>
      </p:sp>
      <p:sp>
        <p:nvSpPr>
          <p:cNvPr id="12" name="Rectangle 11"/>
          <p:cNvSpPr/>
          <p:nvPr/>
        </p:nvSpPr>
        <p:spPr>
          <a:xfrm>
            <a:off x="914400" y="1161288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 Godoc comments (100% coverage)</a:t>
            </a:r>
          </a:p>
        </p:txBody>
      </p:sp>
      <p:sp>
        <p:nvSpPr>
          <p:cNvPr id="13" name="Rectangle 12"/>
          <p:cNvSpPr/>
          <p:nvPr/>
        </p:nvSpPr>
        <p:spPr>
          <a:xfrm>
            <a:off x="914400" y="1289304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 Professional README</a:t>
            </a:r>
          </a:p>
        </p:txBody>
      </p:sp>
      <p:sp>
        <p:nvSpPr>
          <p:cNvPr id="14" name="Rectangle 13"/>
          <p:cNvSpPr/>
          <p:nvPr/>
        </p:nvSpPr>
        <p:spPr>
          <a:xfrm>
            <a:off x="914400" y="1417320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 API usage examples</a:t>
            </a:r>
          </a:p>
        </p:txBody>
      </p:sp>
      <p:sp>
        <p:nvSpPr>
          <p:cNvPr id="15" name="Rectangle 14"/>
          <p:cNvSpPr/>
          <p:nvPr/>
        </p:nvSpPr>
        <p:spPr>
          <a:xfrm>
            <a:off x="914400" y="1545336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 Troubleshooting guide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5866286" cy="707886"/>
          </a:xfrm>
          <a:prstGeom prst="rect">
            <a:avLst/>
          </a:prstGeom>
          <a:noFill/>
        </p:spPr>
        <p:txBody>
          <a:bodyPr wrap="none">
            <a:spAutoFit/>
          </a:bodyPr>
          <a:lstStyle/>
          <a:p>
            <a:pPr>
              <a:defRPr sz="4000" b="1">
                <a:solidFill>
                  <a:srgbClr val="1A237E"/>
                </a:solidFill>
              </a:defRPr>
            </a:pPr>
            <a:r>
              <a:rPr lang="en-US" dirty="0"/>
              <a:t>M</a:t>
            </a:r>
            <a:r>
              <a:rPr dirty="0"/>
              <a:t>ISSION ACCOMPLISHED</a:t>
            </a:r>
          </a:p>
        </p:txBody>
      </p:sp>
      <p:sp>
        <p:nvSpPr>
          <p:cNvPr id="4" name="Rectangle 3"/>
          <p:cNvSpPr/>
          <p:nvPr/>
        </p:nvSpPr>
        <p:spPr>
          <a:xfrm>
            <a:off x="914400" y="137160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FROM ZERO TO PRODUCTION IN 27 MINUTES</a:t>
            </a:r>
          </a:p>
        </p:txBody>
      </p:sp>
      <p:sp>
        <p:nvSpPr>
          <p:cNvPr id="6" name="Rectangle 5"/>
          <p:cNvSpPr/>
          <p:nvPr/>
        </p:nvSpPr>
        <p:spPr>
          <a:xfrm>
            <a:off x="914400" y="265176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 Complete CRUD API</a:t>
            </a:r>
          </a:p>
        </p:txBody>
      </p:sp>
      <p:sp>
        <p:nvSpPr>
          <p:cNvPr id="7" name="Rectangle 6"/>
          <p:cNvSpPr/>
          <p:nvPr/>
        </p:nvSpPr>
        <p:spPr>
          <a:xfrm>
            <a:off x="914400" y="384048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 Redis caching (37x faster)</a:t>
            </a:r>
          </a:p>
        </p:txBody>
      </p:sp>
      <p:sp>
        <p:nvSpPr>
          <p:cNvPr id="8" name="Rectangle 7"/>
          <p:cNvSpPr/>
          <p:nvPr/>
        </p:nvSpPr>
        <p:spPr>
          <a:xfrm>
            <a:off x="914400" y="512064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 OpenAPI spec + validation</a:t>
            </a:r>
          </a:p>
        </p:txBody>
      </p:sp>
      <p:sp>
        <p:nvSpPr>
          <p:cNvPr id="9" name="Rectangle 8"/>
          <p:cNvSpPr/>
          <p:nvPr/>
        </p:nvSpPr>
        <p:spPr>
          <a:xfrm>
            <a:off x="914400" y="6376946"/>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 94.2% test coverage</a:t>
            </a:r>
          </a:p>
        </p:txBody>
      </p:sp>
      <p:sp>
        <p:nvSpPr>
          <p:cNvPr id="10" name="Rectangle 9"/>
          <p:cNvSpPr/>
          <p:nvPr/>
        </p:nvSpPr>
        <p:spPr>
          <a:xfrm>
            <a:off x="914400" y="7633252"/>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 100% documentation</a:t>
            </a:r>
          </a:p>
        </p:txBody>
      </p:sp>
      <p:sp>
        <p:nvSpPr>
          <p:cNvPr id="12" name="Rectangle 11"/>
          <p:cNvSpPr/>
          <p:nvPr/>
        </p:nvSpPr>
        <p:spPr>
          <a:xfrm>
            <a:off x="914400" y="886968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Traditional: 10 hours • AI: 27 minutes</a:t>
            </a:r>
          </a:p>
        </p:txBody>
      </p:sp>
      <p:sp>
        <p:nvSpPr>
          <p:cNvPr id="13" name="Rectangle 12"/>
          <p:cNvSpPr/>
          <p:nvPr/>
        </p:nvSpPr>
        <p:spPr>
          <a:xfrm>
            <a:off x="914400" y="1005840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 22x SPEEDUP</a:t>
            </a:r>
          </a:p>
        </p:txBody>
      </p:sp>
      <p:sp>
        <p:nvSpPr>
          <p:cNvPr id="15" name="Rectangle 14"/>
          <p:cNvSpPr/>
          <p:nvPr/>
        </p:nvSpPr>
        <p:spPr>
          <a:xfrm>
            <a:off x="914400" y="1124712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Developer: $750 • Copilot: $0.05</a:t>
            </a:r>
          </a:p>
        </p:txBody>
      </p:sp>
      <p:sp>
        <p:nvSpPr>
          <p:cNvPr id="16" name="Rectangle 15"/>
          <p:cNvSpPr/>
          <p:nvPr/>
        </p:nvSpPr>
        <p:spPr>
          <a:xfrm>
            <a:off x="914400" y="12435840"/>
            <a:ext cx="7315200" cy="1097280"/>
          </a:xfrm>
          <a:prstGeom prst="rect">
            <a:avLst/>
          </a:prstGeom>
          <a:solidFill>
            <a:srgbClr val="FFFFFF"/>
          </a:solidFill>
          <a:ln w="25400">
            <a:solidFill>
              <a:srgbClr val="7C4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1A237E"/>
                </a:solidFill>
              </a:defRPr>
            </a:pPr>
            <a:r>
              <a:t>💰 ROI: 14,999%</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3257623" cy="707886"/>
          </a:xfrm>
          <a:prstGeom prst="rect">
            <a:avLst/>
          </a:prstGeom>
          <a:noFill/>
        </p:spPr>
        <p:txBody>
          <a:bodyPr wrap="none">
            <a:spAutoFit/>
          </a:bodyPr>
          <a:lstStyle/>
          <a:p>
            <a:pPr>
              <a:defRPr sz="4000" b="1">
                <a:solidFill>
                  <a:srgbClr val="1A237E"/>
                </a:solidFill>
              </a:defRPr>
            </a:pPr>
            <a:r>
              <a:rPr lang="en-US" dirty="0"/>
              <a:t>CONCLUSION</a:t>
            </a:r>
            <a:endParaRPr dirty="0"/>
          </a:p>
        </p:txBody>
      </p:sp>
      <p:graphicFrame>
        <p:nvGraphicFramePr>
          <p:cNvPr id="6" name="TextBox 3">
            <a:extLst>
              <a:ext uri="{FF2B5EF4-FFF2-40B4-BE49-F238E27FC236}">
                <a16:creationId xmlns:a16="http://schemas.microsoft.com/office/drawing/2014/main" id="{88AAF964-5E0E-3688-B9B0-1D1632311B1C}"/>
              </a:ext>
            </a:extLst>
          </p:cNvPr>
          <p:cNvGraphicFramePr/>
          <p:nvPr/>
        </p:nvGraphicFramePr>
        <p:xfrm>
          <a:off x="640080" y="1188720"/>
          <a:ext cx="7863840" cy="5029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9EA7EA7-74F5-4EE2-8E3D-1A10308259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0" name="Straight Connector 9">
              <a:extLst>
                <a:ext uri="{FF2B5EF4-FFF2-40B4-BE49-F238E27FC236}">
                  <a16:creationId xmlns:a16="http://schemas.microsoft.com/office/drawing/2014/main" id="{A5CE79B5-7EE4-424D-AD14-5DEFB61B85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696C926F-F999-44BA-8D86-9EAB51D650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248745E7-0AF0-48F9-8E58-2673FC5F4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25">
              <a:extLst>
                <a:ext uri="{FF2B5EF4-FFF2-40B4-BE49-F238E27FC236}">
                  <a16:creationId xmlns:a16="http://schemas.microsoft.com/office/drawing/2014/main" id="{9715E81A-D2E0-4431-9370-4E4A9ECA7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Isosceles Triangle 13">
              <a:extLst>
                <a:ext uri="{FF2B5EF4-FFF2-40B4-BE49-F238E27FC236}">
                  <a16:creationId xmlns:a16="http://schemas.microsoft.com/office/drawing/2014/main" id="{CEDB37A9-282D-4DDB-85AD-B2090A825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7">
              <a:extLst>
                <a:ext uri="{FF2B5EF4-FFF2-40B4-BE49-F238E27FC236}">
                  <a16:creationId xmlns:a16="http://schemas.microsoft.com/office/drawing/2014/main" id="{533D5933-7F91-4F5E-BC31-42FD0E2D8D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8">
              <a:extLst>
                <a:ext uri="{FF2B5EF4-FFF2-40B4-BE49-F238E27FC236}">
                  <a16:creationId xmlns:a16="http://schemas.microsoft.com/office/drawing/2014/main" id="{37ADDF68-C9BE-46EA-83DE-2C07DD839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9">
              <a:extLst>
                <a:ext uri="{FF2B5EF4-FFF2-40B4-BE49-F238E27FC236}">
                  <a16:creationId xmlns:a16="http://schemas.microsoft.com/office/drawing/2014/main" id="{10D67396-BABD-48A8-A892-CCB5095FA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Isosceles Triangle 17">
              <a:extLst>
                <a:ext uri="{FF2B5EF4-FFF2-40B4-BE49-F238E27FC236}">
                  <a16:creationId xmlns:a16="http://schemas.microsoft.com/office/drawing/2014/main" id="{626DA82A-72C2-4DF6-9CF0-0D1F6B96B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8EE6DC63-4380-4BE0-A68A-8F01162BD1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useBgFill="1">
        <p:nvSpPr>
          <p:cNvPr id="21" name="Rectangle 20">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3" name="Rectangle 22">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4">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965032" y="0"/>
            <a:ext cx="9144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599781" y="3681413"/>
            <a:ext cx="3572669"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29"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93473" y="-8467"/>
            <a:ext cx="2255512"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09947"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06616" y="3048000"/>
            <a:ext cx="2444750"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08241"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Isosceles Triangle 36">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6115" y="3589867"/>
            <a:ext cx="1362870"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TextBox 2"/>
          <p:cNvSpPr txBox="1"/>
          <p:nvPr/>
        </p:nvSpPr>
        <p:spPr>
          <a:xfrm>
            <a:off x="508000" y="609600"/>
            <a:ext cx="2882531" cy="5175624"/>
          </a:xfrm>
          <a:prstGeom prst="rect">
            <a:avLst/>
          </a:prstGeom>
        </p:spPr>
        <p:txBody>
          <a:bodyPr vert="horz" lIns="91440" tIns="45720" rIns="91440" bIns="45720" rtlCol="0" anchor="ctr">
            <a:normAutofit/>
          </a:bodyPr>
          <a:lstStyle/>
          <a:p>
            <a:pPr>
              <a:spcBef>
                <a:spcPct val="0"/>
              </a:spcBef>
              <a:spcAft>
                <a:spcPts val="600"/>
              </a:spcAft>
              <a:defRPr sz="4000" b="1">
                <a:solidFill>
                  <a:srgbClr val="1A237E"/>
                </a:solidFill>
              </a:defRPr>
            </a:pPr>
            <a:r>
              <a:rPr lang="en-US" sz="3600">
                <a:solidFill>
                  <a:schemeClr val="tx1">
                    <a:lumMod val="85000"/>
                    <a:lumOff val="15000"/>
                  </a:schemeClr>
                </a:solidFill>
                <a:latin typeface="+mj-lt"/>
                <a:ea typeface="+mj-ea"/>
                <a:cs typeface="+mj-cs"/>
              </a:rPr>
              <a:t>🚀 COMING NEXT: SESSION 2</a:t>
            </a:r>
          </a:p>
        </p:txBody>
      </p:sp>
      <p:sp>
        <p:nvSpPr>
          <p:cNvPr id="39" name="Freeform: Shape 38">
            <a:extLst>
              <a:ext uri="{FF2B5EF4-FFF2-40B4-BE49-F238E27FC236}">
                <a16:creationId xmlns:a16="http://schemas.microsoft.com/office/drawing/2014/main" id="{142BFA2A-77A0-4F60-A32A-685681C84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11615" y="-8467"/>
            <a:ext cx="5332385" cy="6866467"/>
          </a:xfrm>
          <a:custGeom>
            <a:avLst/>
            <a:gdLst>
              <a:gd name="connsiteX0" fmla="*/ 0 w 7109846"/>
              <a:gd name="connsiteY0" fmla="*/ 0 h 6866467"/>
              <a:gd name="connsiteX1" fmla="*/ 1249825 w 7109846"/>
              <a:gd name="connsiteY1" fmla="*/ 0 h 6866467"/>
              <a:gd name="connsiteX2" fmla="*/ 1249825 w 7109846"/>
              <a:gd name="connsiteY2" fmla="*/ 8467 h 6866467"/>
              <a:gd name="connsiteX3" fmla="*/ 7109846 w 7109846"/>
              <a:gd name="connsiteY3" fmla="*/ 8467 h 6866467"/>
              <a:gd name="connsiteX4" fmla="*/ 7109846 w 7109846"/>
              <a:gd name="connsiteY4" fmla="*/ 6866467 h 6866467"/>
              <a:gd name="connsiteX5" fmla="*/ 1249825 w 7109846"/>
              <a:gd name="connsiteY5" fmla="*/ 6866467 h 6866467"/>
              <a:gd name="connsiteX6" fmla="*/ 1109382 w 7109846"/>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09846" h="6866467">
                <a:moveTo>
                  <a:pt x="0" y="0"/>
                </a:moveTo>
                <a:lnTo>
                  <a:pt x="1249825" y="0"/>
                </a:lnTo>
                <a:lnTo>
                  <a:pt x="1249825" y="8467"/>
                </a:lnTo>
                <a:lnTo>
                  <a:pt x="7109846" y="8467"/>
                </a:lnTo>
                <a:lnTo>
                  <a:pt x="7109846"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extBox 3"/>
          <p:cNvSpPr txBox="1"/>
          <p:nvPr/>
        </p:nvSpPr>
        <p:spPr>
          <a:xfrm>
            <a:off x="4587063" y="609601"/>
            <a:ext cx="4133472" cy="5175624"/>
          </a:xfrm>
          <a:prstGeom prst="rect">
            <a:avLst/>
          </a:prstGeom>
        </p:spPr>
        <p:txBody>
          <a:bodyPr vert="horz" lIns="91440" tIns="45720" rIns="91440" bIns="45720" rtlCol="0" anchor="ctr">
            <a:normAutofit/>
          </a:bodyPr>
          <a:lstStyle/>
          <a:p>
            <a:pPr>
              <a:lnSpc>
                <a:spcPct val="90000"/>
              </a:lnSpc>
              <a:spcBef>
                <a:spcPts val="1000"/>
              </a:spcBef>
              <a:buClr>
                <a:schemeClr val="accent1"/>
              </a:buClr>
              <a:buSzPct val="80000"/>
              <a:buFont typeface="Wingdings 3" charset="2"/>
              <a:buChar char=""/>
              <a:defRPr sz="2000">
                <a:solidFill>
                  <a:srgbClr val="1E1E1E"/>
                </a:solidFill>
              </a:defRPr>
            </a:pPr>
            <a:r>
              <a:rPr lang="en-US" sz="1400">
                <a:solidFill>
                  <a:srgbClr val="FFFFFF"/>
                </a:solidFill>
              </a:rPr>
              <a:t>REFACTORING &amp; QA EXPANSION</a:t>
            </a:r>
          </a:p>
          <a:p>
            <a:pPr>
              <a:lnSpc>
                <a:spcPct val="90000"/>
              </a:lnSpc>
              <a:spcBef>
                <a:spcPts val="1000"/>
              </a:spcBef>
              <a:buClr>
                <a:schemeClr val="accent1"/>
              </a:buClr>
              <a:buSzPct val="80000"/>
              <a:buFont typeface="Wingdings 3" charset="2"/>
              <a:buChar char=""/>
              <a:defRPr sz="2000">
                <a:solidFill>
                  <a:srgbClr val="1E1E1E"/>
                </a:solidFill>
              </a:defRPr>
            </a:pPr>
            <a:r>
              <a:rPr lang="en-US" sz="1400">
                <a:solidFill>
                  <a:srgbClr val="FFFFFF"/>
                </a:solidFill>
              </a:rPr>
              <a:t>Building on What AI Created</a:t>
            </a:r>
          </a:p>
          <a:p>
            <a:pPr>
              <a:lnSpc>
                <a:spcPct val="90000"/>
              </a:lnSpc>
              <a:spcBef>
                <a:spcPts val="1000"/>
              </a:spcBef>
              <a:buClr>
                <a:schemeClr val="accent1"/>
              </a:buClr>
              <a:buSzPct val="80000"/>
              <a:buFont typeface="Wingdings 3" charset="2"/>
              <a:buChar char=""/>
              <a:defRPr sz="2000">
                <a:solidFill>
                  <a:srgbClr val="1E1E1E"/>
                </a:solidFill>
              </a:defRPr>
            </a:pPr>
            <a:endParaRPr lang="en-US" sz="1400">
              <a:solidFill>
                <a:srgbClr val="FFFFFF"/>
              </a:solidFill>
            </a:endParaRPr>
          </a:p>
          <a:p>
            <a:pPr>
              <a:lnSpc>
                <a:spcPct val="90000"/>
              </a:lnSpc>
              <a:spcBef>
                <a:spcPts val="1000"/>
              </a:spcBef>
              <a:buClr>
                <a:schemeClr val="accent1"/>
              </a:buClr>
              <a:buSzPct val="80000"/>
              <a:buFont typeface="Wingdings 3" charset="2"/>
              <a:buChar char=""/>
              <a:defRPr sz="2000">
                <a:solidFill>
                  <a:srgbClr val="1E1E1E"/>
                </a:solidFill>
              </a:defRPr>
            </a:pPr>
            <a:r>
              <a:rPr lang="en-US" sz="1400">
                <a:solidFill>
                  <a:srgbClr val="FFFFFF"/>
                </a:solidFill>
              </a:rPr>
              <a:t>🔧 REFACTORING WITH AI</a:t>
            </a:r>
          </a:p>
          <a:p>
            <a:pPr lvl="1">
              <a:lnSpc>
                <a:spcPct val="90000"/>
              </a:lnSpc>
              <a:spcBef>
                <a:spcPts val="1000"/>
              </a:spcBef>
              <a:buClr>
                <a:schemeClr val="accent1"/>
              </a:buClr>
              <a:buSzPct val="80000"/>
              <a:buFont typeface="Wingdings 3" charset="2"/>
              <a:buChar char=""/>
              <a:defRPr sz="2000">
                <a:solidFill>
                  <a:srgbClr val="1E1E1E"/>
                </a:solidFill>
              </a:defRPr>
            </a:pPr>
            <a:r>
              <a:rPr lang="en-US" sz="1400">
                <a:solidFill>
                  <a:srgbClr val="FFFFFF"/>
                </a:solidFill>
              </a:rPr>
              <a:t>• Transform concrete to abstractions</a:t>
            </a:r>
          </a:p>
          <a:p>
            <a:pPr lvl="1">
              <a:lnSpc>
                <a:spcPct val="90000"/>
              </a:lnSpc>
              <a:spcBef>
                <a:spcPts val="1000"/>
              </a:spcBef>
              <a:buClr>
                <a:schemeClr val="accent1"/>
              </a:buClr>
              <a:buSzPct val="80000"/>
              <a:buFont typeface="Wingdings 3" charset="2"/>
              <a:buChar char=""/>
              <a:defRPr sz="2000">
                <a:solidFill>
                  <a:srgbClr val="1E1E1E"/>
                </a:solidFill>
              </a:defRPr>
            </a:pPr>
            <a:r>
              <a:rPr lang="en-US" sz="1400">
                <a:solidFill>
                  <a:srgbClr val="FFFFFF"/>
                </a:solidFill>
              </a:rPr>
              <a:t>• Extract repository interfaces</a:t>
            </a:r>
          </a:p>
          <a:p>
            <a:pPr lvl="1">
              <a:lnSpc>
                <a:spcPct val="90000"/>
              </a:lnSpc>
              <a:spcBef>
                <a:spcPts val="1000"/>
              </a:spcBef>
              <a:buClr>
                <a:schemeClr val="accent1"/>
              </a:buClr>
              <a:buSzPct val="80000"/>
              <a:buFont typeface="Wingdings 3" charset="2"/>
              <a:buChar char=""/>
              <a:defRPr sz="2000">
                <a:solidFill>
                  <a:srgbClr val="1E1E1E"/>
                </a:solidFill>
              </a:defRPr>
            </a:pPr>
            <a:r>
              <a:rPr lang="en-US" sz="1400">
                <a:solidFill>
                  <a:srgbClr val="FFFFFF"/>
                </a:solidFill>
              </a:rPr>
              <a:t>• Apply design patterns automatically</a:t>
            </a:r>
          </a:p>
          <a:p>
            <a:pPr>
              <a:lnSpc>
                <a:spcPct val="90000"/>
              </a:lnSpc>
              <a:spcBef>
                <a:spcPts val="1000"/>
              </a:spcBef>
              <a:buClr>
                <a:schemeClr val="accent1"/>
              </a:buClr>
              <a:buSzPct val="80000"/>
              <a:buFont typeface="Wingdings 3" charset="2"/>
              <a:buChar char=""/>
              <a:defRPr sz="2000">
                <a:solidFill>
                  <a:srgbClr val="1E1E1E"/>
                </a:solidFill>
              </a:defRPr>
            </a:pPr>
            <a:endParaRPr lang="en-US" sz="1400">
              <a:solidFill>
                <a:srgbClr val="FFFFFF"/>
              </a:solidFill>
            </a:endParaRPr>
          </a:p>
          <a:p>
            <a:pPr>
              <a:lnSpc>
                <a:spcPct val="90000"/>
              </a:lnSpc>
              <a:spcBef>
                <a:spcPts val="1000"/>
              </a:spcBef>
              <a:buClr>
                <a:schemeClr val="accent1"/>
              </a:buClr>
              <a:buSzPct val="80000"/>
              <a:buFont typeface="Wingdings 3" charset="2"/>
              <a:buChar char=""/>
              <a:defRPr sz="2000">
                <a:solidFill>
                  <a:srgbClr val="1E1E1E"/>
                </a:solidFill>
              </a:defRPr>
            </a:pPr>
            <a:r>
              <a:rPr lang="en-US" sz="1400">
                <a:solidFill>
                  <a:srgbClr val="FFFFFF"/>
                </a:solidFill>
              </a:rPr>
              <a:t>🧪 ADVANCED QA AUTOMATION</a:t>
            </a:r>
          </a:p>
          <a:p>
            <a:pPr lvl="1">
              <a:lnSpc>
                <a:spcPct val="90000"/>
              </a:lnSpc>
              <a:spcBef>
                <a:spcPts val="1000"/>
              </a:spcBef>
              <a:buClr>
                <a:schemeClr val="accent1"/>
              </a:buClr>
              <a:buSzPct val="80000"/>
              <a:buFont typeface="Wingdings 3" charset="2"/>
              <a:buChar char=""/>
              <a:defRPr sz="2000">
                <a:solidFill>
                  <a:srgbClr val="1E1E1E"/>
                </a:solidFill>
              </a:defRPr>
            </a:pPr>
            <a:r>
              <a:rPr lang="en-US" sz="1400">
                <a:solidFill>
                  <a:srgbClr val="FFFFFF"/>
                </a:solidFill>
              </a:rPr>
              <a:t>• Generate mock implementations</a:t>
            </a:r>
          </a:p>
          <a:p>
            <a:pPr lvl="1">
              <a:lnSpc>
                <a:spcPct val="90000"/>
              </a:lnSpc>
              <a:spcBef>
                <a:spcPts val="1000"/>
              </a:spcBef>
              <a:buClr>
                <a:schemeClr val="accent1"/>
              </a:buClr>
              <a:buSzPct val="80000"/>
              <a:buFont typeface="Wingdings 3" charset="2"/>
              <a:buChar char=""/>
              <a:defRPr sz="2000">
                <a:solidFill>
                  <a:srgbClr val="1E1E1E"/>
                </a:solidFill>
              </a:defRPr>
            </a:pPr>
            <a:r>
              <a:rPr lang="en-US" sz="1400">
                <a:solidFill>
                  <a:srgbClr val="FFFFFF"/>
                </a:solidFill>
              </a:rPr>
              <a:t>• Create test data factories</a:t>
            </a:r>
          </a:p>
          <a:p>
            <a:pPr lvl="1">
              <a:lnSpc>
                <a:spcPct val="90000"/>
              </a:lnSpc>
              <a:spcBef>
                <a:spcPts val="1000"/>
              </a:spcBef>
              <a:buClr>
                <a:schemeClr val="accent1"/>
              </a:buClr>
              <a:buSzPct val="80000"/>
              <a:buFont typeface="Wingdings 3" charset="2"/>
              <a:buChar char=""/>
              <a:defRPr sz="2000">
                <a:solidFill>
                  <a:srgbClr val="1E1E1E"/>
                </a:solidFill>
              </a:defRPr>
            </a:pPr>
            <a:r>
              <a:rPr lang="en-US" sz="1400">
                <a:solidFill>
                  <a:srgbClr val="FFFFFF"/>
                </a:solidFill>
              </a:rPr>
              <a:t>• Build comprehensive test suites</a:t>
            </a:r>
          </a:p>
          <a:p>
            <a:pPr>
              <a:lnSpc>
                <a:spcPct val="90000"/>
              </a:lnSpc>
              <a:spcBef>
                <a:spcPts val="1000"/>
              </a:spcBef>
              <a:buClr>
                <a:schemeClr val="accent1"/>
              </a:buClr>
              <a:buSzPct val="80000"/>
              <a:buFont typeface="Wingdings 3" charset="2"/>
              <a:buChar char=""/>
              <a:defRPr sz="2000">
                <a:solidFill>
                  <a:srgbClr val="1E1E1E"/>
                </a:solidFill>
              </a:defRPr>
            </a:pPr>
            <a:endParaRPr lang="en-US" sz="1400">
              <a:solidFill>
                <a:srgbClr val="FFFFFF"/>
              </a:solidFill>
            </a:endParaRPr>
          </a:p>
          <a:p>
            <a:pPr>
              <a:lnSpc>
                <a:spcPct val="90000"/>
              </a:lnSpc>
              <a:spcBef>
                <a:spcPts val="1000"/>
              </a:spcBef>
              <a:buClr>
                <a:schemeClr val="accent1"/>
              </a:buClr>
              <a:buSzPct val="80000"/>
              <a:buFont typeface="Wingdings 3" charset="2"/>
              <a:buChar char=""/>
              <a:defRPr sz="2000">
                <a:solidFill>
                  <a:srgbClr val="1E1E1E"/>
                </a:solidFill>
              </a:defRPr>
            </a:pPr>
            <a:r>
              <a:rPr lang="en-US" sz="1400">
                <a:solidFill>
                  <a:srgbClr val="FFFFFF"/>
                </a:solidFill>
              </a:rPr>
              <a:t>💡 Evolution &gt; Revolution</a:t>
            </a:r>
          </a:p>
          <a:p>
            <a:pPr>
              <a:lnSpc>
                <a:spcPct val="90000"/>
              </a:lnSpc>
              <a:spcBef>
                <a:spcPts val="1000"/>
              </a:spcBef>
              <a:buClr>
                <a:schemeClr val="accent1"/>
              </a:buClr>
              <a:buSzPct val="80000"/>
              <a:buFont typeface="Wingdings 3" charset="2"/>
              <a:buChar char=""/>
              <a:defRPr sz="2000">
                <a:solidFill>
                  <a:srgbClr val="1E1E1E"/>
                </a:solidFill>
              </a:defRPr>
            </a:pPr>
            <a:r>
              <a:rPr lang="en-US" sz="1400">
                <a:solidFill>
                  <a:srgbClr val="FFFFFF"/>
                </a:solidFill>
              </a:rPr>
              <a:t>Making AI-generated code enterprise-ready</a:t>
            </a:r>
          </a:p>
        </p:txBody>
      </p:sp>
    </p:spTree>
  </p:cSld>
  <p:clrMapOvr>
    <a:overrideClrMapping bg1="dk1" tx1="lt1" bg2="dk2" tx2="lt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9EA7EA7-74F5-4EE2-8E3D-1A10308259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0" name="Straight Connector 9">
              <a:extLst>
                <a:ext uri="{FF2B5EF4-FFF2-40B4-BE49-F238E27FC236}">
                  <a16:creationId xmlns:a16="http://schemas.microsoft.com/office/drawing/2014/main" id="{A5CE79B5-7EE4-424D-AD14-5DEFB61B85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696C926F-F999-44BA-8D86-9EAB51D650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248745E7-0AF0-48F9-8E58-2673FC5F4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25">
              <a:extLst>
                <a:ext uri="{FF2B5EF4-FFF2-40B4-BE49-F238E27FC236}">
                  <a16:creationId xmlns:a16="http://schemas.microsoft.com/office/drawing/2014/main" id="{9715E81A-D2E0-4431-9370-4E4A9ECA7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Isosceles Triangle 13">
              <a:extLst>
                <a:ext uri="{FF2B5EF4-FFF2-40B4-BE49-F238E27FC236}">
                  <a16:creationId xmlns:a16="http://schemas.microsoft.com/office/drawing/2014/main" id="{CEDB37A9-282D-4DDB-85AD-B2090A825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7">
              <a:extLst>
                <a:ext uri="{FF2B5EF4-FFF2-40B4-BE49-F238E27FC236}">
                  <a16:creationId xmlns:a16="http://schemas.microsoft.com/office/drawing/2014/main" id="{533D5933-7F91-4F5E-BC31-42FD0E2D8D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8">
              <a:extLst>
                <a:ext uri="{FF2B5EF4-FFF2-40B4-BE49-F238E27FC236}">
                  <a16:creationId xmlns:a16="http://schemas.microsoft.com/office/drawing/2014/main" id="{37ADDF68-C9BE-46EA-83DE-2C07DD839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9">
              <a:extLst>
                <a:ext uri="{FF2B5EF4-FFF2-40B4-BE49-F238E27FC236}">
                  <a16:creationId xmlns:a16="http://schemas.microsoft.com/office/drawing/2014/main" id="{10D67396-BABD-48A8-A892-CCB5095FA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Isosceles Triangle 17">
              <a:extLst>
                <a:ext uri="{FF2B5EF4-FFF2-40B4-BE49-F238E27FC236}">
                  <a16:creationId xmlns:a16="http://schemas.microsoft.com/office/drawing/2014/main" id="{626DA82A-72C2-4DF6-9CF0-0D1F6B96B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8EE6DC63-4380-4BE0-A68A-8F01162BD1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useBgFill="1">
        <p:nvSpPr>
          <p:cNvPr id="21" name="Rectangle 20">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3" name="Rectangle 22">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4">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965032" y="0"/>
            <a:ext cx="9144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599781" y="3681413"/>
            <a:ext cx="3572669"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29"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93473" y="-8467"/>
            <a:ext cx="2255512"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09947"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06616" y="3048000"/>
            <a:ext cx="2444750"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08241"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Isosceles Triangle 36">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6115" y="3589867"/>
            <a:ext cx="1362870"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TextBox 2"/>
          <p:cNvSpPr txBox="1"/>
          <p:nvPr/>
        </p:nvSpPr>
        <p:spPr>
          <a:xfrm>
            <a:off x="508000" y="609600"/>
            <a:ext cx="2882531" cy="5175624"/>
          </a:xfrm>
          <a:prstGeom prst="rect">
            <a:avLst/>
          </a:prstGeom>
        </p:spPr>
        <p:txBody>
          <a:bodyPr vert="horz" lIns="91440" tIns="45720" rIns="91440" bIns="45720" rtlCol="0" anchor="ctr">
            <a:normAutofit/>
          </a:bodyPr>
          <a:lstStyle/>
          <a:p>
            <a:pPr>
              <a:spcBef>
                <a:spcPct val="0"/>
              </a:spcBef>
              <a:spcAft>
                <a:spcPts val="600"/>
              </a:spcAft>
              <a:defRPr sz="4000" b="1">
                <a:solidFill>
                  <a:srgbClr val="1A237E"/>
                </a:solidFill>
              </a:defRPr>
            </a:pPr>
            <a:r>
              <a:rPr lang="en-US" sz="3600">
                <a:solidFill>
                  <a:schemeClr val="tx1">
                    <a:lumMod val="85000"/>
                    <a:lumOff val="15000"/>
                  </a:schemeClr>
                </a:solidFill>
                <a:latin typeface="+mj-lt"/>
                <a:ea typeface="+mj-ea"/>
                <a:cs typeface="+mj-cs"/>
              </a:rPr>
              <a:t>💬 QUESTIONS &amp; NEXT STEPS</a:t>
            </a:r>
          </a:p>
        </p:txBody>
      </p:sp>
      <p:sp>
        <p:nvSpPr>
          <p:cNvPr id="39" name="Freeform: Shape 38">
            <a:extLst>
              <a:ext uri="{FF2B5EF4-FFF2-40B4-BE49-F238E27FC236}">
                <a16:creationId xmlns:a16="http://schemas.microsoft.com/office/drawing/2014/main" id="{142BFA2A-77A0-4F60-A32A-685681C84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11615" y="-8467"/>
            <a:ext cx="5332385" cy="6866467"/>
          </a:xfrm>
          <a:custGeom>
            <a:avLst/>
            <a:gdLst>
              <a:gd name="connsiteX0" fmla="*/ 0 w 7109846"/>
              <a:gd name="connsiteY0" fmla="*/ 0 h 6866467"/>
              <a:gd name="connsiteX1" fmla="*/ 1249825 w 7109846"/>
              <a:gd name="connsiteY1" fmla="*/ 0 h 6866467"/>
              <a:gd name="connsiteX2" fmla="*/ 1249825 w 7109846"/>
              <a:gd name="connsiteY2" fmla="*/ 8467 h 6866467"/>
              <a:gd name="connsiteX3" fmla="*/ 7109846 w 7109846"/>
              <a:gd name="connsiteY3" fmla="*/ 8467 h 6866467"/>
              <a:gd name="connsiteX4" fmla="*/ 7109846 w 7109846"/>
              <a:gd name="connsiteY4" fmla="*/ 6866467 h 6866467"/>
              <a:gd name="connsiteX5" fmla="*/ 1249825 w 7109846"/>
              <a:gd name="connsiteY5" fmla="*/ 6866467 h 6866467"/>
              <a:gd name="connsiteX6" fmla="*/ 1109382 w 7109846"/>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09846" h="6866467">
                <a:moveTo>
                  <a:pt x="0" y="0"/>
                </a:moveTo>
                <a:lnTo>
                  <a:pt x="1249825" y="0"/>
                </a:lnTo>
                <a:lnTo>
                  <a:pt x="1249825" y="8467"/>
                </a:lnTo>
                <a:lnTo>
                  <a:pt x="7109846" y="8467"/>
                </a:lnTo>
                <a:lnTo>
                  <a:pt x="7109846"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extBox 3"/>
          <p:cNvSpPr txBox="1"/>
          <p:nvPr/>
        </p:nvSpPr>
        <p:spPr>
          <a:xfrm>
            <a:off x="4587063" y="609601"/>
            <a:ext cx="4133472" cy="5175624"/>
          </a:xfrm>
          <a:prstGeom prst="rect">
            <a:avLst/>
          </a:prstGeom>
        </p:spPr>
        <p:txBody>
          <a:bodyPr vert="horz" lIns="91440" tIns="45720" rIns="91440" bIns="45720" rtlCol="0" anchor="ctr">
            <a:normAutofit/>
          </a:bodyPr>
          <a:lstStyle/>
          <a:p>
            <a:pPr>
              <a:lnSpc>
                <a:spcPct val="90000"/>
              </a:lnSpc>
              <a:spcBef>
                <a:spcPts val="1000"/>
              </a:spcBef>
              <a:buClr>
                <a:schemeClr val="accent1"/>
              </a:buClr>
              <a:buSzPct val="80000"/>
              <a:buFont typeface="Wingdings 3" charset="2"/>
              <a:buChar char=""/>
              <a:defRPr sz="2000">
                <a:solidFill>
                  <a:srgbClr val="1E1E1E"/>
                </a:solidFill>
              </a:defRPr>
            </a:pPr>
            <a:r>
              <a:rPr lang="en-US" sz="1100" dirty="0">
                <a:solidFill>
                  <a:srgbClr val="FFFFFF"/>
                </a:solidFill>
              </a:rPr>
              <a:t>📋 YOUR CHALLENGE:</a:t>
            </a:r>
          </a:p>
          <a:p>
            <a:pPr>
              <a:lnSpc>
                <a:spcPct val="90000"/>
              </a:lnSpc>
              <a:spcBef>
                <a:spcPts val="1000"/>
              </a:spcBef>
              <a:buClr>
                <a:schemeClr val="accent1"/>
              </a:buClr>
              <a:buSzPct val="80000"/>
              <a:buFont typeface="Wingdings 3" charset="2"/>
              <a:buChar char=""/>
              <a:defRPr sz="2000">
                <a:solidFill>
                  <a:srgbClr val="1E1E1E"/>
                </a:solidFill>
              </a:defRPr>
            </a:pPr>
            <a:endParaRPr lang="en-US" sz="1100" dirty="0">
              <a:solidFill>
                <a:srgbClr val="FFFFFF"/>
              </a:solidFill>
            </a:endParaRPr>
          </a:p>
          <a:p>
            <a:pPr>
              <a:lnSpc>
                <a:spcPct val="90000"/>
              </a:lnSpc>
              <a:spcBef>
                <a:spcPts val="1000"/>
              </a:spcBef>
              <a:buClr>
                <a:schemeClr val="accent1"/>
              </a:buClr>
              <a:buSzPct val="80000"/>
              <a:buFont typeface="Wingdings 3" charset="2"/>
              <a:buChar char=""/>
              <a:defRPr sz="2000">
                <a:solidFill>
                  <a:srgbClr val="1E1E1E"/>
                </a:solidFill>
              </a:defRPr>
            </a:pPr>
            <a:r>
              <a:rPr lang="en-US" sz="1100" dirty="0">
                <a:solidFill>
                  <a:srgbClr val="FFFFFF"/>
                </a:solidFill>
              </a:rPr>
              <a:t>Tomorrow morning:</a:t>
            </a:r>
          </a:p>
          <a:p>
            <a:pPr>
              <a:lnSpc>
                <a:spcPct val="90000"/>
              </a:lnSpc>
              <a:spcBef>
                <a:spcPts val="1000"/>
              </a:spcBef>
              <a:buClr>
                <a:schemeClr val="accent1"/>
              </a:buClr>
              <a:buSzPct val="80000"/>
              <a:buFont typeface="Wingdings 3" charset="2"/>
              <a:buChar char=""/>
              <a:defRPr sz="2000">
                <a:solidFill>
                  <a:srgbClr val="1E1E1E"/>
                </a:solidFill>
              </a:defRPr>
            </a:pPr>
            <a:r>
              <a:rPr lang="en-US" sz="1100" dirty="0">
                <a:solidFill>
                  <a:srgbClr val="FFFFFF"/>
                </a:solidFill>
              </a:rPr>
              <a:t>1️⃣  Pick ONE boring task</a:t>
            </a:r>
          </a:p>
          <a:p>
            <a:pPr>
              <a:lnSpc>
                <a:spcPct val="90000"/>
              </a:lnSpc>
              <a:spcBef>
                <a:spcPts val="1000"/>
              </a:spcBef>
              <a:buClr>
                <a:schemeClr val="accent1"/>
              </a:buClr>
              <a:buSzPct val="80000"/>
              <a:buFont typeface="Wingdings 3" charset="2"/>
              <a:buChar char=""/>
              <a:defRPr sz="2000">
                <a:solidFill>
                  <a:srgbClr val="1E1E1E"/>
                </a:solidFill>
              </a:defRPr>
            </a:pPr>
            <a:r>
              <a:rPr lang="en-US" sz="1100" dirty="0">
                <a:solidFill>
                  <a:srgbClr val="FFFFFF"/>
                </a:solidFill>
              </a:rPr>
              <a:t>2️⃣  Write ONE prompt to delegate it</a:t>
            </a:r>
          </a:p>
          <a:p>
            <a:pPr>
              <a:lnSpc>
                <a:spcPct val="90000"/>
              </a:lnSpc>
              <a:spcBef>
                <a:spcPts val="1000"/>
              </a:spcBef>
              <a:buClr>
                <a:schemeClr val="accent1"/>
              </a:buClr>
              <a:buSzPct val="80000"/>
              <a:buFont typeface="Wingdings 3" charset="2"/>
              <a:buChar char=""/>
              <a:defRPr sz="2000">
                <a:solidFill>
                  <a:srgbClr val="1E1E1E"/>
                </a:solidFill>
              </a:defRPr>
            </a:pPr>
            <a:r>
              <a:rPr lang="en-US" sz="1100" dirty="0">
                <a:solidFill>
                  <a:srgbClr val="FFFFFF"/>
                </a:solidFill>
              </a:rPr>
              <a:t>3️⃣  Measure time saved</a:t>
            </a:r>
          </a:p>
          <a:p>
            <a:pPr>
              <a:lnSpc>
                <a:spcPct val="90000"/>
              </a:lnSpc>
              <a:spcBef>
                <a:spcPts val="1000"/>
              </a:spcBef>
              <a:buClr>
                <a:schemeClr val="accent1"/>
              </a:buClr>
              <a:buSzPct val="80000"/>
              <a:buFont typeface="Wingdings 3" charset="2"/>
              <a:buChar char=""/>
              <a:defRPr sz="2000">
                <a:solidFill>
                  <a:srgbClr val="1E1E1E"/>
                </a:solidFill>
              </a:defRPr>
            </a:pPr>
            <a:r>
              <a:rPr lang="en-US" sz="1100" dirty="0">
                <a:solidFill>
                  <a:srgbClr val="FFFFFF"/>
                </a:solidFill>
              </a:rPr>
              <a:t>4️⃣  Calculate your ROI</a:t>
            </a:r>
          </a:p>
          <a:p>
            <a:pPr>
              <a:lnSpc>
                <a:spcPct val="90000"/>
              </a:lnSpc>
              <a:spcBef>
                <a:spcPts val="1000"/>
              </a:spcBef>
              <a:buClr>
                <a:schemeClr val="accent1"/>
              </a:buClr>
              <a:buSzPct val="80000"/>
              <a:buFont typeface="Wingdings 3" charset="2"/>
              <a:buChar char=""/>
              <a:defRPr sz="2000">
                <a:solidFill>
                  <a:srgbClr val="1E1E1E"/>
                </a:solidFill>
              </a:defRPr>
            </a:pPr>
            <a:endParaRPr lang="en-US" sz="1100" dirty="0">
              <a:solidFill>
                <a:srgbClr val="FFFFFF"/>
              </a:solidFill>
            </a:endParaRPr>
          </a:p>
          <a:p>
            <a:pPr>
              <a:lnSpc>
                <a:spcPct val="90000"/>
              </a:lnSpc>
              <a:spcBef>
                <a:spcPts val="1000"/>
              </a:spcBef>
              <a:buClr>
                <a:schemeClr val="accent1"/>
              </a:buClr>
              <a:buSzPct val="80000"/>
              <a:buFont typeface="Wingdings 3" charset="2"/>
              <a:buChar char=""/>
              <a:defRPr sz="2000">
                <a:solidFill>
                  <a:srgbClr val="1E1E1E"/>
                </a:solidFill>
              </a:defRPr>
            </a:pPr>
            <a:endParaRPr lang="en-US" sz="1100" dirty="0">
              <a:solidFill>
                <a:srgbClr val="FFFFFF"/>
              </a:solidFill>
            </a:endParaRPr>
          </a:p>
          <a:p>
            <a:pPr>
              <a:lnSpc>
                <a:spcPct val="90000"/>
              </a:lnSpc>
              <a:spcBef>
                <a:spcPts val="1000"/>
              </a:spcBef>
              <a:buClr>
                <a:schemeClr val="accent1"/>
              </a:buClr>
              <a:buSzPct val="80000"/>
              <a:buFont typeface="Wingdings 3" charset="2"/>
              <a:buChar char=""/>
              <a:defRPr sz="2000">
                <a:solidFill>
                  <a:srgbClr val="1E1E1E"/>
                </a:solidFill>
              </a:defRPr>
            </a:pPr>
            <a:r>
              <a:rPr lang="en-US" sz="1100" dirty="0">
                <a:solidFill>
                  <a:srgbClr val="FFFFFF"/>
                </a:solidFill>
              </a:rPr>
              <a:t>📅 UPCOMING SESSIONS:</a:t>
            </a:r>
          </a:p>
          <a:p>
            <a:pPr lvl="1">
              <a:lnSpc>
                <a:spcPct val="90000"/>
              </a:lnSpc>
              <a:spcBef>
                <a:spcPts val="1000"/>
              </a:spcBef>
              <a:buClr>
                <a:schemeClr val="accent1"/>
              </a:buClr>
              <a:buSzPct val="80000"/>
              <a:buFont typeface="Wingdings 3" charset="2"/>
              <a:buChar char=""/>
              <a:defRPr sz="2000">
                <a:solidFill>
                  <a:srgbClr val="1E1E1E"/>
                </a:solidFill>
              </a:defRPr>
            </a:pPr>
            <a:r>
              <a:rPr lang="en-US" sz="1100" dirty="0">
                <a:solidFill>
                  <a:srgbClr val="FFFFFF"/>
                </a:solidFill>
              </a:rPr>
              <a:t>Session 2: Refactoring &amp; QA</a:t>
            </a:r>
          </a:p>
          <a:p>
            <a:pPr lvl="1">
              <a:lnSpc>
                <a:spcPct val="90000"/>
              </a:lnSpc>
              <a:spcBef>
                <a:spcPts val="1000"/>
              </a:spcBef>
              <a:buClr>
                <a:schemeClr val="accent1"/>
              </a:buClr>
              <a:buSzPct val="80000"/>
              <a:buFont typeface="Wingdings 3" charset="2"/>
              <a:buChar char=""/>
              <a:defRPr sz="2000">
                <a:solidFill>
                  <a:srgbClr val="1E1E1E"/>
                </a:solidFill>
              </a:defRPr>
            </a:pPr>
            <a:r>
              <a:rPr lang="en-US" sz="1100" dirty="0">
                <a:solidFill>
                  <a:srgbClr val="FFFFFF"/>
                </a:solidFill>
              </a:rPr>
              <a:t>Session 3: Security &amp; DevOps</a:t>
            </a:r>
          </a:p>
          <a:p>
            <a:pPr lvl="1">
              <a:lnSpc>
                <a:spcPct val="90000"/>
              </a:lnSpc>
              <a:spcBef>
                <a:spcPts val="1000"/>
              </a:spcBef>
              <a:buClr>
                <a:schemeClr val="accent1"/>
              </a:buClr>
              <a:buSzPct val="80000"/>
              <a:buFont typeface="Wingdings 3" charset="2"/>
              <a:buChar char=""/>
              <a:defRPr sz="2000">
                <a:solidFill>
                  <a:srgbClr val="1E1E1E"/>
                </a:solidFill>
              </a:defRPr>
            </a:pPr>
            <a:r>
              <a:rPr lang="en-US" sz="1100" dirty="0">
                <a:solidFill>
                  <a:srgbClr val="FFFFFF"/>
                </a:solidFill>
              </a:rPr>
              <a:t>Session 4: Advanced Workflows</a:t>
            </a:r>
          </a:p>
        </p:txBody>
      </p:sp>
    </p:spTree>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TM02900688[[fn=Facet]]</Template>
  <TotalTime>659</TotalTime>
  <Words>1601</Words>
  <Application>Microsoft Office PowerPoint</Application>
  <PresentationFormat>On-screen Show (4:3)</PresentationFormat>
  <Paragraphs>197</Paragraphs>
  <Slides>18</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Arial</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Hemavathi N</cp:lastModifiedBy>
  <cp:revision>1</cp:revision>
  <dcterms:created xsi:type="dcterms:W3CDTF">2013-01-27T09:14:16Z</dcterms:created>
  <dcterms:modified xsi:type="dcterms:W3CDTF">2026-01-08T05:08:20Z</dcterms:modified>
  <cp:category/>
</cp:coreProperties>
</file>